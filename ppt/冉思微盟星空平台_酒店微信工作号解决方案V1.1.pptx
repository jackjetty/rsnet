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3" r:id="rId15"/>
    <p:sldId id="270" r:id="rId16"/>
    <p:sldId id="271" r:id="rId17"/>
    <p:sldId id="276" r:id="rId18"/>
    <p:sldId id="274" r:id="rId19"/>
    <p:sldId id="275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93703-B22B-438D-859B-2DD5C5518BC1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C51D0-BF82-467D-8DB5-7643F32F14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36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fld id="{5E08C0CA-6FAE-494B-AC37-0BB3E3E911D6}" type="slidenum">
              <a:rPr lang="zh-CN" altLang="en-US">
                <a:latin typeface="Calibri" pitchFamily="34" charset="0"/>
              </a:rPr>
              <a:pPr/>
              <a:t>2</a:t>
            </a:fld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fld id="{03F31C6D-3229-400B-8C0D-796823884509}" type="slidenum">
              <a:rPr lang="zh-CN" altLang="en-US">
                <a:latin typeface="Calibri" pitchFamily="34" charset="0"/>
                <a:ea typeface="宋体" charset="-122"/>
              </a:rPr>
              <a:pPr/>
              <a:t>3</a:t>
            </a:fld>
            <a:endParaRPr lang="zh-CN" altLang="en-US">
              <a:latin typeface="Calibri" pitchFamily="34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fld id="{03F31C6D-3229-400B-8C0D-796823884509}" type="slidenum">
              <a:rPr lang="zh-CN" altLang="en-US">
                <a:latin typeface="Calibri" pitchFamily="34" charset="0"/>
                <a:ea typeface="宋体" charset="-122"/>
              </a:rPr>
              <a:pPr/>
              <a:t>9</a:t>
            </a:fld>
            <a:endParaRPr lang="zh-CN" altLang="en-US">
              <a:latin typeface="Calibri" pitchFamily="34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fld id="{03F31C6D-3229-400B-8C0D-796823884509}" type="slidenum">
              <a:rPr lang="zh-CN" altLang="en-US">
                <a:latin typeface="Calibri" pitchFamily="34" charset="0"/>
                <a:ea typeface="宋体" charset="-122"/>
              </a:rPr>
              <a:pPr/>
              <a:t>14</a:t>
            </a:fld>
            <a:endParaRPr lang="zh-CN" altLang="en-US">
              <a:latin typeface="Calibri" pitchFamily="34" charset="0"/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amisis\Desktop\崔老师的PPT\bghome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PPECLOGO-eff-0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175" y="4548188"/>
            <a:ext cx="626106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PPECLOGO-eff-0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43" y="4522789"/>
            <a:ext cx="579684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PPECLOGO-eff-0-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625" y="5105402"/>
            <a:ext cx="309482" cy="24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PPECLOGO-eff-0-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63" y="4559302"/>
            <a:ext cx="23687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 descr="PPECLOGO-eff-0-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011" y="5146678"/>
            <a:ext cx="116651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 descr="PPECLOGO-eff-0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132" y="4351340"/>
            <a:ext cx="579684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9" descr="PPECLOGO-eff-5-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820" y="4749802"/>
            <a:ext cx="87250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" descr="PPECLOGO-eff-5-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270" y="4868865"/>
            <a:ext cx="108318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 descr="PPECLOGO-eff-5-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195" y="4446591"/>
            <a:ext cx="65943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2" descr="PPECLOGO-eff-0-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729" y="5013325"/>
            <a:ext cx="308292" cy="2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3" descr="PPECLOGO-eff-0-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226" y="4219576"/>
            <a:ext cx="308292" cy="2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4" descr="PPECLOGO-eff2-1-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487" y="4508502"/>
            <a:ext cx="1002245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5" descr="PPECLOGO-eff2-1-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953" y="4459288"/>
            <a:ext cx="258299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6" descr="PPECLOGO-eff2-1-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159" y="4824415"/>
            <a:ext cx="41542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7" descr="PPECLOGO-eff2-1-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914" y="4562475"/>
            <a:ext cx="213067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8" descr="PPECLOGO-eff2-1-3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870" y="4900616"/>
            <a:ext cx="166644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1319" y="4509048"/>
            <a:ext cx="5919437" cy="893763"/>
          </a:xfrm>
        </p:spPr>
        <p:txBody>
          <a:bodyPr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32531" y="5378333"/>
            <a:ext cx="3983111" cy="530224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2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2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0" name="Picture 3" descr="D:\TDDOWNLOAD\win8风格图标\PNG\Communications\Blue\MB_0018_note1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923" y="2790449"/>
            <a:ext cx="690383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" descr="C:\Users\iamisis\Desktop\MetroStation_2.0_XiaZaiBa\metrostation_by_yankoa-d312tty\PNG\Others\Blue\MB_0001_pi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681" y="2774973"/>
            <a:ext cx="699905" cy="69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8" descr="C:\Users\iamisis\Desktop\MetroStation_2.0_XiaZaiBa\metrostation_by_yankoa-d312tty\PNG\Network\Blue\MB_0036_search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584" y="2790449"/>
            <a:ext cx="688002" cy="68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7" descr="C:\Users\iamisis\Desktop\MetroStation_2.0_XiaZaiBa\metrostation_by_yankoa-d312tty\PNG\Suites\Blue\MB_0029_programs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588" y="2774973"/>
            <a:ext cx="698715" cy="69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4" descr="C:\Users\iamisis\Desktop\MetroStation_2.0_XiaZaiBa\metrostation_by_yankoa-d312tty\PNG\Media\Blue\MB_0018_viewer.p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303" y="2774973"/>
            <a:ext cx="698715" cy="69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9" descr="C:\Users\iamisis\Desktop\MetroStation_2.0_XiaZaiBa\metrostation_by_yankoa-d312tty\PNG\Navigation\blue\MB_0014_world1.pn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018" y="2783306"/>
            <a:ext cx="699905" cy="69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4353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49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57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729" y="1709741"/>
            <a:ext cx="7887027" cy="2852737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729" y="4589465"/>
            <a:ext cx="7887027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809" indent="0">
              <a:buNone/>
              <a:defRPr sz="1500"/>
            </a:lvl2pPr>
            <a:lvl3pPr marL="685617" indent="0">
              <a:buNone/>
              <a:defRPr sz="1350"/>
            </a:lvl3pPr>
            <a:lvl4pPr marL="1028426" indent="0">
              <a:buNone/>
              <a:defRPr sz="1200"/>
            </a:lvl4pPr>
            <a:lvl5pPr marL="1371234" indent="0">
              <a:buNone/>
              <a:defRPr sz="1200"/>
            </a:lvl5pPr>
            <a:lvl6pPr marL="1714043" indent="0">
              <a:buNone/>
              <a:defRPr sz="1200"/>
            </a:lvl6pPr>
            <a:lvl7pPr marL="2056851" indent="0">
              <a:buNone/>
              <a:defRPr sz="1200"/>
            </a:lvl7pPr>
            <a:lvl8pPr marL="2399660" indent="0">
              <a:buNone/>
              <a:defRPr sz="1200"/>
            </a:lvl8pPr>
            <a:lvl9pPr marL="274246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547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984" y="1125537"/>
            <a:ext cx="405778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1039" y="1125537"/>
            <a:ext cx="405778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7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681" y="365125"/>
            <a:ext cx="788702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677" y="1681163"/>
            <a:ext cx="3868524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677" y="2505075"/>
            <a:ext cx="3868524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39" y="1681163"/>
            <a:ext cx="3887569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39" y="2505075"/>
            <a:ext cx="388756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63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713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44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680" y="457200"/>
            <a:ext cx="2949601" cy="160020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572" y="987428"/>
            <a:ext cx="4629135" cy="4873625"/>
          </a:xfrm>
        </p:spPr>
        <p:txBody>
          <a:bodyPr/>
          <a:lstStyle>
            <a:lvl1pPr>
              <a:defRPr sz="2399"/>
            </a:lvl1pPr>
            <a:lvl2pPr>
              <a:defRPr sz="2099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680" y="2057402"/>
            <a:ext cx="2949601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09" indent="0">
              <a:buNone/>
              <a:defRPr sz="1050"/>
            </a:lvl2pPr>
            <a:lvl3pPr marL="685617" indent="0">
              <a:buNone/>
              <a:defRPr sz="900"/>
            </a:lvl3pPr>
            <a:lvl4pPr marL="1028426" indent="0">
              <a:buNone/>
              <a:defRPr sz="750"/>
            </a:lvl4pPr>
            <a:lvl5pPr marL="1371234" indent="0">
              <a:buNone/>
              <a:defRPr sz="750"/>
            </a:lvl5pPr>
            <a:lvl6pPr marL="1714043" indent="0">
              <a:buNone/>
              <a:defRPr sz="750"/>
            </a:lvl6pPr>
            <a:lvl7pPr marL="2056851" indent="0">
              <a:buNone/>
              <a:defRPr sz="750"/>
            </a:lvl7pPr>
            <a:lvl8pPr marL="2399660" indent="0">
              <a:buNone/>
              <a:defRPr sz="750"/>
            </a:lvl8pPr>
            <a:lvl9pPr marL="2742468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635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680" y="457200"/>
            <a:ext cx="2949601" cy="160020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572" y="987428"/>
            <a:ext cx="4629135" cy="4873625"/>
          </a:xfrm>
        </p:spPr>
        <p:txBody>
          <a:bodyPr/>
          <a:lstStyle>
            <a:lvl1pPr marL="0" indent="0">
              <a:buNone/>
              <a:defRPr sz="2399"/>
            </a:lvl1pPr>
            <a:lvl2pPr marL="342809" indent="0">
              <a:buNone/>
              <a:defRPr sz="2099"/>
            </a:lvl2pPr>
            <a:lvl3pPr marL="685617" indent="0">
              <a:buNone/>
              <a:defRPr sz="1800"/>
            </a:lvl3pPr>
            <a:lvl4pPr marL="1028426" indent="0">
              <a:buNone/>
              <a:defRPr sz="1500"/>
            </a:lvl4pPr>
            <a:lvl5pPr marL="1371234" indent="0">
              <a:buNone/>
              <a:defRPr sz="1500"/>
            </a:lvl5pPr>
            <a:lvl6pPr marL="1714043" indent="0">
              <a:buNone/>
              <a:defRPr sz="1500"/>
            </a:lvl6pPr>
            <a:lvl7pPr marL="2056851" indent="0">
              <a:buNone/>
              <a:defRPr sz="1500"/>
            </a:lvl7pPr>
            <a:lvl8pPr marL="2399660" indent="0">
              <a:buNone/>
              <a:defRPr sz="1500"/>
            </a:lvl8pPr>
            <a:lvl9pPr marL="2742468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680" y="2057402"/>
            <a:ext cx="2949601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09" indent="0">
              <a:buNone/>
              <a:defRPr sz="1050"/>
            </a:lvl2pPr>
            <a:lvl3pPr marL="685617" indent="0">
              <a:buNone/>
              <a:defRPr sz="900"/>
            </a:lvl3pPr>
            <a:lvl4pPr marL="1028426" indent="0">
              <a:buNone/>
              <a:defRPr sz="750"/>
            </a:lvl4pPr>
            <a:lvl5pPr marL="1371234" indent="0">
              <a:buNone/>
              <a:defRPr sz="750"/>
            </a:lvl5pPr>
            <a:lvl6pPr marL="1714043" indent="0">
              <a:buNone/>
              <a:defRPr sz="750"/>
            </a:lvl6pPr>
            <a:lvl7pPr marL="2056851" indent="0">
              <a:buNone/>
              <a:defRPr sz="750"/>
            </a:lvl7pPr>
            <a:lvl8pPr marL="2399660" indent="0">
              <a:buNone/>
              <a:defRPr sz="750"/>
            </a:lvl8pPr>
            <a:lvl9pPr marL="2742468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7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15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1958" y="260351"/>
            <a:ext cx="2056864" cy="539115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988" y="260351"/>
            <a:ext cx="6058703" cy="539115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72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iamisis\Desktop\00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985" y="391885"/>
            <a:ext cx="8229838" cy="444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985" y="1125537"/>
            <a:ext cx="8229838" cy="489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084" y="6245225"/>
            <a:ext cx="2134235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 smtClean="0"/>
            </a:lvl1pPr>
          </a:lstStyle>
          <a:p>
            <a:fld id="{530820CF-B880-4189-942D-D702A7CBA730}" type="datetimeFigureOut">
              <a:rPr lang="zh-CN" altLang="en-US" smtClean="0"/>
              <a:t>2016/10/27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577" y="6245225"/>
            <a:ext cx="2894846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 smtClean="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2685" y="6245225"/>
            <a:ext cx="2134234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32" name="直接连接符 10"/>
          <p:cNvSpPr>
            <a:spLocks noChangeShapeType="1"/>
          </p:cNvSpPr>
          <p:nvPr/>
        </p:nvSpPr>
        <p:spPr bwMode="auto">
          <a:xfrm flipH="1">
            <a:off x="160693" y="842491"/>
            <a:ext cx="2322304" cy="0"/>
          </a:xfrm>
          <a:prstGeom prst="line">
            <a:avLst/>
          </a:prstGeom>
          <a:noFill/>
          <a:ln w="952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auto">
          <a:xfrm>
            <a:off x="3" y="804392"/>
            <a:ext cx="161883" cy="71437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 sz="135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538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accent1"/>
          </a:solidFill>
          <a:latin typeface="Arial Black" panose="020B0A04020102020204" pitchFamily="34" charset="0"/>
          <a:ea typeface="微软雅黑" panose="020B0503020204020204" pitchFamily="34" charset="-122"/>
          <a:cs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accent1"/>
          </a:solidFill>
          <a:latin typeface="Arial Black" panose="020B0A04020102020204" pitchFamily="34" charset="0"/>
          <a:ea typeface="微软雅黑" panose="020B0503020204020204" pitchFamily="34" charset="-122"/>
          <a:cs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accent1"/>
          </a:solidFill>
          <a:latin typeface="Arial Black" panose="020B0A04020102020204" pitchFamily="34" charset="0"/>
          <a:ea typeface="微软雅黑" panose="020B0503020204020204" pitchFamily="34" charset="-122"/>
          <a:cs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accent1"/>
          </a:solidFill>
          <a:latin typeface="Arial Black" panose="020B0A04020102020204" pitchFamily="34" charset="0"/>
          <a:ea typeface="微软雅黑" panose="020B0503020204020204" pitchFamily="34" charset="-122"/>
          <a:cs typeface="宋体" panose="02010600030101010101" pitchFamily="2" charset="-122"/>
        </a:defRPr>
      </a:lvl5pPr>
      <a:lvl6pPr marL="342809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6pPr>
      <a:lvl7pPr marL="685617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7pPr>
      <a:lvl8pPr marL="1028426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8pPr>
      <a:lvl9pPr marL="1371234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9pPr>
    </p:titleStyle>
    <p:bodyStyle>
      <a:lvl1pPr marL="257106" indent="-257106" algn="l" rtl="0" eaLnBrk="1" fontAlgn="base" hangingPunct="1">
        <a:spcBef>
          <a:spcPts val="1800"/>
        </a:spcBef>
        <a:spcAft>
          <a:spcPct val="0"/>
        </a:spcAft>
        <a:buChar char="•"/>
        <a:defRPr sz="20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267820" indent="-2142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21" indent="-171404" algn="l" rtl="0" eaLnBrk="1" fontAlgn="base" hangingPunct="1">
        <a:spcBef>
          <a:spcPct val="20000"/>
        </a:spcBef>
        <a:spcAft>
          <a:spcPct val="0"/>
        </a:spcAft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30" indent="-171404" algn="l" rtl="0" eaLnBrk="1" fontAlgn="base" hangingPunct="1">
        <a:spcBef>
          <a:spcPct val="20000"/>
        </a:spcBef>
        <a:spcAft>
          <a:spcPct val="0"/>
        </a:spcAft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639" indent="-171404" algn="l" rtl="0" eaLnBrk="1" fontAlgn="base" hangingPunct="1">
        <a:spcBef>
          <a:spcPct val="20000"/>
        </a:spcBef>
        <a:spcAft>
          <a:spcPct val="0"/>
        </a:spcAft>
        <a:buChar char="»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447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56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064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873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9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17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26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34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43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851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468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3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29.xml"/><Relationship Id="rId9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微盟星空平台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酒店微信公众号解决方案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70" y="116632"/>
            <a:ext cx="1008141" cy="943541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85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>
            <a:off x="4302127" y="1318990"/>
            <a:ext cx="3795713" cy="760412"/>
          </a:xfrm>
          <a:custGeom>
            <a:avLst/>
            <a:gdLst>
              <a:gd name="connsiteX0" fmla="*/ 9022 w 3795457"/>
              <a:gd name="connsiteY0" fmla="*/ 0 h 760707"/>
              <a:gd name="connsiteX1" fmla="*/ 3720345 w 3795457"/>
              <a:gd name="connsiteY1" fmla="*/ 0 h 760707"/>
              <a:gd name="connsiteX2" fmla="*/ 3795457 w 3795457"/>
              <a:gd name="connsiteY2" fmla="*/ 75112 h 760707"/>
              <a:gd name="connsiteX3" fmla="*/ 3795457 w 3795457"/>
              <a:gd name="connsiteY3" fmla="*/ 685595 h 760707"/>
              <a:gd name="connsiteX4" fmla="*/ 3720345 w 3795457"/>
              <a:gd name="connsiteY4" fmla="*/ 760707 h 760707"/>
              <a:gd name="connsiteX5" fmla="*/ 0 w 3795457"/>
              <a:gd name="connsiteY5" fmla="*/ 760707 h 760707"/>
              <a:gd name="connsiteX6" fmla="*/ 28134 w 3795457"/>
              <a:gd name="connsiteY6" fmla="*/ 733946 h 760707"/>
              <a:gd name="connsiteX7" fmla="*/ 45701 w 3795457"/>
              <a:gd name="connsiteY7" fmla="*/ 31524 h 760707"/>
              <a:gd name="connsiteX8" fmla="*/ 45701 w 3795457"/>
              <a:gd name="connsiteY8" fmla="*/ 31523 h 76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5457" h="760707">
                <a:moveTo>
                  <a:pt x="9022" y="0"/>
                </a:moveTo>
                <a:lnTo>
                  <a:pt x="3720345" y="0"/>
                </a:lnTo>
                <a:cubicBezTo>
                  <a:pt x="3761828" y="0"/>
                  <a:pt x="3795457" y="33629"/>
                  <a:pt x="3795457" y="75112"/>
                </a:cubicBezTo>
                <a:lnTo>
                  <a:pt x="3795457" y="685595"/>
                </a:lnTo>
                <a:cubicBezTo>
                  <a:pt x="3795457" y="727078"/>
                  <a:pt x="3761828" y="760707"/>
                  <a:pt x="3720345" y="760707"/>
                </a:cubicBezTo>
                <a:lnTo>
                  <a:pt x="0" y="760707"/>
                </a:lnTo>
                <a:lnTo>
                  <a:pt x="28134" y="733946"/>
                </a:lnTo>
                <a:cubicBezTo>
                  <a:pt x="226953" y="544829"/>
                  <a:pt x="234818" y="230344"/>
                  <a:pt x="45701" y="31524"/>
                </a:cubicBezTo>
                <a:lnTo>
                  <a:pt x="45701" y="31523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lIns="468000" tIns="0" rIns="0" bIns="0" anchor="ctr">
            <a:norm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 smtClean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整体介绍</a:t>
            </a:r>
            <a:endParaRPr lang="zh-CN" altLang="en-US" sz="2000" kern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任意多边形 12"/>
          <p:cNvSpPr/>
          <p:nvPr>
            <p:custDataLst>
              <p:tags r:id="rId3"/>
            </p:custDataLst>
          </p:nvPr>
        </p:nvSpPr>
        <p:spPr>
          <a:xfrm>
            <a:off x="4302127" y="2799755"/>
            <a:ext cx="3795713" cy="760412"/>
          </a:xfrm>
          <a:custGeom>
            <a:avLst/>
            <a:gdLst>
              <a:gd name="connsiteX0" fmla="*/ 9022 w 3795457"/>
              <a:gd name="connsiteY0" fmla="*/ 0 h 760707"/>
              <a:gd name="connsiteX1" fmla="*/ 3720345 w 3795457"/>
              <a:gd name="connsiteY1" fmla="*/ 0 h 760707"/>
              <a:gd name="connsiteX2" fmla="*/ 3795457 w 3795457"/>
              <a:gd name="connsiteY2" fmla="*/ 75112 h 760707"/>
              <a:gd name="connsiteX3" fmla="*/ 3795457 w 3795457"/>
              <a:gd name="connsiteY3" fmla="*/ 685595 h 760707"/>
              <a:gd name="connsiteX4" fmla="*/ 3720345 w 3795457"/>
              <a:gd name="connsiteY4" fmla="*/ 760707 h 760707"/>
              <a:gd name="connsiteX5" fmla="*/ 0 w 3795457"/>
              <a:gd name="connsiteY5" fmla="*/ 760707 h 760707"/>
              <a:gd name="connsiteX6" fmla="*/ 28134 w 3795457"/>
              <a:gd name="connsiteY6" fmla="*/ 733946 h 760707"/>
              <a:gd name="connsiteX7" fmla="*/ 45701 w 3795457"/>
              <a:gd name="connsiteY7" fmla="*/ 31524 h 760707"/>
              <a:gd name="connsiteX8" fmla="*/ 45701 w 3795457"/>
              <a:gd name="connsiteY8" fmla="*/ 31523 h 76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5457" h="760707">
                <a:moveTo>
                  <a:pt x="9022" y="0"/>
                </a:moveTo>
                <a:lnTo>
                  <a:pt x="3720345" y="0"/>
                </a:lnTo>
                <a:cubicBezTo>
                  <a:pt x="3761828" y="0"/>
                  <a:pt x="3795457" y="33629"/>
                  <a:pt x="3795457" y="75112"/>
                </a:cubicBezTo>
                <a:lnTo>
                  <a:pt x="3795457" y="685595"/>
                </a:lnTo>
                <a:cubicBezTo>
                  <a:pt x="3795457" y="727078"/>
                  <a:pt x="3761828" y="760707"/>
                  <a:pt x="3720345" y="760707"/>
                </a:cubicBezTo>
                <a:lnTo>
                  <a:pt x="0" y="760707"/>
                </a:lnTo>
                <a:lnTo>
                  <a:pt x="28134" y="733946"/>
                </a:lnTo>
                <a:cubicBezTo>
                  <a:pt x="226953" y="544829"/>
                  <a:pt x="234818" y="230344"/>
                  <a:pt x="45701" y="31524"/>
                </a:cubicBezTo>
                <a:lnTo>
                  <a:pt x="45701" y="31523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lIns="468000" tIns="0" rIns="0" bIns="0" anchor="ctr">
            <a:norm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 smtClean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基础功能</a:t>
            </a:r>
            <a:endParaRPr lang="zh-CN" altLang="en-US" sz="2000" kern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>
            <a:off x="4302127" y="4288953"/>
            <a:ext cx="3795713" cy="760412"/>
          </a:xfrm>
          <a:custGeom>
            <a:avLst/>
            <a:gdLst>
              <a:gd name="connsiteX0" fmla="*/ 9022 w 3795457"/>
              <a:gd name="connsiteY0" fmla="*/ 0 h 760707"/>
              <a:gd name="connsiteX1" fmla="*/ 3720345 w 3795457"/>
              <a:gd name="connsiteY1" fmla="*/ 0 h 760707"/>
              <a:gd name="connsiteX2" fmla="*/ 3795457 w 3795457"/>
              <a:gd name="connsiteY2" fmla="*/ 75112 h 760707"/>
              <a:gd name="connsiteX3" fmla="*/ 3795457 w 3795457"/>
              <a:gd name="connsiteY3" fmla="*/ 685595 h 760707"/>
              <a:gd name="connsiteX4" fmla="*/ 3720345 w 3795457"/>
              <a:gd name="connsiteY4" fmla="*/ 760707 h 760707"/>
              <a:gd name="connsiteX5" fmla="*/ 0 w 3795457"/>
              <a:gd name="connsiteY5" fmla="*/ 760707 h 760707"/>
              <a:gd name="connsiteX6" fmla="*/ 28134 w 3795457"/>
              <a:gd name="connsiteY6" fmla="*/ 733947 h 760707"/>
              <a:gd name="connsiteX7" fmla="*/ 45701 w 3795457"/>
              <a:gd name="connsiteY7" fmla="*/ 31524 h 760707"/>
              <a:gd name="connsiteX8" fmla="*/ 45701 w 3795457"/>
              <a:gd name="connsiteY8" fmla="*/ 31523 h 76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5457" h="760707">
                <a:moveTo>
                  <a:pt x="9022" y="0"/>
                </a:moveTo>
                <a:lnTo>
                  <a:pt x="3720345" y="0"/>
                </a:lnTo>
                <a:cubicBezTo>
                  <a:pt x="3761828" y="0"/>
                  <a:pt x="3795457" y="33629"/>
                  <a:pt x="3795457" y="75112"/>
                </a:cubicBezTo>
                <a:lnTo>
                  <a:pt x="3795457" y="685595"/>
                </a:lnTo>
                <a:cubicBezTo>
                  <a:pt x="3795457" y="727078"/>
                  <a:pt x="3761828" y="760707"/>
                  <a:pt x="3720345" y="760707"/>
                </a:cubicBezTo>
                <a:lnTo>
                  <a:pt x="0" y="760707"/>
                </a:lnTo>
                <a:lnTo>
                  <a:pt x="28134" y="733947"/>
                </a:lnTo>
                <a:cubicBezTo>
                  <a:pt x="226953" y="544829"/>
                  <a:pt x="234818" y="230344"/>
                  <a:pt x="45701" y="31524"/>
                </a:cubicBezTo>
                <a:lnTo>
                  <a:pt x="45701" y="31523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lIns="468000" tIns="0" rIns="0" bIns="0" anchor="ctr">
            <a:normAutofit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 smtClean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酒店功能</a:t>
            </a:r>
            <a:endParaRPr lang="zh-CN" altLang="en-US" sz="2000" kern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任意多边形 27"/>
          <p:cNvSpPr/>
          <p:nvPr>
            <p:custDataLst>
              <p:tags r:id="rId5"/>
            </p:custDataLst>
          </p:nvPr>
        </p:nvSpPr>
        <p:spPr>
          <a:xfrm>
            <a:off x="3517902" y="1196752"/>
            <a:ext cx="993775" cy="11985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252000" rIns="108000" bIns="468000"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1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9" name="任意多边形 28"/>
          <p:cNvSpPr/>
          <p:nvPr>
            <p:custDataLst>
              <p:tags r:id="rId6"/>
            </p:custDataLst>
          </p:nvPr>
        </p:nvSpPr>
        <p:spPr>
          <a:xfrm>
            <a:off x="3517902" y="2680690"/>
            <a:ext cx="993775" cy="1200151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2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任意多边形 29"/>
          <p:cNvSpPr/>
          <p:nvPr>
            <p:custDataLst>
              <p:tags r:id="rId7"/>
            </p:custDataLst>
          </p:nvPr>
        </p:nvSpPr>
        <p:spPr>
          <a:xfrm>
            <a:off x="3517902" y="4173065"/>
            <a:ext cx="993775" cy="1200151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3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80" name="文本框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87382" y="1808163"/>
            <a:ext cx="800219" cy="2457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400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Contents</a:t>
            </a:r>
          </a:p>
        </p:txBody>
      </p:sp>
      <p:sp>
        <p:nvSpPr>
          <p:cNvPr id="3081" name="文本框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38238" y="1597026"/>
            <a:ext cx="80010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defRPr sz="21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目 录</a:t>
            </a:r>
            <a:endParaRPr lang="en-US" altLang="zh-CN" sz="400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23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占位符 7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2055813" y="2090739"/>
            <a:ext cx="1471612" cy="147161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None/>
            </a:pPr>
            <a:r>
              <a:rPr lang="en-US" altLang="zh-CN" sz="7200" i="1">
                <a:solidFill>
                  <a:schemeClr val="accent1"/>
                </a:solidFill>
                <a:latin typeface="Baskerville Old Face" pitchFamily="18" charset="0"/>
              </a:rPr>
              <a:t>01</a:t>
            </a:r>
            <a:endParaRPr lang="zh-CN" altLang="en-US" sz="7200" i="1">
              <a:solidFill>
                <a:schemeClr val="accent1"/>
              </a:solidFill>
              <a:latin typeface="Baskerville Old Face" pitchFamily="18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3670302" y="3040063"/>
            <a:ext cx="394652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22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698627" y="1901825"/>
            <a:ext cx="765175" cy="766763"/>
          </a:xfrm>
          <a:prstGeom prst="ellipse">
            <a:avLst/>
          </a:prstGeom>
          <a:solidFill>
            <a:schemeClr val="accent1">
              <a:lumMod val="60000"/>
              <a:lumOff val="40000"/>
              <a:alpha val="86000"/>
            </a:schemeClr>
          </a:solidFill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zh-CN" sz="1800" dirty="0" smtClean="0">
                <a:solidFill>
                  <a:schemeClr val="accent1">
                    <a:lumMod val="50000"/>
                  </a:schemeClr>
                </a:solidFill>
              </a:rPr>
              <a:t>Part</a:t>
            </a:r>
            <a:endParaRPr lang="zh-CN" alt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1898650" y="3048002"/>
            <a:ext cx="1765300" cy="677863"/>
          </a:xfrm>
          <a:custGeom>
            <a:avLst/>
            <a:gdLst>
              <a:gd name="connsiteX0" fmla="*/ 0 w 1807014"/>
              <a:gd name="connsiteY0" fmla="*/ 0 h 693278"/>
              <a:gd name="connsiteX1" fmla="*/ 1807014 w 1807014"/>
              <a:gd name="connsiteY1" fmla="*/ 0 h 693278"/>
              <a:gd name="connsiteX2" fmla="*/ 1770122 w 1807014"/>
              <a:gd name="connsiteY2" fmla="*/ 118847 h 693278"/>
              <a:gd name="connsiteX3" fmla="*/ 903507 w 1807014"/>
              <a:gd name="connsiteY3" fmla="*/ 693278 h 693278"/>
              <a:gd name="connsiteX4" fmla="*/ 36892 w 1807014"/>
              <a:gd name="connsiteY4" fmla="*/ 118847 h 693278"/>
              <a:gd name="connsiteX0" fmla="*/ 1807014 w 1898454"/>
              <a:gd name="connsiteY0" fmla="*/ 0 h 693278"/>
              <a:gd name="connsiteX1" fmla="*/ 1770122 w 1898454"/>
              <a:gd name="connsiteY1" fmla="*/ 118847 h 693278"/>
              <a:gd name="connsiteX2" fmla="*/ 903507 w 1898454"/>
              <a:gd name="connsiteY2" fmla="*/ 693278 h 693278"/>
              <a:gd name="connsiteX3" fmla="*/ 36892 w 1898454"/>
              <a:gd name="connsiteY3" fmla="*/ 118847 h 693278"/>
              <a:gd name="connsiteX4" fmla="*/ 0 w 1898454"/>
              <a:gd name="connsiteY4" fmla="*/ 0 h 693278"/>
              <a:gd name="connsiteX5" fmla="*/ 1898454 w 1898454"/>
              <a:gd name="connsiteY5" fmla="*/ 91440 h 693278"/>
              <a:gd name="connsiteX0" fmla="*/ 1807014 w 1807014"/>
              <a:gd name="connsiteY0" fmla="*/ 0 h 693278"/>
              <a:gd name="connsiteX1" fmla="*/ 1770122 w 1807014"/>
              <a:gd name="connsiteY1" fmla="*/ 118847 h 693278"/>
              <a:gd name="connsiteX2" fmla="*/ 903507 w 1807014"/>
              <a:gd name="connsiteY2" fmla="*/ 693278 h 693278"/>
              <a:gd name="connsiteX3" fmla="*/ 36892 w 1807014"/>
              <a:gd name="connsiteY3" fmla="*/ 118847 h 693278"/>
              <a:gd name="connsiteX4" fmla="*/ 0 w 1807014"/>
              <a:gd name="connsiteY4" fmla="*/ 0 h 693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7014" h="693278">
                <a:moveTo>
                  <a:pt x="1807014" y="0"/>
                </a:moveTo>
                <a:lnTo>
                  <a:pt x="1770122" y="118847"/>
                </a:lnTo>
                <a:cubicBezTo>
                  <a:pt x="1627342" y="456416"/>
                  <a:pt x="1293086" y="693278"/>
                  <a:pt x="903507" y="693278"/>
                </a:cubicBezTo>
                <a:cubicBezTo>
                  <a:pt x="513929" y="693278"/>
                  <a:pt x="179672" y="456416"/>
                  <a:pt x="36892" y="11884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>
            <p:custDataLst>
              <p:tags r:id="rId6"/>
            </p:custDataLst>
          </p:nvPr>
        </p:nvCxnSpPr>
        <p:spPr>
          <a:xfrm>
            <a:off x="7940" y="3049588"/>
            <a:ext cx="190023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5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748090" y="2297114"/>
            <a:ext cx="3868737" cy="7508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chemeClr val="accent1"/>
                </a:solidFill>
              </a:rPr>
              <a:t>整体介绍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占位符 6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748090" y="3074989"/>
            <a:ext cx="3868737" cy="4238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3B40D"/>
              </a:buClr>
              <a:buSzPct val="80000"/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微软雅黑" panose="020B0503020204020204" pitchFamily="34" charset="-122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200"/>
              </a:spcBef>
              <a:spcAft>
                <a:spcPts val="800"/>
              </a:spcAft>
              <a:buFont typeface="幼圆" panose="02010509060101010101" pitchFamily="49" charset="-122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Rising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993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产品背景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 smtClean="0"/>
              <a:t>       </a:t>
            </a:r>
            <a:r>
              <a:rPr lang="zh-CN" altLang="en-US" dirty="0" smtClean="0"/>
              <a:t>众所周知，微信公众号以当前国内最大的社交平台</a:t>
            </a:r>
            <a:r>
              <a:rPr lang="en-US" altLang="zh-CN" dirty="0" smtClean="0"/>
              <a:t>-</a:t>
            </a:r>
            <a:r>
              <a:rPr lang="zh-CN" altLang="en-US" dirty="0"/>
              <a:t>微</a:t>
            </a:r>
            <a:r>
              <a:rPr lang="zh-CN" altLang="en-US" dirty="0" smtClean="0"/>
              <a:t>信为入口，依托其数亿级的用户</a:t>
            </a:r>
            <a:r>
              <a:rPr lang="zh-CN" altLang="en-US" dirty="0"/>
              <a:t>基数</a:t>
            </a:r>
            <a:r>
              <a:rPr lang="zh-CN" altLang="en-US" dirty="0" smtClean="0"/>
              <a:t>，借助文字</a:t>
            </a:r>
            <a:r>
              <a:rPr lang="zh-CN" altLang="en-US" dirty="0"/>
              <a:t>、图片、语音、</a:t>
            </a:r>
            <a:r>
              <a:rPr lang="zh-CN" altLang="en-US" dirty="0" smtClean="0"/>
              <a:t>视频、位置丰富的多媒体为载体，成为继网站之后，新的线</a:t>
            </a:r>
            <a:r>
              <a:rPr lang="zh-CN" altLang="en-US" dirty="0"/>
              <a:t>上线</a:t>
            </a:r>
            <a:r>
              <a:rPr lang="zh-CN" altLang="en-US" dirty="0" smtClean="0"/>
              <a:t>下移动互动营销开放</a:t>
            </a:r>
            <a:r>
              <a:rPr lang="zh-CN" altLang="en-US" dirty="0"/>
              <a:t>应用</a:t>
            </a:r>
            <a:r>
              <a:rPr lang="zh-CN" altLang="en-US" dirty="0" smtClean="0"/>
              <a:t>平台</a:t>
            </a:r>
            <a:r>
              <a:rPr lang="zh-CN" altLang="en-US" dirty="0" smtClean="0"/>
              <a:t>，各个类型酒店也已经</a:t>
            </a:r>
            <a:r>
              <a:rPr lang="zh-CN" altLang="en-US" dirty="0" smtClean="0"/>
              <a:t>申请开通的微信公众号。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        微信公众平台是腾讯公司推出的微信公众号的官方管理平台，提供基础的、通用的消息管理、用户管理。然而在应对用户的个性化，定制化，行业性的新需求，微信公众平台显然是欠缺和不完善的。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        融合微信二次开发接口和移动前端技术，实现功能配置化、</a:t>
            </a:r>
            <a:r>
              <a:rPr lang="zh-CN" altLang="en-US" dirty="0"/>
              <a:t>流程</a:t>
            </a:r>
            <a:r>
              <a:rPr lang="zh-CN" altLang="en-US" dirty="0" smtClean="0"/>
              <a:t>定制化、应用选择化的微信公众</a:t>
            </a:r>
            <a:r>
              <a:rPr lang="zh-CN" altLang="en-US" dirty="0" smtClean="0"/>
              <a:t>号酒店行业</a:t>
            </a:r>
            <a:r>
              <a:rPr lang="zh-CN" altLang="en-US" dirty="0" smtClean="0"/>
              <a:t>解决方案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“微盟星空”应运而生。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9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网络结构图</a:t>
            </a:r>
            <a:endParaRPr lang="zh-CN" altLang="en-US" dirty="0"/>
          </a:p>
        </p:txBody>
      </p:sp>
      <p:grpSp>
        <p:nvGrpSpPr>
          <p:cNvPr id="4" name="Group1064"/>
          <p:cNvGrpSpPr/>
          <p:nvPr/>
        </p:nvGrpSpPr>
        <p:grpSpPr>
          <a:xfrm>
            <a:off x="478236" y="1306734"/>
            <a:ext cx="8223081" cy="4829424"/>
            <a:chOff x="1669047" y="1895173"/>
            <a:chExt cx="5845129" cy="3150385"/>
          </a:xfrm>
        </p:grpSpPr>
        <p:grpSp>
          <p:nvGrpSpPr>
            <p:cNvPr id="5" name="Internet Cloud"/>
            <p:cNvGrpSpPr/>
            <p:nvPr/>
          </p:nvGrpSpPr>
          <p:grpSpPr>
            <a:xfrm>
              <a:off x="1669047" y="2441842"/>
              <a:ext cx="1398400" cy="734642"/>
              <a:chOff x="1669047" y="2441842"/>
              <a:chExt cx="1398400" cy="734642"/>
            </a:xfrm>
          </p:grpSpPr>
          <p:sp>
            <p:nvSpPr>
              <p:cNvPr id="429" name="任意多边形 428"/>
              <p:cNvSpPr/>
              <p:nvPr/>
            </p:nvSpPr>
            <p:spPr>
              <a:xfrm>
                <a:off x="1669031" y="2441708"/>
                <a:ext cx="1203924" cy="733007"/>
              </a:xfrm>
              <a:custGeom>
                <a:avLst/>
                <a:gdLst/>
                <a:ahLst/>
                <a:cxnLst/>
                <a:rect l="0" t="0" r="0" b="0"/>
                <a:pathLst>
                  <a:path w="1203924" h="733007">
                    <a:moveTo>
                      <a:pt x="210406" y="208221"/>
                    </a:moveTo>
                    <a:cubicBezTo>
                      <a:pt x="210406" y="208221"/>
                      <a:pt x="253379" y="38405"/>
                      <a:pt x="447214" y="5031"/>
                    </a:cubicBezTo>
                    <a:cubicBezTo>
                      <a:pt x="641049" y="-28344"/>
                      <a:pt x="770883" y="109080"/>
                      <a:pt x="784594" y="171902"/>
                    </a:cubicBezTo>
                    <a:cubicBezTo>
                      <a:pt x="784594" y="171902"/>
                      <a:pt x="883340" y="162086"/>
                      <a:pt x="943684" y="212148"/>
                    </a:cubicBezTo>
                    <a:cubicBezTo>
                      <a:pt x="943684" y="212148"/>
                      <a:pt x="1064836" y="134110"/>
                      <a:pt x="1163127" y="239633"/>
                    </a:cubicBezTo>
                    <a:cubicBezTo>
                      <a:pt x="1163127" y="239633"/>
                      <a:pt x="1213408" y="296565"/>
                      <a:pt x="1202442" y="373130"/>
                    </a:cubicBezTo>
                    <a:cubicBezTo>
                      <a:pt x="1202442" y="373130"/>
                      <a:pt x="1182324" y="515461"/>
                      <a:pt x="1039688" y="539019"/>
                    </a:cubicBezTo>
                    <a:cubicBezTo>
                      <a:pt x="1039688" y="539019"/>
                      <a:pt x="896146" y="725523"/>
                      <a:pt x="683108" y="587117"/>
                    </a:cubicBezTo>
                    <a:cubicBezTo>
                      <a:pt x="683108" y="587117"/>
                      <a:pt x="619106" y="739267"/>
                      <a:pt x="436242" y="733007"/>
                    </a:cubicBezTo>
                    <a:cubicBezTo>
                      <a:pt x="436242" y="733007"/>
                      <a:pt x="301839" y="736321"/>
                      <a:pt x="240579" y="590062"/>
                    </a:cubicBezTo>
                    <a:cubicBezTo>
                      <a:pt x="240579" y="590062"/>
                      <a:pt x="21144" y="626381"/>
                      <a:pt x="0" y="400614"/>
                    </a:cubicBezTo>
                    <a:cubicBezTo>
                      <a:pt x="0" y="400614"/>
                      <a:pt x="-10858" y="214111"/>
                      <a:pt x="210406" y="2082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40000">
                    <a:srgbClr val="E2F2F9"/>
                  </a:gs>
                  <a:gs pos="72000">
                    <a:srgbClr val="A4D9F0"/>
                  </a:gs>
                  <a:gs pos="100000">
                    <a:srgbClr val="A7DAF0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30" name="任意多边形 429"/>
              <p:cNvSpPr/>
              <p:nvPr/>
            </p:nvSpPr>
            <p:spPr>
              <a:xfrm>
                <a:off x="1698202" y="2459467"/>
                <a:ext cx="1145586" cy="697489"/>
              </a:xfrm>
              <a:custGeom>
                <a:avLst/>
                <a:gdLst/>
                <a:ahLst/>
                <a:cxnLst/>
                <a:rect l="0" t="0" r="0" b="0"/>
                <a:pathLst>
                  <a:path w="1145586" h="697489">
                    <a:moveTo>
                      <a:pt x="200210" y="198132"/>
                    </a:moveTo>
                    <a:cubicBezTo>
                      <a:pt x="200210" y="198132"/>
                      <a:pt x="241101" y="36544"/>
                      <a:pt x="425543" y="4787"/>
                    </a:cubicBezTo>
                    <a:cubicBezTo>
                      <a:pt x="609984" y="-26970"/>
                      <a:pt x="733526" y="103794"/>
                      <a:pt x="746575" y="163573"/>
                    </a:cubicBezTo>
                    <a:cubicBezTo>
                      <a:pt x="746575" y="163573"/>
                      <a:pt x="840537" y="154232"/>
                      <a:pt x="897955" y="201868"/>
                    </a:cubicBezTo>
                    <a:cubicBezTo>
                      <a:pt x="897955" y="201868"/>
                      <a:pt x="1013232" y="127612"/>
                      <a:pt x="1106758" y="228021"/>
                    </a:cubicBezTo>
                    <a:cubicBezTo>
                      <a:pt x="1106758" y="228021"/>
                      <a:pt x="1154607" y="282195"/>
                      <a:pt x="1144172" y="355049"/>
                    </a:cubicBezTo>
                    <a:cubicBezTo>
                      <a:pt x="1144172" y="355049"/>
                      <a:pt x="1125028" y="490484"/>
                      <a:pt x="989307" y="512901"/>
                    </a:cubicBezTo>
                    <a:cubicBezTo>
                      <a:pt x="989307" y="512901"/>
                      <a:pt x="852720" y="690367"/>
                      <a:pt x="650005" y="558669"/>
                    </a:cubicBezTo>
                    <a:cubicBezTo>
                      <a:pt x="650005" y="558669"/>
                      <a:pt x="589105" y="703446"/>
                      <a:pt x="415102" y="697489"/>
                    </a:cubicBezTo>
                    <a:cubicBezTo>
                      <a:pt x="415102" y="697489"/>
                      <a:pt x="287212" y="700642"/>
                      <a:pt x="228921" y="561471"/>
                    </a:cubicBezTo>
                    <a:cubicBezTo>
                      <a:pt x="228921" y="561471"/>
                      <a:pt x="20119" y="596030"/>
                      <a:pt x="0" y="381202"/>
                    </a:cubicBezTo>
                    <a:cubicBezTo>
                      <a:pt x="0" y="381202"/>
                      <a:pt x="-10331" y="203736"/>
                      <a:pt x="200210" y="198132"/>
                    </a:cubicBezTo>
                    <a:close/>
                  </a:path>
                </a:pathLst>
              </a:custGeom>
              <a:solidFill>
                <a:srgbClr val="A0D8EF"/>
              </a:solidFill>
              <a:ln w="7600" cap="flat">
                <a:noFill/>
                <a:bevel/>
              </a:ln>
            </p:spPr>
          </p:sp>
          <p:sp>
            <p:nvSpPr>
              <p:cNvPr id="431" name="任意多边形 430"/>
              <p:cNvSpPr/>
              <p:nvPr/>
            </p:nvSpPr>
            <p:spPr>
              <a:xfrm>
                <a:off x="2270190" y="2686859"/>
                <a:ext cx="797172" cy="489697"/>
              </a:xfrm>
              <a:custGeom>
                <a:avLst/>
                <a:gdLst/>
                <a:ahLst/>
                <a:cxnLst/>
                <a:rect l="0" t="0" r="0" b="0"/>
                <a:pathLst>
                  <a:path w="797172" h="489697">
                    <a:moveTo>
                      <a:pt x="134747" y="142087"/>
                    </a:moveTo>
                    <a:cubicBezTo>
                      <a:pt x="134747" y="142087"/>
                      <a:pt x="188311" y="-30062"/>
                      <a:pt x="376699" y="4622"/>
                    </a:cubicBezTo>
                    <a:cubicBezTo>
                      <a:pt x="376699" y="4622"/>
                      <a:pt x="479672" y="23599"/>
                      <a:pt x="516932" y="116524"/>
                    </a:cubicBezTo>
                    <a:cubicBezTo>
                      <a:pt x="516932" y="116524"/>
                      <a:pt x="572934" y="103436"/>
                      <a:pt x="622992" y="141392"/>
                    </a:cubicBezTo>
                    <a:cubicBezTo>
                      <a:pt x="622992" y="141392"/>
                      <a:pt x="718613" y="81841"/>
                      <a:pt x="783226" y="178774"/>
                    </a:cubicBezTo>
                    <a:cubicBezTo>
                      <a:pt x="783226" y="178774"/>
                      <a:pt x="831387" y="253949"/>
                      <a:pt x="749091" y="313499"/>
                    </a:cubicBezTo>
                    <a:cubicBezTo>
                      <a:pt x="749091" y="313499"/>
                      <a:pt x="717395" y="329205"/>
                      <a:pt x="690575" y="331904"/>
                    </a:cubicBezTo>
                    <a:cubicBezTo>
                      <a:pt x="690575" y="331904"/>
                      <a:pt x="624744" y="509167"/>
                      <a:pt x="434566" y="413622"/>
                    </a:cubicBezTo>
                    <a:cubicBezTo>
                      <a:pt x="434566" y="413622"/>
                      <a:pt x="371174" y="524872"/>
                      <a:pt x="247436" y="478409"/>
                    </a:cubicBezTo>
                    <a:cubicBezTo>
                      <a:pt x="247436" y="478409"/>
                      <a:pt x="199892" y="456159"/>
                      <a:pt x="168805" y="412968"/>
                    </a:cubicBezTo>
                    <a:cubicBezTo>
                      <a:pt x="168805" y="412968"/>
                      <a:pt x="-2476" y="407079"/>
                      <a:pt x="0" y="255912"/>
                    </a:cubicBezTo>
                    <a:cubicBezTo>
                      <a:pt x="0" y="255912"/>
                      <a:pt x="8648" y="137547"/>
                      <a:pt x="134747" y="14208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FDFE"/>
                  </a:gs>
                  <a:gs pos="53000">
                    <a:srgbClr val="DCEFF8"/>
                  </a:gs>
                  <a:gs pos="100000">
                    <a:srgbClr val="A1D8E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32" name="任意多边形 431"/>
              <p:cNvSpPr/>
              <p:nvPr/>
            </p:nvSpPr>
            <p:spPr>
              <a:xfrm>
                <a:off x="2310009" y="2711323"/>
                <a:ext cx="717532" cy="440774"/>
              </a:xfrm>
              <a:custGeom>
                <a:avLst/>
                <a:gdLst/>
                <a:ahLst/>
                <a:cxnLst/>
                <a:rect l="0" t="0" r="0" b="0"/>
                <a:pathLst>
                  <a:path w="717532" h="440774">
                    <a:moveTo>
                      <a:pt x="121286" y="127892"/>
                    </a:moveTo>
                    <a:cubicBezTo>
                      <a:pt x="121286" y="127892"/>
                      <a:pt x="169499" y="-27058"/>
                      <a:pt x="339066" y="4160"/>
                    </a:cubicBezTo>
                    <a:cubicBezTo>
                      <a:pt x="339066" y="4160"/>
                      <a:pt x="431753" y="21242"/>
                      <a:pt x="465289" y="104883"/>
                    </a:cubicBezTo>
                    <a:cubicBezTo>
                      <a:pt x="465289" y="104883"/>
                      <a:pt x="515697" y="93102"/>
                      <a:pt x="560755" y="127266"/>
                    </a:cubicBezTo>
                    <a:cubicBezTo>
                      <a:pt x="560755" y="127266"/>
                      <a:pt x="646824" y="73665"/>
                      <a:pt x="704981" y="160914"/>
                    </a:cubicBezTo>
                    <a:cubicBezTo>
                      <a:pt x="704981" y="160914"/>
                      <a:pt x="748328" y="228578"/>
                      <a:pt x="674257" y="282179"/>
                    </a:cubicBezTo>
                    <a:cubicBezTo>
                      <a:pt x="674257" y="282179"/>
                      <a:pt x="645727" y="296316"/>
                      <a:pt x="621586" y="298745"/>
                    </a:cubicBezTo>
                    <a:cubicBezTo>
                      <a:pt x="621586" y="298745"/>
                      <a:pt x="562332" y="458299"/>
                      <a:pt x="391153" y="372300"/>
                    </a:cubicBezTo>
                    <a:cubicBezTo>
                      <a:pt x="391153" y="372300"/>
                      <a:pt x="334094" y="472435"/>
                      <a:pt x="222717" y="430614"/>
                    </a:cubicBezTo>
                    <a:cubicBezTo>
                      <a:pt x="222717" y="430614"/>
                      <a:pt x="179923" y="410587"/>
                      <a:pt x="151941" y="371711"/>
                    </a:cubicBezTo>
                    <a:cubicBezTo>
                      <a:pt x="151941" y="371711"/>
                      <a:pt x="-2229" y="366410"/>
                      <a:pt x="0" y="230345"/>
                    </a:cubicBezTo>
                    <a:cubicBezTo>
                      <a:pt x="0" y="230345"/>
                      <a:pt x="7784" y="123806"/>
                      <a:pt x="121286" y="127892"/>
                    </a:cubicBezTo>
                    <a:close/>
                  </a:path>
                </a:pathLst>
              </a:custGeom>
              <a:solidFill>
                <a:srgbClr val="A0D8EF"/>
              </a:solidFill>
              <a:ln w="7600" cap="flat">
                <a:noFill/>
                <a:bevel/>
              </a:ln>
            </p:spPr>
          </p:sp>
          <p:sp>
            <p:nvSpPr>
              <p:cNvPr id="433" name="Text 1065"/>
              <p:cNvSpPr txBox="1"/>
              <p:nvPr/>
            </p:nvSpPr>
            <p:spPr>
              <a:xfrm>
                <a:off x="1983162" y="3305864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互联网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6" name="Desktop PC 2"/>
            <p:cNvGrpSpPr/>
            <p:nvPr/>
          </p:nvGrpSpPr>
          <p:grpSpPr>
            <a:xfrm>
              <a:off x="4655847" y="4179727"/>
              <a:ext cx="975612" cy="587719"/>
              <a:chOff x="4655847" y="4179727"/>
              <a:chExt cx="975612" cy="587719"/>
            </a:xfrm>
          </p:grpSpPr>
          <p:grpSp>
            <p:nvGrpSpPr>
              <p:cNvPr id="153" name="组合 152"/>
              <p:cNvGrpSpPr/>
              <p:nvPr/>
            </p:nvGrpSpPr>
            <p:grpSpPr>
              <a:xfrm>
                <a:off x="4655732" y="4209172"/>
                <a:ext cx="240095" cy="530610"/>
                <a:chOff x="4655732" y="4209172"/>
                <a:chExt cx="240095" cy="530610"/>
              </a:xfrm>
            </p:grpSpPr>
            <p:sp>
              <p:nvSpPr>
                <p:cNvPr id="417" name="任意多边形 416"/>
                <p:cNvSpPr/>
                <p:nvPr/>
              </p:nvSpPr>
              <p:spPr>
                <a:xfrm>
                  <a:off x="4655732" y="4209172"/>
                  <a:ext cx="240095" cy="5306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0095" h="530610">
                      <a:moveTo>
                        <a:pt x="2291" y="0"/>
                      </a:moveTo>
                      <a:lnTo>
                        <a:pt x="237774" y="0"/>
                      </a:lnTo>
                      <a:cubicBezTo>
                        <a:pt x="239038" y="0"/>
                        <a:pt x="240095" y="1122"/>
                        <a:pt x="240095" y="2506"/>
                      </a:cubicBezTo>
                      <a:lnTo>
                        <a:pt x="240095" y="528070"/>
                      </a:lnTo>
                      <a:cubicBezTo>
                        <a:pt x="240095" y="529455"/>
                        <a:pt x="239038" y="530610"/>
                        <a:pt x="237774" y="530610"/>
                      </a:cubicBezTo>
                      <a:lnTo>
                        <a:pt x="2291" y="530610"/>
                      </a:lnTo>
                      <a:cubicBezTo>
                        <a:pt x="1026" y="530610"/>
                        <a:pt x="0" y="529455"/>
                        <a:pt x="0" y="528070"/>
                      </a:cubicBezTo>
                      <a:lnTo>
                        <a:pt x="0" y="2506"/>
                      </a:lnTo>
                      <a:cubicBezTo>
                        <a:pt x="0" y="1122"/>
                        <a:pt x="1026" y="0"/>
                        <a:pt x="229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A4A4A"/>
                    </a:gs>
                    <a:gs pos="100000">
                      <a:srgbClr val="2A2A2A"/>
                    </a:gs>
                  </a:gsLst>
                  <a:lin ang="5400000" scaled="0"/>
                </a:gradFill>
                <a:ln w="7600" cap="flat">
                  <a:solidFill>
                    <a:srgbClr val="000000"/>
                  </a:solidFill>
                  <a:bevel/>
                </a:ln>
              </p:spPr>
            </p:sp>
            <p:sp>
              <p:nvSpPr>
                <p:cNvPr id="418" name="任意多边形 417"/>
                <p:cNvSpPr/>
                <p:nvPr/>
              </p:nvSpPr>
              <p:spPr>
                <a:xfrm>
                  <a:off x="4671975" y="4225091"/>
                  <a:ext cx="105642" cy="3183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5642" h="318366">
                      <a:moveTo>
                        <a:pt x="2512" y="0"/>
                      </a:moveTo>
                      <a:lnTo>
                        <a:pt x="103130" y="0"/>
                      </a:lnTo>
                      <a:cubicBezTo>
                        <a:pt x="104517" y="0"/>
                        <a:pt x="105642" y="1118"/>
                        <a:pt x="105642" y="2558"/>
                      </a:cubicBezTo>
                      <a:lnTo>
                        <a:pt x="105642" y="315758"/>
                      </a:lnTo>
                      <a:cubicBezTo>
                        <a:pt x="105642" y="317199"/>
                        <a:pt x="104517" y="318366"/>
                        <a:pt x="103130" y="318366"/>
                      </a:cubicBezTo>
                      <a:lnTo>
                        <a:pt x="2512" y="318366"/>
                      </a:lnTo>
                      <a:cubicBezTo>
                        <a:pt x="1125" y="318366"/>
                        <a:pt x="0" y="317199"/>
                        <a:pt x="0" y="315758"/>
                      </a:cubicBezTo>
                      <a:lnTo>
                        <a:pt x="0" y="2558"/>
                      </a:lnTo>
                      <a:cubicBezTo>
                        <a:pt x="0" y="1118"/>
                        <a:pt x="1125" y="0"/>
                        <a:pt x="25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79000">
                      <a:srgbClr val="373737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19" name="任意多边形 418"/>
                <p:cNvSpPr/>
                <p:nvPr/>
              </p:nvSpPr>
              <p:spPr>
                <a:xfrm>
                  <a:off x="4671975" y="4543457"/>
                  <a:ext cx="105642" cy="1804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5642" h="180407">
                      <a:moveTo>
                        <a:pt x="2492" y="0"/>
                      </a:moveTo>
                      <a:lnTo>
                        <a:pt x="103150" y="0"/>
                      </a:lnTo>
                      <a:cubicBezTo>
                        <a:pt x="104527" y="0"/>
                        <a:pt x="105642" y="1299"/>
                        <a:pt x="105642" y="2901"/>
                      </a:cubicBezTo>
                      <a:lnTo>
                        <a:pt x="105642" y="177487"/>
                      </a:lnTo>
                      <a:cubicBezTo>
                        <a:pt x="105642" y="179089"/>
                        <a:pt x="104527" y="180407"/>
                        <a:pt x="103150" y="180407"/>
                      </a:cubicBezTo>
                      <a:lnTo>
                        <a:pt x="2492" y="180407"/>
                      </a:lnTo>
                      <a:cubicBezTo>
                        <a:pt x="1116" y="180407"/>
                        <a:pt x="0" y="179089"/>
                        <a:pt x="0" y="177487"/>
                      </a:cubicBezTo>
                      <a:lnTo>
                        <a:pt x="0" y="2901"/>
                      </a:lnTo>
                      <a:cubicBezTo>
                        <a:pt x="0" y="1299"/>
                        <a:pt x="1116" y="0"/>
                        <a:pt x="24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83000">
                      <a:srgbClr val="383838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20" name="任意多边形 419"/>
                <p:cNvSpPr/>
                <p:nvPr/>
              </p:nvSpPr>
              <p:spPr>
                <a:xfrm>
                  <a:off x="4776909" y="4225091"/>
                  <a:ext cx="100840" cy="4987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0840" h="498774">
                      <a:moveTo>
                        <a:pt x="2416" y="0"/>
                      </a:moveTo>
                      <a:lnTo>
                        <a:pt x="98424" y="0"/>
                      </a:lnTo>
                      <a:cubicBezTo>
                        <a:pt x="99758" y="0"/>
                        <a:pt x="100840" y="1201"/>
                        <a:pt x="100840" y="2682"/>
                      </a:cubicBezTo>
                      <a:lnTo>
                        <a:pt x="100840" y="496065"/>
                      </a:lnTo>
                      <a:cubicBezTo>
                        <a:pt x="100840" y="497545"/>
                        <a:pt x="99758" y="498774"/>
                        <a:pt x="98424" y="498774"/>
                      </a:cubicBezTo>
                      <a:lnTo>
                        <a:pt x="2416" y="498774"/>
                      </a:lnTo>
                      <a:cubicBezTo>
                        <a:pt x="1082" y="498774"/>
                        <a:pt x="0" y="497545"/>
                        <a:pt x="0" y="496065"/>
                      </a:cubicBezTo>
                      <a:lnTo>
                        <a:pt x="0" y="2682"/>
                      </a:lnTo>
                      <a:cubicBezTo>
                        <a:pt x="0" y="1201"/>
                        <a:pt x="1082" y="0"/>
                        <a:pt x="241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72727"/>
                    </a:gs>
                    <a:gs pos="13000">
                      <a:srgbClr val="373737"/>
                    </a:gs>
                    <a:gs pos="100000">
                      <a:srgbClr val="1D1D1D"/>
                    </a:gs>
                  </a:gsLst>
                  <a:lin ang="10800000" scaled="0"/>
                </a:gradFill>
                <a:ln w="7600" cap="flat">
                  <a:solidFill>
                    <a:srgbClr val="7E7E7E"/>
                  </a:solidFill>
                  <a:bevel/>
                </a:ln>
              </p:spPr>
            </p:sp>
            <p:sp>
              <p:nvSpPr>
                <p:cNvPr id="421" name="任意多边形 420"/>
                <p:cNvSpPr/>
                <p:nvPr/>
              </p:nvSpPr>
              <p:spPr>
                <a:xfrm>
                  <a:off x="4657178" y="4209611"/>
                  <a:ext cx="154109" cy="5297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4109" h="529731">
                      <a:moveTo>
                        <a:pt x="0" y="0"/>
                      </a:moveTo>
                      <a:lnTo>
                        <a:pt x="154109" y="0"/>
                      </a:lnTo>
                      <a:lnTo>
                        <a:pt x="108796" y="529731"/>
                      </a:lnTo>
                      <a:lnTo>
                        <a:pt x="845" y="5297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5000"/>
                      </a:srgbClr>
                    </a:gs>
                    <a:gs pos="44000">
                      <a:srgbClr val="686868">
                        <a:alpha val="0"/>
                      </a:srgbClr>
                    </a:gs>
                  </a:gsLst>
                  <a:lin ang="111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422" name="组合 421"/>
                <p:cNvGrpSpPr/>
                <p:nvPr/>
              </p:nvGrpSpPr>
              <p:grpSpPr>
                <a:xfrm>
                  <a:off x="4813718" y="4534031"/>
                  <a:ext cx="38307" cy="38307"/>
                  <a:chOff x="4813718" y="4534031"/>
                  <a:chExt cx="38307" cy="38307"/>
                </a:xfrm>
              </p:grpSpPr>
              <p:sp>
                <p:nvSpPr>
                  <p:cNvPr id="423" name="任意多边形 422"/>
                  <p:cNvSpPr/>
                  <p:nvPr/>
                </p:nvSpPr>
                <p:spPr>
                  <a:xfrm>
                    <a:off x="4813718" y="4534031"/>
                    <a:ext cx="38307" cy="383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307" h="38307">
                        <a:moveTo>
                          <a:pt x="0" y="19154"/>
                        </a:moveTo>
                        <a:cubicBezTo>
                          <a:pt x="0" y="8544"/>
                          <a:pt x="8544" y="0"/>
                          <a:pt x="19154" y="0"/>
                        </a:cubicBezTo>
                        <a:cubicBezTo>
                          <a:pt x="29710" y="0"/>
                          <a:pt x="38307" y="8544"/>
                          <a:pt x="38307" y="19154"/>
                        </a:cubicBezTo>
                        <a:cubicBezTo>
                          <a:pt x="38307" y="29710"/>
                          <a:pt x="29710" y="38307"/>
                          <a:pt x="19154" y="38307"/>
                        </a:cubicBezTo>
                        <a:cubicBezTo>
                          <a:pt x="8544" y="38307"/>
                          <a:pt x="0" y="29710"/>
                          <a:pt x="0" y="19154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404040"/>
                      </a:gs>
                      <a:gs pos="50000">
                        <a:srgbClr val="D8D8D8"/>
                      </a:gs>
                      <a:gs pos="0">
                        <a:srgbClr val="404040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n w="7600" cap="flat">
                    <a:solidFill>
                      <a:srgbClr val="000000"/>
                    </a:solidFill>
                    <a:bevel/>
                  </a:ln>
                </p:spPr>
              </p:sp>
              <p:sp>
                <p:nvSpPr>
                  <p:cNvPr id="424" name="任意多边形 423"/>
                  <p:cNvSpPr/>
                  <p:nvPr/>
                </p:nvSpPr>
                <p:spPr>
                  <a:xfrm>
                    <a:off x="4817998" y="4538310"/>
                    <a:ext cx="29748" cy="297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748" h="29748">
                        <a:moveTo>
                          <a:pt x="0" y="14874"/>
                        </a:moveTo>
                        <a:cubicBezTo>
                          <a:pt x="0" y="6635"/>
                          <a:pt x="6635" y="0"/>
                          <a:pt x="14874" y="0"/>
                        </a:cubicBezTo>
                        <a:cubicBezTo>
                          <a:pt x="23072" y="0"/>
                          <a:pt x="29748" y="6635"/>
                          <a:pt x="29748" y="14874"/>
                        </a:cubicBezTo>
                        <a:cubicBezTo>
                          <a:pt x="29748" y="23072"/>
                          <a:pt x="23072" y="29748"/>
                          <a:pt x="14874" y="29748"/>
                        </a:cubicBezTo>
                        <a:cubicBezTo>
                          <a:pt x="6635" y="29748"/>
                          <a:pt x="0" y="23072"/>
                          <a:pt x="0" y="14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0000"/>
                      </a:gs>
                      <a:gs pos="100000">
                        <a:srgbClr val="000000"/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25" name="任意多边形 424"/>
                  <p:cNvSpPr/>
                  <p:nvPr/>
                </p:nvSpPr>
                <p:spPr>
                  <a:xfrm>
                    <a:off x="4817998" y="4538310"/>
                    <a:ext cx="29748" cy="297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748" h="29748">
                        <a:moveTo>
                          <a:pt x="0" y="14874"/>
                        </a:moveTo>
                        <a:cubicBezTo>
                          <a:pt x="0" y="6635"/>
                          <a:pt x="6635" y="0"/>
                          <a:pt x="14874" y="0"/>
                        </a:cubicBezTo>
                        <a:cubicBezTo>
                          <a:pt x="23072" y="0"/>
                          <a:pt x="29748" y="6635"/>
                          <a:pt x="29748" y="14874"/>
                        </a:cubicBezTo>
                        <a:cubicBezTo>
                          <a:pt x="29748" y="23072"/>
                          <a:pt x="23072" y="29748"/>
                          <a:pt x="14874" y="29748"/>
                        </a:cubicBezTo>
                        <a:cubicBezTo>
                          <a:pt x="6635" y="29748"/>
                          <a:pt x="0" y="23072"/>
                          <a:pt x="0" y="14874"/>
                        </a:cubicBezTo>
                        <a:close/>
                      </a:path>
                    </a:pathLst>
                  </a:custGeom>
                  <a:gradFill>
                    <a:gsLst>
                      <a:gs pos="9000">
                        <a:srgbClr val="FFFFFF">
                          <a:alpha val="39000"/>
                        </a:srgbClr>
                      </a:gs>
                      <a:gs pos="36000">
                        <a:srgbClr val="FF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grpSp>
                <p:nvGrpSpPr>
                  <p:cNvPr id="426" name="组合 425"/>
                  <p:cNvGrpSpPr/>
                  <p:nvPr/>
                </p:nvGrpSpPr>
                <p:grpSpPr>
                  <a:xfrm>
                    <a:off x="4826032" y="4543368"/>
                    <a:ext cx="13679" cy="16897"/>
                    <a:chOff x="4826032" y="4543368"/>
                    <a:chExt cx="13679" cy="16897"/>
                  </a:xfrm>
                </p:grpSpPr>
                <p:sp>
                  <p:nvSpPr>
                    <p:cNvPr id="427" name="任意多边形 426"/>
                    <p:cNvSpPr/>
                    <p:nvPr/>
                  </p:nvSpPr>
                  <p:spPr>
                    <a:xfrm>
                      <a:off x="4831764" y="4543371"/>
                      <a:ext cx="2216" cy="961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16" h="9615">
                          <a:moveTo>
                            <a:pt x="1089" y="-13"/>
                          </a:moveTo>
                          <a:lnTo>
                            <a:pt x="1089" y="-13"/>
                          </a:lnTo>
                          <a:cubicBezTo>
                            <a:pt x="1698" y="-13"/>
                            <a:pt x="2191" y="481"/>
                            <a:pt x="2191" y="1089"/>
                          </a:cubicBezTo>
                          <a:lnTo>
                            <a:pt x="2191" y="8501"/>
                          </a:lnTo>
                          <a:cubicBezTo>
                            <a:pt x="2191" y="9110"/>
                            <a:pt x="1698" y="9603"/>
                            <a:pt x="1089" y="9603"/>
                          </a:cubicBezTo>
                          <a:lnTo>
                            <a:pt x="1089" y="9603"/>
                          </a:lnTo>
                          <a:cubicBezTo>
                            <a:pt x="481" y="9603"/>
                            <a:pt x="-13" y="9110"/>
                            <a:pt x="-13" y="8501"/>
                          </a:cubicBezTo>
                          <a:lnTo>
                            <a:pt x="-13" y="1089"/>
                          </a:lnTo>
                          <a:cubicBezTo>
                            <a:pt x="-13" y="481"/>
                            <a:pt x="481" y="-13"/>
                            <a:pt x="1089" y="-13"/>
                          </a:cubicBezTo>
                          <a:close/>
                        </a:path>
                      </a:pathLst>
                    </a:custGeom>
                    <a:solidFill>
                      <a:srgbClr val="FF4500"/>
                    </a:solidFill>
                    <a:ln w="7600" cap="flat">
                      <a:noFill/>
                      <a:bevel/>
                    </a:ln>
                  </p:spPr>
                </p:sp>
                <p:sp>
                  <p:nvSpPr>
                    <p:cNvPr id="428" name="任意多边形 427"/>
                    <p:cNvSpPr/>
                    <p:nvPr/>
                  </p:nvSpPr>
                  <p:spPr>
                    <a:xfrm>
                      <a:off x="4826032" y="4547329"/>
                      <a:ext cx="13679" cy="129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679" h="12933">
                          <a:moveTo>
                            <a:pt x="4434" y="1924"/>
                          </a:moveTo>
                          <a:cubicBezTo>
                            <a:pt x="5475" y="1775"/>
                            <a:pt x="4665" y="-349"/>
                            <a:pt x="3743" y="20"/>
                          </a:cubicBezTo>
                          <a:cubicBezTo>
                            <a:pt x="2822" y="389"/>
                            <a:pt x="0" y="1763"/>
                            <a:pt x="0" y="5912"/>
                          </a:cubicBezTo>
                          <a:cubicBezTo>
                            <a:pt x="-40" y="10061"/>
                            <a:pt x="2945" y="12950"/>
                            <a:pt x="6893" y="12933"/>
                          </a:cubicBezTo>
                          <a:cubicBezTo>
                            <a:pt x="10503" y="12897"/>
                            <a:pt x="13502" y="10926"/>
                            <a:pt x="13679" y="6150"/>
                          </a:cubicBezTo>
                          <a:cubicBezTo>
                            <a:pt x="13821" y="1456"/>
                            <a:pt x="9037" y="-240"/>
                            <a:pt x="8844" y="42"/>
                          </a:cubicBezTo>
                          <a:cubicBezTo>
                            <a:pt x="8367" y="738"/>
                            <a:pt x="8168" y="1530"/>
                            <a:pt x="9116" y="1986"/>
                          </a:cubicBezTo>
                          <a:cubicBezTo>
                            <a:pt x="10801" y="2797"/>
                            <a:pt x="11425" y="4795"/>
                            <a:pt x="11488" y="6043"/>
                          </a:cubicBezTo>
                          <a:cubicBezTo>
                            <a:pt x="11570" y="7684"/>
                            <a:pt x="11308" y="10600"/>
                            <a:pt x="6806" y="10600"/>
                          </a:cubicBezTo>
                          <a:cubicBezTo>
                            <a:pt x="2305" y="10600"/>
                            <a:pt x="2064" y="7637"/>
                            <a:pt x="2000" y="6293"/>
                          </a:cubicBezTo>
                          <a:cubicBezTo>
                            <a:pt x="1937" y="4982"/>
                            <a:pt x="2284" y="2231"/>
                            <a:pt x="4434" y="1924"/>
                          </a:cubicBezTo>
                          <a:close/>
                        </a:path>
                      </a:pathLst>
                    </a:custGeom>
                    <a:solidFill>
                      <a:srgbClr val="FF4500"/>
                    </a:solidFill>
                    <a:ln w="7600" cap="flat">
                      <a:noFill/>
                      <a:bevel/>
                    </a:ln>
                  </p:spPr>
                </p:sp>
              </p:grpSp>
            </p:grpSp>
          </p:grpSp>
          <p:grpSp>
            <p:nvGrpSpPr>
              <p:cNvPr id="154" name="组合 153"/>
              <p:cNvGrpSpPr/>
              <p:nvPr/>
            </p:nvGrpSpPr>
            <p:grpSpPr>
              <a:xfrm>
                <a:off x="5552798" y="4716209"/>
                <a:ext cx="78951" cy="47146"/>
                <a:chOff x="5552798" y="4716209"/>
                <a:chExt cx="78951" cy="47146"/>
              </a:xfrm>
            </p:grpSpPr>
            <p:sp>
              <p:nvSpPr>
                <p:cNvPr id="414" name="任意多边形 413"/>
                <p:cNvSpPr/>
                <p:nvPr/>
              </p:nvSpPr>
              <p:spPr>
                <a:xfrm>
                  <a:off x="5555798" y="4716079"/>
                  <a:ext cx="75708" cy="475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5708" h="47503">
                      <a:moveTo>
                        <a:pt x="0" y="19319"/>
                      </a:moveTo>
                      <a:cubicBezTo>
                        <a:pt x="3462" y="10815"/>
                        <a:pt x="15473" y="4280"/>
                        <a:pt x="22407" y="2308"/>
                      </a:cubicBezTo>
                      <a:cubicBezTo>
                        <a:pt x="29341" y="336"/>
                        <a:pt x="42560" y="-1391"/>
                        <a:pt x="52496" y="1566"/>
                      </a:cubicBezTo>
                      <a:cubicBezTo>
                        <a:pt x="60828" y="4045"/>
                        <a:pt x="69305" y="9427"/>
                        <a:pt x="73484" y="20800"/>
                      </a:cubicBezTo>
                      <a:cubicBezTo>
                        <a:pt x="75502" y="26293"/>
                        <a:pt x="76641" y="35595"/>
                        <a:pt x="74784" y="40031"/>
                      </a:cubicBezTo>
                      <a:cubicBezTo>
                        <a:pt x="73564" y="42946"/>
                        <a:pt x="64382" y="48170"/>
                        <a:pt x="49895" y="47432"/>
                      </a:cubicBezTo>
                      <a:cubicBezTo>
                        <a:pt x="32081" y="46520"/>
                        <a:pt x="20798" y="40031"/>
                        <a:pt x="20798" y="40031"/>
                      </a:cubicBezTo>
                      <a:cubicBezTo>
                        <a:pt x="20798" y="40031"/>
                        <a:pt x="16519" y="20993"/>
                        <a:pt x="11388" y="17347"/>
                      </a:cubicBezTo>
                      <a:cubicBezTo>
                        <a:pt x="7920" y="14883"/>
                        <a:pt x="3091" y="14144"/>
                        <a:pt x="0" y="1931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383B3B"/>
                    </a:gs>
                    <a:gs pos="83156">
                      <a:srgbClr val="383B3B"/>
                    </a:gs>
                    <a:gs pos="0">
                      <a:srgbClr val="A5A5A5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415" name="任意多边形 414"/>
                <p:cNvSpPr/>
                <p:nvPr/>
              </p:nvSpPr>
              <p:spPr>
                <a:xfrm>
                  <a:off x="5553238" y="4731020"/>
                  <a:ext cx="23402" cy="2501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02" h="25011">
                      <a:moveTo>
                        <a:pt x="0" y="11858"/>
                      </a:moveTo>
                      <a:cubicBezTo>
                        <a:pt x="0" y="11858"/>
                        <a:pt x="18038" y="23242"/>
                        <a:pt x="23361" y="25093"/>
                      </a:cubicBezTo>
                      <a:cubicBezTo>
                        <a:pt x="21998" y="19177"/>
                        <a:pt x="19398" y="2164"/>
                        <a:pt x="10111" y="315"/>
                      </a:cubicBezTo>
                      <a:cubicBezTo>
                        <a:pt x="1939" y="-1904"/>
                        <a:pt x="0" y="11858"/>
                        <a:pt x="0" y="1185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8D8D8"/>
                    </a:gs>
                    <a:gs pos="100000">
                      <a:srgbClr val="BFBFBF"/>
                    </a:gs>
                  </a:gsLst>
                  <a:lin ang="108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416" name="任意多边形 415"/>
                <p:cNvSpPr/>
                <p:nvPr/>
              </p:nvSpPr>
              <p:spPr>
                <a:xfrm>
                  <a:off x="5581457" y="4726420"/>
                  <a:ext cx="19056" cy="160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6" h="16034">
                      <a:moveTo>
                        <a:pt x="9507" y="0"/>
                      </a:moveTo>
                      <a:cubicBezTo>
                        <a:pt x="4159" y="0"/>
                        <a:pt x="48" y="3576"/>
                        <a:pt x="23" y="8033"/>
                      </a:cubicBezTo>
                      <a:cubicBezTo>
                        <a:pt x="0" y="12490"/>
                        <a:pt x="4248" y="16034"/>
                        <a:pt x="9507" y="16034"/>
                      </a:cubicBezTo>
                      <a:cubicBezTo>
                        <a:pt x="14767" y="16034"/>
                        <a:pt x="19056" y="12490"/>
                        <a:pt x="19056" y="8025"/>
                      </a:cubicBezTo>
                      <a:cubicBezTo>
                        <a:pt x="19056" y="3560"/>
                        <a:pt x="14855" y="0"/>
                        <a:pt x="9507" y="0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A8B1B2"/>
                    </a:gs>
                    <a:gs pos="70803">
                      <a:srgbClr val="A8B1B2"/>
                    </a:gs>
                    <a:gs pos="0">
                      <a:srgbClr val="DAEAFD"/>
                    </a:gs>
                  </a:gsLst>
                  <a:path path="circle">
                    <a:fillToRect l="50000" t="50000" r="50000" b="50000"/>
                  </a:path>
                </a:gradFill>
                <a:ln w="3164" cap="flat">
                  <a:noFill/>
                  <a:miter lim="800000"/>
                </a:ln>
              </p:spPr>
            </p:sp>
          </p:grpSp>
          <p:grpSp>
            <p:nvGrpSpPr>
              <p:cNvPr id="155" name="组合 154"/>
              <p:cNvGrpSpPr/>
              <p:nvPr/>
            </p:nvGrpSpPr>
            <p:grpSpPr>
              <a:xfrm>
                <a:off x="4964680" y="4711759"/>
                <a:ext cx="548642" cy="56046"/>
                <a:chOff x="4964680" y="4711759"/>
                <a:chExt cx="548642" cy="56046"/>
              </a:xfrm>
            </p:grpSpPr>
            <p:sp>
              <p:nvSpPr>
                <p:cNvPr id="165" name="任意多边形 164"/>
                <p:cNvSpPr/>
                <p:nvPr/>
              </p:nvSpPr>
              <p:spPr>
                <a:xfrm>
                  <a:off x="4964629" y="4716229"/>
                  <a:ext cx="548746" cy="5139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48746" h="51392">
                      <a:moveTo>
                        <a:pt x="10222" y="0"/>
                      </a:moveTo>
                      <a:cubicBezTo>
                        <a:pt x="10222" y="0"/>
                        <a:pt x="3667" y="15359"/>
                        <a:pt x="1358" y="25599"/>
                      </a:cubicBezTo>
                      <a:cubicBezTo>
                        <a:pt x="0" y="35838"/>
                        <a:pt x="-1762" y="49998"/>
                        <a:pt x="4053" y="51195"/>
                      </a:cubicBezTo>
                      <a:cubicBezTo>
                        <a:pt x="4053" y="51195"/>
                        <a:pt x="544000" y="51195"/>
                        <a:pt x="544000" y="51195"/>
                      </a:cubicBezTo>
                      <a:cubicBezTo>
                        <a:pt x="547771" y="48938"/>
                        <a:pt x="552516" y="47381"/>
                        <a:pt x="544000" y="27647"/>
                      </a:cubicBezTo>
                      <a:cubicBezTo>
                        <a:pt x="535136" y="7911"/>
                        <a:pt x="519151" y="0"/>
                        <a:pt x="519151" y="0"/>
                      </a:cubicBezTo>
                      <a:lnTo>
                        <a:pt x="1022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0C0C0C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166" name="任意多边形 165"/>
                <p:cNvSpPr/>
                <p:nvPr/>
              </p:nvSpPr>
              <p:spPr>
                <a:xfrm>
                  <a:off x="4965878" y="4716397"/>
                  <a:ext cx="544244" cy="472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44244" h="47217">
                      <a:moveTo>
                        <a:pt x="10138" y="578"/>
                      </a:moveTo>
                      <a:cubicBezTo>
                        <a:pt x="10138" y="578"/>
                        <a:pt x="3637" y="14492"/>
                        <a:pt x="1347" y="23768"/>
                      </a:cubicBezTo>
                      <a:cubicBezTo>
                        <a:pt x="0" y="33044"/>
                        <a:pt x="-1748" y="45871"/>
                        <a:pt x="4020" y="46956"/>
                      </a:cubicBezTo>
                      <a:cubicBezTo>
                        <a:pt x="4020" y="46956"/>
                        <a:pt x="539520" y="46956"/>
                        <a:pt x="539520" y="46956"/>
                      </a:cubicBezTo>
                      <a:cubicBezTo>
                        <a:pt x="543259" y="44912"/>
                        <a:pt x="547968" y="43501"/>
                        <a:pt x="539520" y="25623"/>
                      </a:cubicBezTo>
                      <a:cubicBezTo>
                        <a:pt x="531827" y="7756"/>
                        <a:pt x="519683" y="271"/>
                        <a:pt x="519683" y="271"/>
                      </a:cubicBezTo>
                      <a:lnTo>
                        <a:pt x="10138" y="578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E1ECEE"/>
                    </a:gs>
                    <a:gs pos="99240">
                      <a:srgbClr val="E1ECEE"/>
                    </a:gs>
                    <a:gs pos="0">
                      <a:srgbClr val="383B3B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67" name="组合 166"/>
                <p:cNvGrpSpPr/>
                <p:nvPr/>
              </p:nvGrpSpPr>
              <p:grpSpPr>
                <a:xfrm>
                  <a:off x="5402666" y="4715758"/>
                  <a:ext cx="86615" cy="11903"/>
                  <a:chOff x="5402666" y="4715758"/>
                  <a:chExt cx="86615" cy="11903"/>
                </a:xfrm>
              </p:grpSpPr>
              <p:sp>
                <p:nvSpPr>
                  <p:cNvPr id="410" name="任意多边形 409"/>
                  <p:cNvSpPr/>
                  <p:nvPr/>
                </p:nvSpPr>
                <p:spPr>
                  <a:xfrm>
                    <a:off x="5402737" y="4715809"/>
                    <a:ext cx="25130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0" h="11660">
                        <a:moveTo>
                          <a:pt x="819" y="11417"/>
                        </a:moveTo>
                        <a:lnTo>
                          <a:pt x="25020" y="11696"/>
                        </a:lnTo>
                        <a:lnTo>
                          <a:pt x="18605" y="36"/>
                        </a:lnTo>
                        <a:lnTo>
                          <a:pt x="2685" y="36"/>
                        </a:lnTo>
                        <a:lnTo>
                          <a:pt x="-71" y="6022"/>
                        </a:lnTo>
                        <a:lnTo>
                          <a:pt x="819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11" name="任意多边形 410"/>
                  <p:cNvSpPr/>
                  <p:nvPr/>
                </p:nvSpPr>
                <p:spPr>
                  <a:xfrm>
                    <a:off x="5422745" y="4716109"/>
                    <a:ext cx="27124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24" h="11346">
                        <a:moveTo>
                          <a:pt x="76" y="11408"/>
                        </a:moveTo>
                        <a:lnTo>
                          <a:pt x="27162" y="11408"/>
                        </a:lnTo>
                        <a:lnTo>
                          <a:pt x="22051" y="0"/>
                        </a:lnTo>
                        <a:lnTo>
                          <a:pt x="4724" y="0"/>
                        </a:lnTo>
                        <a:lnTo>
                          <a:pt x="7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12" name="任意多边形 411"/>
                  <p:cNvSpPr/>
                  <p:nvPr/>
                </p:nvSpPr>
                <p:spPr>
                  <a:xfrm>
                    <a:off x="5445251" y="4716151"/>
                    <a:ext cx="24923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923" h="11228">
                        <a:moveTo>
                          <a:pt x="-101" y="11418"/>
                        </a:moveTo>
                        <a:lnTo>
                          <a:pt x="24802" y="11406"/>
                        </a:lnTo>
                        <a:lnTo>
                          <a:pt x="19054" y="0"/>
                        </a:lnTo>
                        <a:lnTo>
                          <a:pt x="3951" y="0"/>
                        </a:lnTo>
                        <a:lnTo>
                          <a:pt x="-101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13" name="任意多边形 412"/>
                  <p:cNvSpPr/>
                  <p:nvPr/>
                </p:nvSpPr>
                <p:spPr>
                  <a:xfrm>
                    <a:off x="5466083" y="4715966"/>
                    <a:ext cx="23162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162" h="11346">
                        <a:moveTo>
                          <a:pt x="65" y="11408"/>
                        </a:moveTo>
                        <a:lnTo>
                          <a:pt x="23195" y="11408"/>
                        </a:lnTo>
                        <a:lnTo>
                          <a:pt x="18831" y="0"/>
                        </a:lnTo>
                        <a:lnTo>
                          <a:pt x="4034" y="0"/>
                        </a:lnTo>
                        <a:lnTo>
                          <a:pt x="65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68" name="组合 167"/>
                <p:cNvGrpSpPr/>
                <p:nvPr/>
              </p:nvGrpSpPr>
              <p:grpSpPr>
                <a:xfrm>
                  <a:off x="5322957" y="4712194"/>
                  <a:ext cx="66741" cy="11660"/>
                  <a:chOff x="5322957" y="4712194"/>
                  <a:chExt cx="66741" cy="11660"/>
                </a:xfrm>
              </p:grpSpPr>
              <p:sp>
                <p:nvSpPr>
                  <p:cNvPr id="407" name="任意多边形 406"/>
                  <p:cNvSpPr/>
                  <p:nvPr/>
                </p:nvSpPr>
                <p:spPr>
                  <a:xfrm>
                    <a:off x="5322907" y="4712069"/>
                    <a:ext cx="24474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74" h="11660">
                        <a:moveTo>
                          <a:pt x="332" y="11417"/>
                        </a:moveTo>
                        <a:lnTo>
                          <a:pt x="24533" y="11697"/>
                        </a:lnTo>
                        <a:lnTo>
                          <a:pt x="18118" y="36"/>
                        </a:lnTo>
                        <a:lnTo>
                          <a:pt x="2198" y="36"/>
                        </a:lnTo>
                        <a:lnTo>
                          <a:pt x="59" y="5624"/>
                        </a:lnTo>
                        <a:lnTo>
                          <a:pt x="332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08" name="任意多边形 407"/>
                  <p:cNvSpPr/>
                  <p:nvPr/>
                </p:nvSpPr>
                <p:spPr>
                  <a:xfrm>
                    <a:off x="5342428" y="4712368"/>
                    <a:ext cx="27123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23" h="11346">
                        <a:moveTo>
                          <a:pt x="76" y="11408"/>
                        </a:moveTo>
                        <a:lnTo>
                          <a:pt x="27162" y="11408"/>
                        </a:lnTo>
                        <a:lnTo>
                          <a:pt x="22051" y="0"/>
                        </a:lnTo>
                        <a:lnTo>
                          <a:pt x="4724" y="0"/>
                        </a:lnTo>
                        <a:lnTo>
                          <a:pt x="7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09" name="任意多边形 408"/>
                  <p:cNvSpPr/>
                  <p:nvPr/>
                </p:nvSpPr>
                <p:spPr>
                  <a:xfrm>
                    <a:off x="5364932" y="4712410"/>
                    <a:ext cx="24922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922" h="11228">
                        <a:moveTo>
                          <a:pt x="-101" y="11418"/>
                        </a:moveTo>
                        <a:lnTo>
                          <a:pt x="24802" y="11406"/>
                        </a:lnTo>
                        <a:lnTo>
                          <a:pt x="19054" y="0"/>
                        </a:lnTo>
                        <a:lnTo>
                          <a:pt x="3950" y="0"/>
                        </a:lnTo>
                        <a:lnTo>
                          <a:pt x="-101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69" name="组合 168"/>
                <p:cNvGrpSpPr/>
                <p:nvPr/>
              </p:nvGrpSpPr>
              <p:grpSpPr>
                <a:xfrm>
                  <a:off x="5322802" y="4713976"/>
                  <a:ext cx="64412" cy="8097"/>
                  <a:chOff x="5322802" y="4713976"/>
                  <a:chExt cx="64412" cy="8097"/>
                </a:xfrm>
              </p:grpSpPr>
              <p:sp>
                <p:nvSpPr>
                  <p:cNvPr id="404" name="任意多边形 403"/>
                  <p:cNvSpPr/>
                  <p:nvPr/>
                </p:nvSpPr>
                <p:spPr>
                  <a:xfrm>
                    <a:off x="5322658" y="4714026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05" name="任意多边形 404"/>
                  <p:cNvSpPr/>
                  <p:nvPr/>
                </p:nvSpPr>
                <p:spPr>
                  <a:xfrm>
                    <a:off x="5345798" y="4714074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406" name="任意多边形 405"/>
                  <p:cNvSpPr/>
                  <p:nvPr/>
                </p:nvSpPr>
                <p:spPr>
                  <a:xfrm>
                    <a:off x="5367421" y="4714026"/>
                    <a:ext cx="1970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03" h="8061">
                        <a:moveTo>
                          <a:pt x="0" y="8061"/>
                        </a:moveTo>
                        <a:lnTo>
                          <a:pt x="19703" y="8061"/>
                        </a:lnTo>
                        <a:lnTo>
                          <a:pt x="17692" y="0"/>
                        </a:lnTo>
                        <a:lnTo>
                          <a:pt x="241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70" name="组合 169"/>
                <p:cNvGrpSpPr/>
                <p:nvPr/>
              </p:nvGrpSpPr>
              <p:grpSpPr>
                <a:xfrm>
                  <a:off x="4979275" y="4712041"/>
                  <a:ext cx="334097" cy="11336"/>
                  <a:chOff x="4979275" y="4712041"/>
                  <a:chExt cx="334097" cy="11336"/>
                </a:xfrm>
              </p:grpSpPr>
              <p:grpSp>
                <p:nvGrpSpPr>
                  <p:cNvPr id="388" name="组合 387"/>
                  <p:cNvGrpSpPr/>
                  <p:nvPr/>
                </p:nvGrpSpPr>
                <p:grpSpPr>
                  <a:xfrm>
                    <a:off x="5220007" y="4712041"/>
                    <a:ext cx="93365" cy="11336"/>
                    <a:chOff x="5220007" y="4712041"/>
                    <a:chExt cx="93365" cy="11336"/>
                  </a:xfrm>
                </p:grpSpPr>
                <p:sp>
                  <p:nvSpPr>
                    <p:cNvPr id="400" name="任意多边形 399"/>
                    <p:cNvSpPr/>
                    <p:nvPr/>
                  </p:nvSpPr>
                  <p:spPr>
                    <a:xfrm>
                      <a:off x="5263334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1" name="任意多边形 400"/>
                    <p:cNvSpPr/>
                    <p:nvPr/>
                  </p:nvSpPr>
                  <p:spPr>
                    <a:xfrm>
                      <a:off x="5285902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2" name="任意多边形 401"/>
                    <p:cNvSpPr/>
                    <p:nvPr/>
                  </p:nvSpPr>
                  <p:spPr>
                    <a:xfrm>
                      <a:off x="5220049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403" name="任意多边形 402"/>
                    <p:cNvSpPr/>
                    <p:nvPr/>
                  </p:nvSpPr>
                  <p:spPr>
                    <a:xfrm>
                      <a:off x="5242615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89" name="组合 388"/>
                  <p:cNvGrpSpPr/>
                  <p:nvPr/>
                </p:nvGrpSpPr>
                <p:grpSpPr>
                  <a:xfrm>
                    <a:off x="5121436" y="4712041"/>
                    <a:ext cx="93365" cy="11336"/>
                    <a:chOff x="5121436" y="4712041"/>
                    <a:chExt cx="93365" cy="11336"/>
                  </a:xfrm>
                </p:grpSpPr>
                <p:sp>
                  <p:nvSpPr>
                    <p:cNvPr id="396" name="任意多边形 395"/>
                    <p:cNvSpPr/>
                    <p:nvPr/>
                  </p:nvSpPr>
                  <p:spPr>
                    <a:xfrm>
                      <a:off x="5164763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7" name="任意多边形 396"/>
                    <p:cNvSpPr/>
                    <p:nvPr/>
                  </p:nvSpPr>
                  <p:spPr>
                    <a:xfrm>
                      <a:off x="5187330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8" name="任意多边形 397"/>
                    <p:cNvSpPr/>
                    <p:nvPr/>
                  </p:nvSpPr>
                  <p:spPr>
                    <a:xfrm>
                      <a:off x="5121477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9" name="任意多边形 398"/>
                    <p:cNvSpPr/>
                    <p:nvPr/>
                  </p:nvSpPr>
                  <p:spPr>
                    <a:xfrm>
                      <a:off x="5144044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90" name="组合 389"/>
                  <p:cNvGrpSpPr/>
                  <p:nvPr/>
                </p:nvGrpSpPr>
                <p:grpSpPr>
                  <a:xfrm>
                    <a:off x="5020565" y="4712041"/>
                    <a:ext cx="93365" cy="11336"/>
                    <a:chOff x="5020565" y="4712041"/>
                    <a:chExt cx="93365" cy="11336"/>
                  </a:xfrm>
                </p:grpSpPr>
                <p:sp>
                  <p:nvSpPr>
                    <p:cNvPr id="392" name="任意多边形 391"/>
                    <p:cNvSpPr/>
                    <p:nvPr/>
                  </p:nvSpPr>
                  <p:spPr>
                    <a:xfrm>
                      <a:off x="5063892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3" name="任意多边形 392"/>
                    <p:cNvSpPr/>
                    <p:nvPr/>
                  </p:nvSpPr>
                  <p:spPr>
                    <a:xfrm>
                      <a:off x="5086459" y="4712004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4" name="任意多边形 393"/>
                    <p:cNvSpPr/>
                    <p:nvPr/>
                  </p:nvSpPr>
                  <p:spPr>
                    <a:xfrm>
                      <a:off x="5020606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95" name="任意多边形 394"/>
                    <p:cNvSpPr/>
                    <p:nvPr/>
                  </p:nvSpPr>
                  <p:spPr>
                    <a:xfrm>
                      <a:off x="5043173" y="4712117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1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sp>
                <p:nvSpPr>
                  <p:cNvPr id="391" name="任意多边形 390"/>
                  <p:cNvSpPr/>
                  <p:nvPr/>
                </p:nvSpPr>
                <p:spPr>
                  <a:xfrm>
                    <a:off x="4979213" y="4711980"/>
                    <a:ext cx="21796" cy="11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96" h="11336">
                        <a:moveTo>
                          <a:pt x="-99" y="11407"/>
                        </a:moveTo>
                        <a:lnTo>
                          <a:pt x="21667" y="11405"/>
                        </a:lnTo>
                        <a:lnTo>
                          <a:pt x="21532" y="5568"/>
                        </a:lnTo>
                        <a:lnTo>
                          <a:pt x="18549" y="0"/>
                        </a:lnTo>
                        <a:lnTo>
                          <a:pt x="3845" y="0"/>
                        </a:lnTo>
                        <a:lnTo>
                          <a:pt x="-99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71" name="组合 170"/>
                <p:cNvGrpSpPr/>
                <p:nvPr/>
              </p:nvGrpSpPr>
              <p:grpSpPr>
                <a:xfrm>
                  <a:off x="4979928" y="4714303"/>
                  <a:ext cx="330190" cy="9393"/>
                  <a:chOff x="4979928" y="4714303"/>
                  <a:chExt cx="330190" cy="9393"/>
                </a:xfrm>
              </p:grpSpPr>
              <p:sp>
                <p:nvSpPr>
                  <p:cNvPr id="372" name="任意多边形 371"/>
                  <p:cNvSpPr/>
                  <p:nvPr/>
                </p:nvSpPr>
                <p:spPr>
                  <a:xfrm>
                    <a:off x="4980047" y="4714309"/>
                    <a:ext cx="19781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81" h="9297">
                        <a:moveTo>
                          <a:pt x="0" y="9297"/>
                        </a:moveTo>
                        <a:lnTo>
                          <a:pt x="19781" y="9297"/>
                        </a:lnTo>
                        <a:lnTo>
                          <a:pt x="17763" y="0"/>
                        </a:lnTo>
                        <a:lnTo>
                          <a:pt x="2422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73" name="组合 372"/>
                  <p:cNvGrpSpPr/>
                  <p:nvPr/>
                </p:nvGrpSpPr>
                <p:grpSpPr>
                  <a:xfrm>
                    <a:off x="5024821" y="4714303"/>
                    <a:ext cx="85556" cy="9393"/>
                    <a:chOff x="5024821" y="4714303"/>
                    <a:chExt cx="85556" cy="9393"/>
                  </a:xfrm>
                </p:grpSpPr>
                <p:sp>
                  <p:nvSpPr>
                    <p:cNvPr id="384" name="任意多边形 383"/>
                    <p:cNvSpPr/>
                    <p:nvPr/>
                  </p:nvSpPr>
                  <p:spPr>
                    <a:xfrm>
                      <a:off x="5024839" y="4714400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5" name="任意多边形 384"/>
                    <p:cNvSpPr/>
                    <p:nvPr/>
                  </p:nvSpPr>
                  <p:spPr>
                    <a:xfrm>
                      <a:off x="5046392" y="4714425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6" name="任意多边形 385"/>
                    <p:cNvSpPr/>
                    <p:nvPr/>
                  </p:nvSpPr>
                  <p:spPr>
                    <a:xfrm>
                      <a:off x="5068220" y="4714458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7" name="任意多边形 386"/>
                    <p:cNvSpPr/>
                    <p:nvPr/>
                  </p:nvSpPr>
                  <p:spPr>
                    <a:xfrm>
                      <a:off x="5089457" y="4714425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74" name="组合 373"/>
                  <p:cNvGrpSpPr/>
                  <p:nvPr/>
                </p:nvGrpSpPr>
                <p:grpSpPr>
                  <a:xfrm>
                    <a:off x="5125470" y="4714260"/>
                    <a:ext cx="85556" cy="9393"/>
                    <a:chOff x="5125470" y="4714260"/>
                    <a:chExt cx="85556" cy="9393"/>
                  </a:xfrm>
                </p:grpSpPr>
                <p:sp>
                  <p:nvSpPr>
                    <p:cNvPr id="380" name="任意多边形 379"/>
                    <p:cNvSpPr/>
                    <p:nvPr/>
                  </p:nvSpPr>
                  <p:spPr>
                    <a:xfrm>
                      <a:off x="5125488" y="4714358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1" name="任意多边形 380"/>
                    <p:cNvSpPr/>
                    <p:nvPr/>
                  </p:nvSpPr>
                  <p:spPr>
                    <a:xfrm>
                      <a:off x="5147041" y="4714383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2" name="任意多边形 381"/>
                    <p:cNvSpPr/>
                    <p:nvPr/>
                  </p:nvSpPr>
                  <p:spPr>
                    <a:xfrm>
                      <a:off x="5168869" y="4714416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83" name="任意多边形 382"/>
                    <p:cNvSpPr/>
                    <p:nvPr/>
                  </p:nvSpPr>
                  <p:spPr>
                    <a:xfrm>
                      <a:off x="5190106" y="4714383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grpSp>
                <p:nvGrpSpPr>
                  <p:cNvPr id="375" name="组合 374"/>
                  <p:cNvGrpSpPr/>
                  <p:nvPr/>
                </p:nvGrpSpPr>
                <p:grpSpPr>
                  <a:xfrm>
                    <a:off x="5224350" y="4714303"/>
                    <a:ext cx="85556" cy="9393"/>
                    <a:chOff x="5224350" y="4714303"/>
                    <a:chExt cx="85556" cy="9393"/>
                  </a:xfrm>
                </p:grpSpPr>
                <p:sp>
                  <p:nvSpPr>
                    <p:cNvPr id="376" name="任意多边形 375"/>
                    <p:cNvSpPr/>
                    <p:nvPr/>
                  </p:nvSpPr>
                  <p:spPr>
                    <a:xfrm>
                      <a:off x="5224367" y="4714400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77" name="任意多边形 376"/>
                    <p:cNvSpPr/>
                    <p:nvPr/>
                  </p:nvSpPr>
                  <p:spPr>
                    <a:xfrm>
                      <a:off x="5245920" y="4714425"/>
                      <a:ext cx="19139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139" h="9297">
                          <a:moveTo>
                            <a:pt x="0" y="9297"/>
                          </a:moveTo>
                          <a:lnTo>
                            <a:pt x="19139" y="9297"/>
                          </a:lnTo>
                          <a:lnTo>
                            <a:pt x="17186" y="0"/>
                          </a:lnTo>
                          <a:lnTo>
                            <a:pt x="2344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78" name="任意多边形 377"/>
                    <p:cNvSpPr/>
                    <p:nvPr/>
                  </p:nvSpPr>
                  <p:spPr>
                    <a:xfrm>
                      <a:off x="5267749" y="4714458"/>
                      <a:ext cx="21202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02" h="9231">
                          <a:moveTo>
                            <a:pt x="0" y="9295"/>
                          </a:moveTo>
                          <a:lnTo>
                            <a:pt x="21161" y="9295"/>
                          </a:lnTo>
                          <a:lnTo>
                            <a:pt x="18003" y="0"/>
                          </a:lnTo>
                          <a:lnTo>
                            <a:pt x="2455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79" name="任意多边形 378"/>
                    <p:cNvSpPr/>
                    <p:nvPr/>
                  </p:nvSpPr>
                  <p:spPr>
                    <a:xfrm>
                      <a:off x="5288985" y="4714425"/>
                      <a:ext cx="21042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042" h="9297">
                          <a:moveTo>
                            <a:pt x="0" y="9297"/>
                          </a:moveTo>
                          <a:lnTo>
                            <a:pt x="21042" y="9297"/>
                          </a:lnTo>
                          <a:lnTo>
                            <a:pt x="18895" y="0"/>
                          </a:lnTo>
                          <a:lnTo>
                            <a:pt x="2577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72" name="组合 171"/>
                <p:cNvGrpSpPr/>
                <p:nvPr/>
              </p:nvGrpSpPr>
              <p:grpSpPr>
                <a:xfrm>
                  <a:off x="4976998" y="4717546"/>
                  <a:ext cx="316204" cy="11336"/>
                  <a:chOff x="4976998" y="4717546"/>
                  <a:chExt cx="316204" cy="11336"/>
                </a:xfrm>
              </p:grpSpPr>
              <p:sp>
                <p:nvSpPr>
                  <p:cNvPr id="358" name="任意多边形 357"/>
                  <p:cNvSpPr/>
                  <p:nvPr/>
                </p:nvSpPr>
                <p:spPr>
                  <a:xfrm>
                    <a:off x="4976772" y="4717512"/>
                    <a:ext cx="2360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608" h="11417">
                        <a:moveTo>
                          <a:pt x="78" y="11417"/>
                        </a:moveTo>
                        <a:lnTo>
                          <a:pt x="23684" y="11311"/>
                        </a:lnTo>
                        <a:lnTo>
                          <a:pt x="18526" y="0"/>
                        </a:lnTo>
                        <a:lnTo>
                          <a:pt x="4872" y="0"/>
                        </a:lnTo>
                        <a:lnTo>
                          <a:pt x="78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59" name="任意多边形 358"/>
                  <p:cNvSpPr/>
                  <p:nvPr/>
                </p:nvSpPr>
                <p:spPr>
                  <a:xfrm>
                    <a:off x="4994739" y="4717512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0" name="任意多边形 359"/>
                  <p:cNvSpPr/>
                  <p:nvPr/>
                </p:nvSpPr>
                <p:spPr>
                  <a:xfrm>
                    <a:off x="5018698" y="4717405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1" name="任意多边形 360"/>
                  <p:cNvSpPr/>
                  <p:nvPr/>
                </p:nvSpPr>
                <p:spPr>
                  <a:xfrm>
                    <a:off x="5041156" y="4717405"/>
                    <a:ext cx="2831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14" h="11417">
                        <a:moveTo>
                          <a:pt x="94" y="11417"/>
                        </a:moveTo>
                        <a:lnTo>
                          <a:pt x="28405" y="11311"/>
                        </a:lnTo>
                        <a:lnTo>
                          <a:pt x="22219" y="0"/>
                        </a:lnTo>
                        <a:lnTo>
                          <a:pt x="5843" y="0"/>
                        </a:lnTo>
                        <a:lnTo>
                          <a:pt x="9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2" name="任意多边形 361"/>
                  <p:cNvSpPr/>
                  <p:nvPr/>
                </p:nvSpPr>
                <p:spPr>
                  <a:xfrm>
                    <a:off x="5063327" y="4717405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3" name="任意多边形 362"/>
                  <p:cNvSpPr/>
                  <p:nvPr/>
                </p:nvSpPr>
                <p:spPr>
                  <a:xfrm>
                    <a:off x="5086508" y="4717405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4" name="任意多边形 363"/>
                  <p:cNvSpPr/>
                  <p:nvPr/>
                </p:nvSpPr>
                <p:spPr>
                  <a:xfrm>
                    <a:off x="5109984" y="4717408"/>
                    <a:ext cx="2882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824" h="11417">
                        <a:moveTo>
                          <a:pt x="96" y="11417"/>
                        </a:moveTo>
                        <a:lnTo>
                          <a:pt x="28917" y="11311"/>
                        </a:lnTo>
                        <a:lnTo>
                          <a:pt x="22619" y="0"/>
                        </a:lnTo>
                        <a:lnTo>
                          <a:pt x="5948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5" name="任意多边形 364"/>
                  <p:cNvSpPr/>
                  <p:nvPr/>
                </p:nvSpPr>
                <p:spPr>
                  <a:xfrm>
                    <a:off x="5132445" y="4717408"/>
                    <a:ext cx="2831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14" h="11417">
                        <a:moveTo>
                          <a:pt x="94" y="11417"/>
                        </a:moveTo>
                        <a:lnTo>
                          <a:pt x="28405" y="11311"/>
                        </a:lnTo>
                        <a:lnTo>
                          <a:pt x="22219" y="0"/>
                        </a:lnTo>
                        <a:lnTo>
                          <a:pt x="5843" y="0"/>
                        </a:lnTo>
                        <a:lnTo>
                          <a:pt x="9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6" name="任意多边形 365"/>
                  <p:cNvSpPr/>
                  <p:nvPr/>
                </p:nvSpPr>
                <p:spPr>
                  <a:xfrm>
                    <a:off x="5155475" y="4717418"/>
                    <a:ext cx="2852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6" h="11417">
                        <a:moveTo>
                          <a:pt x="95" y="11417"/>
                        </a:moveTo>
                        <a:lnTo>
                          <a:pt x="28617" y="11311"/>
                        </a:lnTo>
                        <a:lnTo>
                          <a:pt x="22385" y="0"/>
                        </a:lnTo>
                        <a:lnTo>
                          <a:pt x="5886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7" name="任意多边形 366"/>
                  <p:cNvSpPr/>
                  <p:nvPr/>
                </p:nvSpPr>
                <p:spPr>
                  <a:xfrm>
                    <a:off x="5178405" y="4717609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8" name="任意多边形 367"/>
                  <p:cNvSpPr/>
                  <p:nvPr/>
                </p:nvSpPr>
                <p:spPr>
                  <a:xfrm>
                    <a:off x="5200470" y="4717609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69" name="任意多边形 368"/>
                  <p:cNvSpPr/>
                  <p:nvPr/>
                </p:nvSpPr>
                <p:spPr>
                  <a:xfrm>
                    <a:off x="5222817" y="4717612"/>
                    <a:ext cx="2743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8" h="11417">
                        <a:moveTo>
                          <a:pt x="91" y="11417"/>
                        </a:moveTo>
                        <a:lnTo>
                          <a:pt x="27526" y="11311"/>
                        </a:lnTo>
                        <a:lnTo>
                          <a:pt x="21531" y="0"/>
                        </a:lnTo>
                        <a:lnTo>
                          <a:pt x="5662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0" name="任意多边形 369"/>
                  <p:cNvSpPr/>
                  <p:nvPr/>
                </p:nvSpPr>
                <p:spPr>
                  <a:xfrm>
                    <a:off x="5244201" y="4717612"/>
                    <a:ext cx="2695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952" h="11417">
                        <a:moveTo>
                          <a:pt x="89" y="11417"/>
                        </a:moveTo>
                        <a:lnTo>
                          <a:pt x="27039" y="11311"/>
                        </a:lnTo>
                        <a:lnTo>
                          <a:pt x="21150" y="0"/>
                        </a:lnTo>
                        <a:lnTo>
                          <a:pt x="5562" y="0"/>
                        </a:lnTo>
                        <a:lnTo>
                          <a:pt x="89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71" name="任意多边形 370"/>
                  <p:cNvSpPr/>
                  <p:nvPr/>
                </p:nvSpPr>
                <p:spPr>
                  <a:xfrm>
                    <a:off x="5266120" y="4717622"/>
                    <a:ext cx="2715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154" h="11417">
                        <a:moveTo>
                          <a:pt x="90" y="11417"/>
                        </a:moveTo>
                        <a:lnTo>
                          <a:pt x="27241" y="11311"/>
                        </a:lnTo>
                        <a:lnTo>
                          <a:pt x="21308" y="0"/>
                        </a:lnTo>
                        <a:lnTo>
                          <a:pt x="5603" y="0"/>
                        </a:lnTo>
                        <a:lnTo>
                          <a:pt x="9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73" name="组合 172"/>
                <p:cNvGrpSpPr/>
                <p:nvPr/>
              </p:nvGrpSpPr>
              <p:grpSpPr>
                <a:xfrm>
                  <a:off x="4977975" y="4719484"/>
                  <a:ext cx="315553" cy="9717"/>
                  <a:chOff x="4977975" y="4719484"/>
                  <a:chExt cx="315553" cy="9717"/>
                </a:xfrm>
              </p:grpSpPr>
              <p:sp>
                <p:nvSpPr>
                  <p:cNvPr id="343" name="任意多边形 342"/>
                  <p:cNvSpPr/>
                  <p:nvPr/>
                </p:nvSpPr>
                <p:spPr>
                  <a:xfrm>
                    <a:off x="5248924" y="4719757"/>
                    <a:ext cx="22447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7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4" name="任意多边形 343"/>
                  <p:cNvSpPr/>
                  <p:nvPr/>
                </p:nvSpPr>
                <p:spPr>
                  <a:xfrm>
                    <a:off x="5271104" y="4719928"/>
                    <a:ext cx="22447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7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5" name="任意多边形 344"/>
                  <p:cNvSpPr/>
                  <p:nvPr/>
                </p:nvSpPr>
                <p:spPr>
                  <a:xfrm>
                    <a:off x="4977926" y="4719867"/>
                    <a:ext cx="18443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43" h="9393">
                        <a:moveTo>
                          <a:pt x="-88" y="9407"/>
                        </a:moveTo>
                        <a:lnTo>
                          <a:pt x="18420" y="9001"/>
                        </a:lnTo>
                        <a:lnTo>
                          <a:pt x="16272" y="256"/>
                        </a:lnTo>
                        <a:lnTo>
                          <a:pt x="1841" y="110"/>
                        </a:lnTo>
                        <a:lnTo>
                          <a:pt x="-88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46" name="组合 345"/>
                  <p:cNvGrpSpPr/>
                  <p:nvPr/>
                </p:nvGrpSpPr>
                <p:grpSpPr>
                  <a:xfrm>
                    <a:off x="4998388" y="4719597"/>
                    <a:ext cx="248073" cy="9933"/>
                    <a:chOff x="4998388" y="4719597"/>
                    <a:chExt cx="248073" cy="9933"/>
                  </a:xfrm>
                </p:grpSpPr>
                <p:sp>
                  <p:nvSpPr>
                    <p:cNvPr id="347" name="任意多边形 346"/>
                    <p:cNvSpPr/>
                    <p:nvPr/>
                  </p:nvSpPr>
                  <p:spPr>
                    <a:xfrm>
                      <a:off x="4998465" y="4719850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48" name="任意多边形 347"/>
                    <p:cNvSpPr/>
                    <p:nvPr/>
                  </p:nvSpPr>
                  <p:spPr>
                    <a:xfrm>
                      <a:off x="5021823" y="4719904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49" name="任意多边形 348"/>
                    <p:cNvSpPr/>
                    <p:nvPr/>
                  </p:nvSpPr>
                  <p:spPr>
                    <a:xfrm>
                      <a:off x="5044962" y="4719932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0" name="任意多边形 349"/>
                    <p:cNvSpPr/>
                    <p:nvPr/>
                  </p:nvSpPr>
                  <p:spPr>
                    <a:xfrm>
                      <a:off x="5067373" y="4719965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1" name="任意多边形 350"/>
                    <p:cNvSpPr/>
                    <p:nvPr/>
                  </p:nvSpPr>
                  <p:spPr>
                    <a:xfrm>
                      <a:off x="5089504" y="4719932"/>
                      <a:ext cx="21930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930" h="9297">
                          <a:moveTo>
                            <a:pt x="0" y="9297"/>
                          </a:moveTo>
                          <a:lnTo>
                            <a:pt x="21930" y="9297"/>
                          </a:lnTo>
                          <a:lnTo>
                            <a:pt x="19692" y="0"/>
                          </a:lnTo>
                          <a:lnTo>
                            <a:pt x="2685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2" name="任意多边形 351"/>
                    <p:cNvSpPr/>
                    <p:nvPr/>
                  </p:nvSpPr>
                  <p:spPr>
                    <a:xfrm>
                      <a:off x="5112862" y="4719991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3" name="任意多边形 352"/>
                    <p:cNvSpPr/>
                    <p:nvPr/>
                  </p:nvSpPr>
                  <p:spPr>
                    <a:xfrm>
                      <a:off x="5135282" y="4719774"/>
                      <a:ext cx="21856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856" h="9474">
                          <a:moveTo>
                            <a:pt x="0" y="9538"/>
                          </a:moveTo>
                          <a:lnTo>
                            <a:pt x="21929" y="9538"/>
                          </a:lnTo>
                          <a:lnTo>
                            <a:pt x="18114" y="34"/>
                          </a:lnTo>
                          <a:lnTo>
                            <a:pt x="2684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4" name="任意多边形 353"/>
                    <p:cNvSpPr/>
                    <p:nvPr/>
                  </p:nvSpPr>
                  <p:spPr>
                    <a:xfrm>
                      <a:off x="5157450" y="4720047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5" name="任意多边形 354"/>
                    <p:cNvSpPr/>
                    <p:nvPr/>
                  </p:nvSpPr>
                  <p:spPr>
                    <a:xfrm>
                      <a:off x="5180541" y="4719429"/>
                      <a:ext cx="21856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856" h="9474">
                          <a:moveTo>
                            <a:pt x="0" y="9538"/>
                          </a:moveTo>
                          <a:lnTo>
                            <a:pt x="21929" y="9538"/>
                          </a:lnTo>
                          <a:lnTo>
                            <a:pt x="18114" y="34"/>
                          </a:lnTo>
                          <a:lnTo>
                            <a:pt x="2684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6" name="任意多边形 355"/>
                    <p:cNvSpPr/>
                    <p:nvPr/>
                  </p:nvSpPr>
                  <p:spPr>
                    <a:xfrm>
                      <a:off x="5202709" y="4719702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57" name="任意多边形 356"/>
                    <p:cNvSpPr/>
                    <p:nvPr/>
                  </p:nvSpPr>
                  <p:spPr>
                    <a:xfrm>
                      <a:off x="5224543" y="4719550"/>
                      <a:ext cx="2209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096" h="9231">
                          <a:moveTo>
                            <a:pt x="0" y="9295"/>
                          </a:moveTo>
                          <a:lnTo>
                            <a:pt x="22054" y="9295"/>
                          </a:lnTo>
                          <a:lnTo>
                            <a:pt x="18762" y="0"/>
                          </a:lnTo>
                          <a:lnTo>
                            <a:pt x="255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74" name="组合 173"/>
                <p:cNvGrpSpPr/>
                <p:nvPr/>
              </p:nvGrpSpPr>
              <p:grpSpPr>
                <a:xfrm>
                  <a:off x="4975914" y="4721645"/>
                  <a:ext cx="341356" cy="11660"/>
                  <a:chOff x="4975914" y="4721645"/>
                  <a:chExt cx="341356" cy="11660"/>
                </a:xfrm>
              </p:grpSpPr>
              <p:sp>
                <p:nvSpPr>
                  <p:cNvPr id="329" name="任意多边形 328"/>
                  <p:cNvSpPr/>
                  <p:nvPr/>
                </p:nvSpPr>
                <p:spPr>
                  <a:xfrm>
                    <a:off x="4976054" y="4721883"/>
                    <a:ext cx="3697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972" h="11417">
                        <a:moveTo>
                          <a:pt x="-94" y="10645"/>
                        </a:moveTo>
                        <a:lnTo>
                          <a:pt x="36878" y="11345"/>
                        </a:lnTo>
                        <a:lnTo>
                          <a:pt x="30029" y="-44"/>
                        </a:lnTo>
                        <a:lnTo>
                          <a:pt x="2948" y="199"/>
                        </a:lnTo>
                        <a:lnTo>
                          <a:pt x="-94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0" name="任意多边形 329"/>
                  <p:cNvSpPr/>
                  <p:nvPr/>
                </p:nvSpPr>
                <p:spPr>
                  <a:xfrm>
                    <a:off x="5280356" y="4721767"/>
                    <a:ext cx="3676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760" h="11417">
                        <a:moveTo>
                          <a:pt x="0" y="11417"/>
                        </a:moveTo>
                        <a:lnTo>
                          <a:pt x="36760" y="11327"/>
                        </a:lnTo>
                        <a:lnTo>
                          <a:pt x="35636" y="5477"/>
                        </a:lnTo>
                        <a:lnTo>
                          <a:pt x="33684" y="-90"/>
                        </a:lnTo>
                        <a:lnTo>
                          <a:pt x="4635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1" name="任意多边形 330"/>
                  <p:cNvSpPr/>
                  <p:nvPr/>
                </p:nvSpPr>
                <p:spPr>
                  <a:xfrm>
                    <a:off x="5005249" y="472170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2" name="任意多边形 331"/>
                  <p:cNvSpPr/>
                  <p:nvPr/>
                </p:nvSpPr>
                <p:spPr>
                  <a:xfrm>
                    <a:off x="5028600" y="472170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3" name="任意多边形 332"/>
                  <p:cNvSpPr/>
                  <p:nvPr/>
                </p:nvSpPr>
                <p:spPr>
                  <a:xfrm>
                    <a:off x="5052734" y="4722030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4" name="任意多边形 333"/>
                  <p:cNvSpPr/>
                  <p:nvPr/>
                </p:nvSpPr>
                <p:spPr>
                  <a:xfrm>
                    <a:off x="5075355" y="4722030"/>
                    <a:ext cx="2852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0" h="11417">
                        <a:moveTo>
                          <a:pt x="95" y="11417"/>
                        </a:moveTo>
                        <a:lnTo>
                          <a:pt x="28612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5" name="任意多边形 334"/>
                  <p:cNvSpPr/>
                  <p:nvPr/>
                </p:nvSpPr>
                <p:spPr>
                  <a:xfrm>
                    <a:off x="5097688" y="4722030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6" name="任意多边形 335"/>
                  <p:cNvSpPr/>
                  <p:nvPr/>
                </p:nvSpPr>
                <p:spPr>
                  <a:xfrm>
                    <a:off x="5121039" y="4722030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7" name="任意多边形 336"/>
                  <p:cNvSpPr/>
                  <p:nvPr/>
                </p:nvSpPr>
                <p:spPr>
                  <a:xfrm>
                    <a:off x="5144686" y="472192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7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8" name="任意多边形 337"/>
                  <p:cNvSpPr/>
                  <p:nvPr/>
                </p:nvSpPr>
                <p:spPr>
                  <a:xfrm>
                    <a:off x="5167308" y="4721926"/>
                    <a:ext cx="2852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0" h="11417">
                        <a:moveTo>
                          <a:pt x="95" y="11417"/>
                        </a:moveTo>
                        <a:lnTo>
                          <a:pt x="28612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39" name="任意多边形 338"/>
                  <p:cNvSpPr/>
                  <p:nvPr/>
                </p:nvSpPr>
                <p:spPr>
                  <a:xfrm>
                    <a:off x="5190507" y="4721935"/>
                    <a:ext cx="287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734" h="11417">
                        <a:moveTo>
                          <a:pt x="95" y="11417"/>
                        </a:moveTo>
                        <a:lnTo>
                          <a:pt x="28826" y="11311"/>
                        </a:lnTo>
                        <a:lnTo>
                          <a:pt x="22548" y="0"/>
                        </a:lnTo>
                        <a:lnTo>
                          <a:pt x="5929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0" name="任意多边形 339"/>
                  <p:cNvSpPr/>
                  <p:nvPr/>
                </p:nvSpPr>
                <p:spPr>
                  <a:xfrm>
                    <a:off x="5213129" y="4721935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1" name="任意多边形 340"/>
                  <p:cNvSpPr/>
                  <p:nvPr/>
                </p:nvSpPr>
                <p:spPr>
                  <a:xfrm>
                    <a:off x="5235699" y="4721935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42" name="任意多边形 341"/>
                  <p:cNvSpPr/>
                  <p:nvPr/>
                </p:nvSpPr>
                <p:spPr>
                  <a:xfrm>
                    <a:off x="5258138" y="472176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3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75" name="组合 174"/>
                <p:cNvGrpSpPr/>
                <p:nvPr/>
              </p:nvGrpSpPr>
              <p:grpSpPr>
                <a:xfrm>
                  <a:off x="4976348" y="4723376"/>
                  <a:ext cx="338755" cy="9933"/>
                  <a:chOff x="4976348" y="4723376"/>
                  <a:chExt cx="338755" cy="9933"/>
                </a:xfrm>
              </p:grpSpPr>
              <p:sp>
                <p:nvSpPr>
                  <p:cNvPr id="314" name="任意多边形 313"/>
                  <p:cNvSpPr/>
                  <p:nvPr/>
                </p:nvSpPr>
                <p:spPr>
                  <a:xfrm>
                    <a:off x="4976389" y="4723875"/>
                    <a:ext cx="30552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552" h="9393">
                        <a:moveTo>
                          <a:pt x="-145" y="9407"/>
                        </a:moveTo>
                        <a:lnTo>
                          <a:pt x="30515" y="9001"/>
                        </a:lnTo>
                        <a:lnTo>
                          <a:pt x="26955" y="256"/>
                        </a:lnTo>
                        <a:lnTo>
                          <a:pt x="3049" y="110"/>
                        </a:lnTo>
                        <a:lnTo>
                          <a:pt x="-145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15" name="任意多边形 314"/>
                  <p:cNvSpPr/>
                  <p:nvPr/>
                </p:nvSpPr>
                <p:spPr>
                  <a:xfrm>
                    <a:off x="5285986" y="4723700"/>
                    <a:ext cx="29200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200" h="9717">
                        <a:moveTo>
                          <a:pt x="0" y="9648"/>
                        </a:moveTo>
                        <a:lnTo>
                          <a:pt x="29200" y="9525"/>
                        </a:lnTo>
                        <a:lnTo>
                          <a:pt x="27391" y="-27"/>
                        </a:lnTo>
                        <a:lnTo>
                          <a:pt x="2084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16" name="组合 315"/>
                  <p:cNvGrpSpPr/>
                  <p:nvPr/>
                </p:nvGrpSpPr>
                <p:grpSpPr>
                  <a:xfrm>
                    <a:off x="5007225" y="4723593"/>
                    <a:ext cx="252006" cy="9933"/>
                    <a:chOff x="5007225" y="4723593"/>
                    <a:chExt cx="252006" cy="9933"/>
                  </a:xfrm>
                </p:grpSpPr>
                <p:sp>
                  <p:nvSpPr>
                    <p:cNvPr id="318" name="任意多边形 317"/>
                    <p:cNvSpPr/>
                    <p:nvPr/>
                  </p:nvSpPr>
                  <p:spPr>
                    <a:xfrm>
                      <a:off x="5007303" y="4723846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9" name="任意多边形 318"/>
                    <p:cNvSpPr/>
                    <p:nvPr/>
                  </p:nvSpPr>
                  <p:spPr>
                    <a:xfrm>
                      <a:off x="5031031" y="4723900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0" name="任意多边形 319"/>
                    <p:cNvSpPr/>
                    <p:nvPr/>
                  </p:nvSpPr>
                  <p:spPr>
                    <a:xfrm>
                      <a:off x="5054537" y="4723928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1" name="任意多边形 320"/>
                    <p:cNvSpPr/>
                    <p:nvPr/>
                  </p:nvSpPr>
                  <p:spPr>
                    <a:xfrm>
                      <a:off x="5077303" y="4723961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2" name="任意多边形 321"/>
                    <p:cNvSpPr/>
                    <p:nvPr/>
                  </p:nvSpPr>
                  <p:spPr>
                    <a:xfrm>
                      <a:off x="5099786" y="4723928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3" name="任意多边形 322"/>
                    <p:cNvSpPr/>
                    <p:nvPr/>
                  </p:nvSpPr>
                  <p:spPr>
                    <a:xfrm>
                      <a:off x="5123513" y="4723987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4" name="任意多边形 323"/>
                    <p:cNvSpPr/>
                    <p:nvPr/>
                  </p:nvSpPr>
                  <p:spPr>
                    <a:xfrm>
                      <a:off x="5146289" y="4723770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5" name="任意多边形 324"/>
                    <p:cNvSpPr/>
                    <p:nvPr/>
                  </p:nvSpPr>
                  <p:spPr>
                    <a:xfrm>
                      <a:off x="5168809" y="4724043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6" name="任意多边形 325"/>
                    <p:cNvSpPr/>
                    <p:nvPr/>
                  </p:nvSpPr>
                  <p:spPr>
                    <a:xfrm>
                      <a:off x="5192265" y="4723425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7" name="任意多边形 326"/>
                    <p:cNvSpPr/>
                    <p:nvPr/>
                  </p:nvSpPr>
                  <p:spPr>
                    <a:xfrm>
                      <a:off x="5214785" y="4723697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28" name="任意多边形 327"/>
                    <p:cNvSpPr/>
                    <p:nvPr/>
                  </p:nvSpPr>
                  <p:spPr>
                    <a:xfrm>
                      <a:off x="5236965" y="4723546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  <p:sp>
                <p:nvSpPr>
                  <p:cNvPr id="317" name="任意多边形 316"/>
                  <p:cNvSpPr/>
                  <p:nvPr/>
                </p:nvSpPr>
                <p:spPr>
                  <a:xfrm>
                    <a:off x="5259719" y="4723835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76" name="组合 175"/>
                <p:cNvGrpSpPr/>
                <p:nvPr/>
              </p:nvGrpSpPr>
              <p:grpSpPr>
                <a:xfrm>
                  <a:off x="4975913" y="4725529"/>
                  <a:ext cx="341794" cy="12092"/>
                  <a:chOff x="4975913" y="4725529"/>
                  <a:chExt cx="341794" cy="12092"/>
                </a:xfrm>
              </p:grpSpPr>
              <p:sp>
                <p:nvSpPr>
                  <p:cNvPr id="300" name="任意多边形 299"/>
                  <p:cNvSpPr/>
                  <p:nvPr/>
                </p:nvSpPr>
                <p:spPr>
                  <a:xfrm>
                    <a:off x="4975804" y="4725983"/>
                    <a:ext cx="42209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09" h="11417">
                        <a:moveTo>
                          <a:pt x="-107" y="10645"/>
                        </a:moveTo>
                        <a:lnTo>
                          <a:pt x="42102" y="11345"/>
                        </a:lnTo>
                        <a:lnTo>
                          <a:pt x="34283" y="-44"/>
                        </a:lnTo>
                        <a:lnTo>
                          <a:pt x="3366" y="199"/>
                        </a:lnTo>
                        <a:lnTo>
                          <a:pt x="-107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301" name="任意多边形 300"/>
                  <p:cNvSpPr/>
                  <p:nvPr/>
                </p:nvSpPr>
                <p:spPr>
                  <a:xfrm>
                    <a:off x="5262385" y="4725806"/>
                    <a:ext cx="55140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5140" h="11417">
                        <a:moveTo>
                          <a:pt x="0" y="11417"/>
                        </a:moveTo>
                        <a:lnTo>
                          <a:pt x="55140" y="11327"/>
                        </a:lnTo>
                        <a:lnTo>
                          <a:pt x="53455" y="5477"/>
                        </a:lnTo>
                        <a:lnTo>
                          <a:pt x="50527" y="-90"/>
                        </a:lnTo>
                        <a:lnTo>
                          <a:pt x="6953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302" name="组合 301"/>
                  <p:cNvGrpSpPr/>
                  <p:nvPr/>
                </p:nvGrpSpPr>
                <p:grpSpPr>
                  <a:xfrm>
                    <a:off x="5010179" y="4725529"/>
                    <a:ext cx="258081" cy="12092"/>
                    <a:chOff x="5010179" y="4725529"/>
                    <a:chExt cx="258081" cy="12092"/>
                  </a:xfrm>
                </p:grpSpPr>
                <p:sp>
                  <p:nvSpPr>
                    <p:cNvPr id="303" name="任意多边形 302"/>
                    <p:cNvSpPr/>
                    <p:nvPr/>
                  </p:nvSpPr>
                  <p:spPr>
                    <a:xfrm>
                      <a:off x="5010237" y="4725806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4" name="任意多边形 303"/>
                    <p:cNvSpPr/>
                    <p:nvPr/>
                  </p:nvSpPr>
                  <p:spPr>
                    <a:xfrm>
                      <a:off x="5033589" y="4725806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5" name="任意多边形 304"/>
                    <p:cNvSpPr/>
                    <p:nvPr/>
                  </p:nvSpPr>
                  <p:spPr>
                    <a:xfrm>
                      <a:off x="5057723" y="4725698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6" name="任意多边形 305"/>
                    <p:cNvSpPr/>
                    <p:nvPr/>
                  </p:nvSpPr>
                  <p:spPr>
                    <a:xfrm>
                      <a:off x="5080343" y="4725698"/>
                      <a:ext cx="28521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521" h="11417">
                          <a:moveTo>
                            <a:pt x="95" y="11417"/>
                          </a:moveTo>
                          <a:lnTo>
                            <a:pt x="28613" y="11310"/>
                          </a:lnTo>
                          <a:lnTo>
                            <a:pt x="22381" y="0"/>
                          </a:lnTo>
                          <a:lnTo>
                            <a:pt x="5885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7" name="任意多边形 306"/>
                    <p:cNvSpPr/>
                    <p:nvPr/>
                  </p:nvSpPr>
                  <p:spPr>
                    <a:xfrm>
                      <a:off x="5102677" y="4725698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8" name="任意多边形 307"/>
                    <p:cNvSpPr/>
                    <p:nvPr/>
                  </p:nvSpPr>
                  <p:spPr>
                    <a:xfrm>
                      <a:off x="5126030" y="4725698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09" name="任意多边形 308"/>
                    <p:cNvSpPr/>
                    <p:nvPr/>
                  </p:nvSpPr>
                  <p:spPr>
                    <a:xfrm>
                      <a:off x="5149676" y="4726026"/>
                      <a:ext cx="290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034" h="11417">
                          <a:moveTo>
                            <a:pt x="96" y="11417"/>
                          </a:moveTo>
                          <a:lnTo>
                            <a:pt x="29128" y="11310"/>
                          </a:lnTo>
                          <a:lnTo>
                            <a:pt x="22784" y="0"/>
                          </a:lnTo>
                          <a:lnTo>
                            <a:pt x="5991" y="0"/>
                          </a:lnTo>
                          <a:lnTo>
                            <a:pt x="96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0" name="任意多边形 309"/>
                    <p:cNvSpPr/>
                    <p:nvPr/>
                  </p:nvSpPr>
                  <p:spPr>
                    <a:xfrm>
                      <a:off x="5172300" y="4726026"/>
                      <a:ext cx="28521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521" h="11417">
                          <a:moveTo>
                            <a:pt x="95" y="11417"/>
                          </a:moveTo>
                          <a:lnTo>
                            <a:pt x="28613" y="11310"/>
                          </a:lnTo>
                          <a:lnTo>
                            <a:pt x="22381" y="0"/>
                          </a:lnTo>
                          <a:lnTo>
                            <a:pt x="5885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1" name="任意多边形 310"/>
                    <p:cNvSpPr/>
                    <p:nvPr/>
                  </p:nvSpPr>
                  <p:spPr>
                    <a:xfrm>
                      <a:off x="5195498" y="4726035"/>
                      <a:ext cx="28734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8734" h="11417">
                          <a:moveTo>
                            <a:pt x="95" y="11417"/>
                          </a:moveTo>
                          <a:lnTo>
                            <a:pt x="28826" y="11310"/>
                          </a:lnTo>
                          <a:lnTo>
                            <a:pt x="22548" y="0"/>
                          </a:lnTo>
                          <a:lnTo>
                            <a:pt x="5929" y="0"/>
                          </a:lnTo>
                          <a:lnTo>
                            <a:pt x="95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2" name="任意多边形 311"/>
                    <p:cNvSpPr/>
                    <p:nvPr/>
                  </p:nvSpPr>
                  <p:spPr>
                    <a:xfrm>
                      <a:off x="5218121" y="4726035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0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313" name="任意多边形 312"/>
                    <p:cNvSpPr/>
                    <p:nvPr/>
                  </p:nvSpPr>
                  <p:spPr>
                    <a:xfrm>
                      <a:off x="5240691" y="4726035"/>
                      <a:ext cx="27296" cy="114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96" h="11417">
                          <a:moveTo>
                            <a:pt x="91" y="11417"/>
                          </a:moveTo>
                          <a:lnTo>
                            <a:pt x="27384" y="11310"/>
                          </a:lnTo>
                          <a:lnTo>
                            <a:pt x="21420" y="0"/>
                          </a:lnTo>
                          <a:lnTo>
                            <a:pt x="5633" y="0"/>
                          </a:lnTo>
                          <a:lnTo>
                            <a:pt x="91" y="114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E1ECEE"/>
                        </a:gs>
                        <a:gs pos="100000">
                          <a:srgbClr val="262626"/>
                        </a:gs>
                      </a:gsLst>
                      <a:lin ang="540000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sp>
              <p:nvSpPr>
                <p:cNvPr id="177" name="Rectangle"/>
                <p:cNvSpPr/>
                <p:nvPr/>
              </p:nvSpPr>
              <p:spPr>
                <a:xfrm>
                  <a:off x="4970260" y="4751923"/>
                  <a:ext cx="534309" cy="82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34309" h="8286">
                      <a:moveTo>
                        <a:pt x="0" y="0"/>
                      </a:moveTo>
                      <a:lnTo>
                        <a:pt x="534309" y="0"/>
                      </a:lnTo>
                      <a:lnTo>
                        <a:pt x="534309" y="8286"/>
                      </a:lnTo>
                      <a:lnTo>
                        <a:pt x="0" y="828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4D6"/>
                    </a:gs>
                    <a:gs pos="100000">
                      <a:srgbClr val="70767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78" name="组合 177"/>
                <p:cNvGrpSpPr/>
                <p:nvPr/>
              </p:nvGrpSpPr>
              <p:grpSpPr>
                <a:xfrm>
                  <a:off x="4976348" y="4727699"/>
                  <a:ext cx="339623" cy="9933"/>
                  <a:chOff x="4976348" y="4727699"/>
                  <a:chExt cx="339623" cy="9933"/>
                </a:xfrm>
              </p:grpSpPr>
              <p:sp>
                <p:nvSpPr>
                  <p:cNvPr id="286" name="任意多边形 285"/>
                  <p:cNvSpPr/>
                  <p:nvPr/>
                </p:nvSpPr>
                <p:spPr>
                  <a:xfrm>
                    <a:off x="4976389" y="4727982"/>
                    <a:ext cx="33507" cy="9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507" h="9393">
                        <a:moveTo>
                          <a:pt x="-160" y="9407"/>
                        </a:moveTo>
                        <a:lnTo>
                          <a:pt x="33466" y="9001"/>
                        </a:lnTo>
                        <a:lnTo>
                          <a:pt x="29562" y="256"/>
                        </a:lnTo>
                        <a:lnTo>
                          <a:pt x="3344" y="110"/>
                        </a:lnTo>
                        <a:lnTo>
                          <a:pt x="-160" y="9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7" name="任意多边形 286"/>
                  <p:cNvSpPr/>
                  <p:nvPr/>
                </p:nvSpPr>
                <p:spPr>
                  <a:xfrm>
                    <a:off x="5266896" y="4727794"/>
                    <a:ext cx="49147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147" h="9717">
                        <a:moveTo>
                          <a:pt x="0" y="9648"/>
                        </a:moveTo>
                        <a:lnTo>
                          <a:pt x="49147" y="9525"/>
                        </a:lnTo>
                        <a:lnTo>
                          <a:pt x="46101" y="-27"/>
                        </a:lnTo>
                        <a:lnTo>
                          <a:pt x="3508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grpSp>
                <p:nvGrpSpPr>
                  <p:cNvPr id="288" name="组合 287"/>
                  <p:cNvGrpSpPr/>
                  <p:nvPr/>
                </p:nvGrpSpPr>
                <p:grpSpPr>
                  <a:xfrm>
                    <a:off x="5014083" y="4727699"/>
                    <a:ext cx="252007" cy="9933"/>
                    <a:chOff x="5014083" y="4727699"/>
                    <a:chExt cx="252007" cy="9933"/>
                  </a:xfrm>
                </p:grpSpPr>
                <p:sp>
                  <p:nvSpPr>
                    <p:cNvPr id="289" name="任意多边形 288"/>
                    <p:cNvSpPr/>
                    <p:nvPr/>
                  </p:nvSpPr>
                  <p:spPr>
                    <a:xfrm>
                      <a:off x="5014161" y="4727952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0" name="任意多边形 289"/>
                    <p:cNvSpPr/>
                    <p:nvPr/>
                  </p:nvSpPr>
                  <p:spPr>
                    <a:xfrm>
                      <a:off x="5037889" y="4728006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1" name="任意多边形 290"/>
                    <p:cNvSpPr/>
                    <p:nvPr/>
                  </p:nvSpPr>
                  <p:spPr>
                    <a:xfrm>
                      <a:off x="5061396" y="4728034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2" name="任意多边形 291"/>
                    <p:cNvSpPr/>
                    <p:nvPr/>
                  </p:nvSpPr>
                  <p:spPr>
                    <a:xfrm>
                      <a:off x="5084162" y="4728067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3" name="任意多边形 292"/>
                    <p:cNvSpPr/>
                    <p:nvPr/>
                  </p:nvSpPr>
                  <p:spPr>
                    <a:xfrm>
                      <a:off x="5106644" y="4728034"/>
                      <a:ext cx="22277" cy="92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77" h="9297">
                          <a:moveTo>
                            <a:pt x="0" y="9297"/>
                          </a:moveTo>
                          <a:lnTo>
                            <a:pt x="22277" y="9297"/>
                          </a:lnTo>
                          <a:lnTo>
                            <a:pt x="20004" y="0"/>
                          </a:lnTo>
                          <a:lnTo>
                            <a:pt x="2728" y="0"/>
                          </a:lnTo>
                          <a:lnTo>
                            <a:pt x="0" y="929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4" name="任意多边形 293"/>
                    <p:cNvSpPr/>
                    <p:nvPr/>
                  </p:nvSpPr>
                  <p:spPr>
                    <a:xfrm>
                      <a:off x="5130372" y="4728093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5" name="任意多边形 294"/>
                    <p:cNvSpPr/>
                    <p:nvPr/>
                  </p:nvSpPr>
                  <p:spPr>
                    <a:xfrm>
                      <a:off x="5153147" y="4727876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6" name="任意多边形 295"/>
                    <p:cNvSpPr/>
                    <p:nvPr/>
                  </p:nvSpPr>
                  <p:spPr>
                    <a:xfrm>
                      <a:off x="5175667" y="4728149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7" name="任意多边形 296"/>
                    <p:cNvSpPr/>
                    <p:nvPr/>
                  </p:nvSpPr>
                  <p:spPr>
                    <a:xfrm>
                      <a:off x="5199125" y="4727531"/>
                      <a:ext cx="22202" cy="947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202" h="9474">
                          <a:moveTo>
                            <a:pt x="0" y="9538"/>
                          </a:moveTo>
                          <a:lnTo>
                            <a:pt x="22277" y="9538"/>
                          </a:lnTo>
                          <a:lnTo>
                            <a:pt x="18401" y="34"/>
                          </a:lnTo>
                          <a:lnTo>
                            <a:pt x="2727" y="242"/>
                          </a:lnTo>
                          <a:lnTo>
                            <a:pt x="0" y="9538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8" name="任意多边形 297"/>
                    <p:cNvSpPr/>
                    <p:nvPr/>
                  </p:nvSpPr>
                  <p:spPr>
                    <a:xfrm>
                      <a:off x="5221644" y="4727803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  <p:sp>
                  <p:nvSpPr>
                    <p:cNvPr id="299" name="任意多边形 298"/>
                    <p:cNvSpPr/>
                    <p:nvPr/>
                  </p:nvSpPr>
                  <p:spPr>
                    <a:xfrm>
                      <a:off x="5243823" y="4727652"/>
                      <a:ext cx="22446" cy="92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446" h="9231">
                          <a:moveTo>
                            <a:pt x="0" y="9295"/>
                          </a:moveTo>
                          <a:lnTo>
                            <a:pt x="22403" y="9295"/>
                          </a:lnTo>
                          <a:lnTo>
                            <a:pt x="19060" y="0"/>
                          </a:lnTo>
                          <a:lnTo>
                            <a:pt x="2599" y="0"/>
                          </a:lnTo>
                          <a:lnTo>
                            <a:pt x="0" y="92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83B3B"/>
                        </a:gs>
                        <a:gs pos="100000">
                          <a:srgbClr val="161717"/>
                        </a:gs>
                      </a:gsLst>
                      <a:lin ang="0" scaled="0"/>
                    </a:gradFill>
                    <a:ln w="7600" cap="flat">
                      <a:noFill/>
                      <a:miter lim="800000"/>
                    </a:ln>
                  </p:spPr>
                </p:sp>
              </p:grpSp>
            </p:grpSp>
            <p:grpSp>
              <p:nvGrpSpPr>
                <p:cNvPr id="179" name="组合 178"/>
                <p:cNvGrpSpPr/>
                <p:nvPr/>
              </p:nvGrpSpPr>
              <p:grpSpPr>
                <a:xfrm>
                  <a:off x="4974179" y="4730712"/>
                  <a:ext cx="344397" cy="11660"/>
                  <a:chOff x="4974179" y="4730712"/>
                  <a:chExt cx="344397" cy="11660"/>
                </a:xfrm>
              </p:grpSpPr>
              <p:sp>
                <p:nvSpPr>
                  <p:cNvPr id="274" name="任意多边形 273"/>
                  <p:cNvSpPr/>
                  <p:nvPr/>
                </p:nvSpPr>
                <p:spPr>
                  <a:xfrm>
                    <a:off x="4974108" y="4731106"/>
                    <a:ext cx="5709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7092" h="11417">
                        <a:moveTo>
                          <a:pt x="68" y="10645"/>
                        </a:moveTo>
                        <a:lnTo>
                          <a:pt x="56985" y="11345"/>
                        </a:lnTo>
                        <a:lnTo>
                          <a:pt x="49166" y="-44"/>
                        </a:lnTo>
                        <a:lnTo>
                          <a:pt x="3541" y="199"/>
                        </a:lnTo>
                        <a:lnTo>
                          <a:pt x="68" y="1064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5" name="任意多边形 274"/>
                  <p:cNvSpPr/>
                  <p:nvPr/>
                </p:nvSpPr>
                <p:spPr>
                  <a:xfrm>
                    <a:off x="5023425" y="4730929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6" name="任意多边形 275"/>
                  <p:cNvSpPr/>
                  <p:nvPr/>
                </p:nvSpPr>
                <p:spPr>
                  <a:xfrm>
                    <a:off x="5046777" y="4730929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7" name="任意多边形 276"/>
                  <p:cNvSpPr/>
                  <p:nvPr/>
                </p:nvSpPr>
                <p:spPr>
                  <a:xfrm>
                    <a:off x="5070910" y="4730821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8" name="任意多边形 277"/>
                  <p:cNvSpPr/>
                  <p:nvPr/>
                </p:nvSpPr>
                <p:spPr>
                  <a:xfrm>
                    <a:off x="5093532" y="4730821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9" name="任意多边形 278"/>
                  <p:cNvSpPr/>
                  <p:nvPr/>
                </p:nvSpPr>
                <p:spPr>
                  <a:xfrm>
                    <a:off x="5115866" y="4730821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0" name="任意多边形 279"/>
                  <p:cNvSpPr/>
                  <p:nvPr/>
                </p:nvSpPr>
                <p:spPr>
                  <a:xfrm>
                    <a:off x="5139217" y="4730821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1" name="任意多边形 280"/>
                  <p:cNvSpPr/>
                  <p:nvPr/>
                </p:nvSpPr>
                <p:spPr>
                  <a:xfrm>
                    <a:off x="5162864" y="4731149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1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2" name="任意多边形 281"/>
                  <p:cNvSpPr/>
                  <p:nvPr/>
                </p:nvSpPr>
                <p:spPr>
                  <a:xfrm>
                    <a:off x="5185485" y="4731149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1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3" name="任意多边形 282"/>
                  <p:cNvSpPr/>
                  <p:nvPr/>
                </p:nvSpPr>
                <p:spPr>
                  <a:xfrm>
                    <a:off x="5208684" y="4731158"/>
                    <a:ext cx="287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734" h="11417">
                        <a:moveTo>
                          <a:pt x="95" y="11417"/>
                        </a:moveTo>
                        <a:lnTo>
                          <a:pt x="28826" y="11311"/>
                        </a:lnTo>
                        <a:lnTo>
                          <a:pt x="22548" y="0"/>
                        </a:lnTo>
                        <a:lnTo>
                          <a:pt x="5929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4" name="任意多边形 283"/>
                  <p:cNvSpPr/>
                  <p:nvPr/>
                </p:nvSpPr>
                <p:spPr>
                  <a:xfrm>
                    <a:off x="5231306" y="4731158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85" name="任意多边形 284"/>
                  <p:cNvSpPr/>
                  <p:nvPr/>
                </p:nvSpPr>
                <p:spPr>
                  <a:xfrm>
                    <a:off x="5252743" y="4730929"/>
                    <a:ext cx="65632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632" h="11417">
                        <a:moveTo>
                          <a:pt x="0" y="11417"/>
                        </a:moveTo>
                        <a:lnTo>
                          <a:pt x="65727" y="11311"/>
                        </a:lnTo>
                        <a:lnTo>
                          <a:pt x="64046" y="5460"/>
                        </a:lnTo>
                        <a:lnTo>
                          <a:pt x="61118" y="-107"/>
                        </a:lnTo>
                        <a:lnTo>
                          <a:pt x="6954" y="136"/>
                        </a:lnTo>
                        <a:lnTo>
                          <a:pt x="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4973745" y="4732444"/>
                  <a:ext cx="343528" cy="9501"/>
                  <a:chOff x="4973745" y="4732444"/>
                  <a:chExt cx="343528" cy="9501"/>
                </a:xfrm>
              </p:grpSpPr>
              <p:sp>
                <p:nvSpPr>
                  <p:cNvPr id="262" name="任意多边形 261"/>
                  <p:cNvSpPr/>
                  <p:nvPr/>
                </p:nvSpPr>
                <p:spPr>
                  <a:xfrm>
                    <a:off x="5026914" y="4732620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3" name="任意多边形 262"/>
                  <p:cNvSpPr/>
                  <p:nvPr/>
                </p:nvSpPr>
                <p:spPr>
                  <a:xfrm>
                    <a:off x="4974180" y="4732651"/>
                    <a:ext cx="52735" cy="933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35" h="9338">
                        <a:moveTo>
                          <a:pt x="-223" y="9405"/>
                        </a:moveTo>
                        <a:lnTo>
                          <a:pt x="52735" y="9282"/>
                        </a:lnTo>
                        <a:lnTo>
                          <a:pt x="48640" y="-14"/>
                        </a:lnTo>
                        <a:lnTo>
                          <a:pt x="4669" y="108"/>
                        </a:lnTo>
                        <a:lnTo>
                          <a:pt x="-223" y="940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4" name="任意多边形 263"/>
                  <p:cNvSpPr/>
                  <p:nvPr/>
                </p:nvSpPr>
                <p:spPr>
                  <a:xfrm>
                    <a:off x="5050643" y="4732675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5" name="任意多边形 264"/>
                  <p:cNvSpPr/>
                  <p:nvPr/>
                </p:nvSpPr>
                <p:spPr>
                  <a:xfrm>
                    <a:off x="5074149" y="4732702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6" name="任意多边形 265"/>
                  <p:cNvSpPr/>
                  <p:nvPr/>
                </p:nvSpPr>
                <p:spPr>
                  <a:xfrm>
                    <a:off x="5096915" y="4732735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7" name="任意多边形 266"/>
                  <p:cNvSpPr/>
                  <p:nvPr/>
                </p:nvSpPr>
                <p:spPr>
                  <a:xfrm>
                    <a:off x="5119398" y="4732702"/>
                    <a:ext cx="22278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8" h="9297">
                        <a:moveTo>
                          <a:pt x="0" y="9297"/>
                        </a:moveTo>
                        <a:lnTo>
                          <a:pt x="22278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8" name="任意多边形 267"/>
                  <p:cNvSpPr/>
                  <p:nvPr/>
                </p:nvSpPr>
                <p:spPr>
                  <a:xfrm>
                    <a:off x="5143126" y="4732761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9" name="任意多边形 268"/>
                  <p:cNvSpPr/>
                  <p:nvPr/>
                </p:nvSpPr>
                <p:spPr>
                  <a:xfrm>
                    <a:off x="5165901" y="4732544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0" name="任意多边形 269"/>
                  <p:cNvSpPr/>
                  <p:nvPr/>
                </p:nvSpPr>
                <p:spPr>
                  <a:xfrm>
                    <a:off x="5188421" y="4732817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1" name="任意多边形 270"/>
                  <p:cNvSpPr/>
                  <p:nvPr/>
                </p:nvSpPr>
                <p:spPr>
                  <a:xfrm>
                    <a:off x="5211877" y="4732199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2" name="任意多边形 271"/>
                  <p:cNvSpPr/>
                  <p:nvPr/>
                </p:nvSpPr>
                <p:spPr>
                  <a:xfrm>
                    <a:off x="5234397" y="4732471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4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73" name="任意多边形 272"/>
                  <p:cNvSpPr/>
                  <p:nvPr/>
                </p:nvSpPr>
                <p:spPr>
                  <a:xfrm>
                    <a:off x="5255252" y="4732310"/>
                    <a:ext cx="62216" cy="9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216" h="9717">
                        <a:moveTo>
                          <a:pt x="0" y="9648"/>
                        </a:moveTo>
                        <a:lnTo>
                          <a:pt x="62216" y="9525"/>
                        </a:lnTo>
                        <a:lnTo>
                          <a:pt x="58361" y="-27"/>
                        </a:lnTo>
                        <a:lnTo>
                          <a:pt x="4441" y="459"/>
                        </a:lnTo>
                        <a:lnTo>
                          <a:pt x="0" y="96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1" name="组合 180"/>
                <p:cNvGrpSpPr/>
                <p:nvPr/>
              </p:nvGrpSpPr>
              <p:grpSpPr>
                <a:xfrm>
                  <a:off x="4972443" y="4736762"/>
                  <a:ext cx="346563" cy="11660"/>
                  <a:chOff x="4972443" y="4736762"/>
                  <a:chExt cx="346563" cy="11660"/>
                </a:xfrm>
              </p:grpSpPr>
              <p:sp>
                <p:nvSpPr>
                  <p:cNvPr id="254" name="任意多边形 253"/>
                  <p:cNvSpPr/>
                  <p:nvPr/>
                </p:nvSpPr>
                <p:spPr>
                  <a:xfrm>
                    <a:off x="5005854" y="4736793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5" name="任意多边形 254"/>
                  <p:cNvSpPr/>
                  <p:nvPr/>
                </p:nvSpPr>
                <p:spPr>
                  <a:xfrm>
                    <a:off x="4972447" y="4736970"/>
                    <a:ext cx="38061" cy="112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61" h="11278">
                        <a:moveTo>
                          <a:pt x="100" y="11278"/>
                        </a:moveTo>
                        <a:lnTo>
                          <a:pt x="38140" y="11346"/>
                        </a:lnTo>
                        <a:lnTo>
                          <a:pt x="31603" y="-18"/>
                        </a:lnTo>
                        <a:lnTo>
                          <a:pt x="3254" y="130"/>
                        </a:lnTo>
                        <a:lnTo>
                          <a:pt x="100" y="1127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6" name="任意多边形 255"/>
                  <p:cNvSpPr/>
                  <p:nvPr/>
                </p:nvSpPr>
                <p:spPr>
                  <a:xfrm>
                    <a:off x="5034447" y="4736790"/>
                    <a:ext cx="3440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01" h="11346">
                        <a:moveTo>
                          <a:pt x="96" y="11408"/>
                        </a:moveTo>
                        <a:lnTo>
                          <a:pt x="34450" y="11408"/>
                        </a:lnTo>
                        <a:lnTo>
                          <a:pt x="27968" y="0"/>
                        </a:lnTo>
                        <a:lnTo>
                          <a:pt x="5991" y="0"/>
                        </a:lnTo>
                        <a:lnTo>
                          <a:pt x="9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7" name="任意多边形 256"/>
                  <p:cNvSpPr/>
                  <p:nvPr/>
                </p:nvSpPr>
                <p:spPr>
                  <a:xfrm>
                    <a:off x="5062530" y="4736789"/>
                    <a:ext cx="14004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046" h="11417">
                        <a:moveTo>
                          <a:pt x="0" y="11281"/>
                        </a:moveTo>
                        <a:lnTo>
                          <a:pt x="140046" y="11417"/>
                        </a:lnTo>
                        <a:lnTo>
                          <a:pt x="130799" y="107"/>
                        </a:lnTo>
                        <a:lnTo>
                          <a:pt x="7832" y="107"/>
                        </a:lnTo>
                        <a:lnTo>
                          <a:pt x="0" y="1128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8" name="任意多边形 257"/>
                  <p:cNvSpPr/>
                  <p:nvPr/>
                </p:nvSpPr>
                <p:spPr>
                  <a:xfrm>
                    <a:off x="5196246" y="4736880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9" name="任意多边形 258"/>
                  <p:cNvSpPr/>
                  <p:nvPr/>
                </p:nvSpPr>
                <p:spPr>
                  <a:xfrm>
                    <a:off x="5224114" y="4736790"/>
                    <a:ext cx="3440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01" h="11346">
                        <a:moveTo>
                          <a:pt x="96" y="11408"/>
                        </a:moveTo>
                        <a:lnTo>
                          <a:pt x="34450" y="11408"/>
                        </a:lnTo>
                        <a:lnTo>
                          <a:pt x="27968" y="0"/>
                        </a:lnTo>
                        <a:lnTo>
                          <a:pt x="5991" y="0"/>
                        </a:lnTo>
                        <a:lnTo>
                          <a:pt x="96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0" name="任意多边形 259"/>
                  <p:cNvSpPr/>
                  <p:nvPr/>
                </p:nvSpPr>
                <p:spPr>
                  <a:xfrm>
                    <a:off x="5253254" y="4736732"/>
                    <a:ext cx="32531" cy="114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11460">
                        <a:moveTo>
                          <a:pt x="-148" y="11407"/>
                        </a:moveTo>
                        <a:lnTo>
                          <a:pt x="32383" y="11405"/>
                        </a:lnTo>
                        <a:lnTo>
                          <a:pt x="27724" y="0"/>
                        </a:lnTo>
                        <a:lnTo>
                          <a:pt x="5747" y="0"/>
                        </a:lnTo>
                        <a:lnTo>
                          <a:pt x="-148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61" name="任意多边形 260"/>
                  <p:cNvSpPr/>
                  <p:nvPr/>
                </p:nvSpPr>
                <p:spPr>
                  <a:xfrm>
                    <a:off x="5279754" y="4736790"/>
                    <a:ext cx="39362" cy="11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62" h="11336">
                        <a:moveTo>
                          <a:pt x="111" y="11407"/>
                        </a:moveTo>
                        <a:lnTo>
                          <a:pt x="39417" y="11406"/>
                        </a:lnTo>
                        <a:lnTo>
                          <a:pt x="35241" y="0"/>
                        </a:lnTo>
                        <a:lnTo>
                          <a:pt x="6856" y="0"/>
                        </a:lnTo>
                        <a:lnTo>
                          <a:pt x="111" y="1140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182" name="任意多边形 181"/>
                <p:cNvSpPr/>
                <p:nvPr/>
              </p:nvSpPr>
              <p:spPr>
                <a:xfrm>
                  <a:off x="5350945" y="4730712"/>
                  <a:ext cx="25130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130" h="11660">
                      <a:moveTo>
                        <a:pt x="341" y="11417"/>
                      </a:moveTo>
                      <a:lnTo>
                        <a:pt x="25191" y="11697"/>
                      </a:lnTo>
                      <a:lnTo>
                        <a:pt x="18604" y="36"/>
                      </a:lnTo>
                      <a:lnTo>
                        <a:pt x="2257" y="36"/>
                      </a:lnTo>
                      <a:lnTo>
                        <a:pt x="61" y="5624"/>
                      </a:lnTo>
                      <a:lnTo>
                        <a:pt x="34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183" name="任意多边形 182"/>
                <p:cNvSpPr/>
                <p:nvPr/>
              </p:nvSpPr>
              <p:spPr>
                <a:xfrm>
                  <a:off x="5351640" y="4733057"/>
                  <a:ext cx="21581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1" h="8061">
                      <a:moveTo>
                        <a:pt x="0" y="8061"/>
                      </a:moveTo>
                      <a:lnTo>
                        <a:pt x="21581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84" name="组合 183"/>
                <p:cNvGrpSpPr/>
                <p:nvPr/>
              </p:nvGrpSpPr>
              <p:grpSpPr>
                <a:xfrm>
                  <a:off x="5329230" y="4736647"/>
                  <a:ext cx="68560" cy="11660"/>
                  <a:chOff x="5329230" y="4736647"/>
                  <a:chExt cx="68560" cy="11660"/>
                </a:xfrm>
              </p:grpSpPr>
              <p:sp>
                <p:nvSpPr>
                  <p:cNvPr id="251" name="任意多边形 250"/>
                  <p:cNvSpPr/>
                  <p:nvPr/>
                </p:nvSpPr>
                <p:spPr>
                  <a:xfrm>
                    <a:off x="5329169" y="4736611"/>
                    <a:ext cx="25131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1" h="11660">
                        <a:moveTo>
                          <a:pt x="341" y="11417"/>
                        </a:moveTo>
                        <a:lnTo>
                          <a:pt x="25191" y="11697"/>
                        </a:lnTo>
                        <a:lnTo>
                          <a:pt x="18604" y="36"/>
                        </a:lnTo>
                        <a:lnTo>
                          <a:pt x="2257" y="36"/>
                        </a:lnTo>
                        <a:lnTo>
                          <a:pt x="61" y="5624"/>
                        </a:lnTo>
                        <a:lnTo>
                          <a:pt x="34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2" name="任意多边形 251"/>
                  <p:cNvSpPr/>
                  <p:nvPr/>
                </p:nvSpPr>
                <p:spPr>
                  <a:xfrm>
                    <a:off x="5349213" y="4736911"/>
                    <a:ext cx="2785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851" h="11346">
                        <a:moveTo>
                          <a:pt x="78" y="11408"/>
                        </a:moveTo>
                        <a:lnTo>
                          <a:pt x="27891" y="11408"/>
                        </a:lnTo>
                        <a:lnTo>
                          <a:pt x="22643" y="0"/>
                        </a:lnTo>
                        <a:lnTo>
                          <a:pt x="4851" y="0"/>
                        </a:lnTo>
                        <a:lnTo>
                          <a:pt x="78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3" name="任意多边形 252"/>
                  <p:cNvSpPr/>
                  <p:nvPr/>
                </p:nvSpPr>
                <p:spPr>
                  <a:xfrm>
                    <a:off x="5372323" y="4736953"/>
                    <a:ext cx="2537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74" h="11417">
                        <a:moveTo>
                          <a:pt x="-103" y="11417"/>
                        </a:moveTo>
                        <a:lnTo>
                          <a:pt x="25467" y="11405"/>
                        </a:lnTo>
                        <a:lnTo>
                          <a:pt x="23271" y="3639"/>
                        </a:lnTo>
                        <a:lnTo>
                          <a:pt x="19566" y="0"/>
                        </a:lnTo>
                        <a:lnTo>
                          <a:pt x="4057" y="0"/>
                        </a:lnTo>
                        <a:lnTo>
                          <a:pt x="-103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5" name="组合 184"/>
                <p:cNvGrpSpPr/>
                <p:nvPr/>
              </p:nvGrpSpPr>
              <p:grpSpPr>
                <a:xfrm>
                  <a:off x="5323488" y="4715849"/>
                  <a:ext cx="69112" cy="11660"/>
                  <a:chOff x="5323488" y="4715849"/>
                  <a:chExt cx="69112" cy="11660"/>
                </a:xfrm>
              </p:grpSpPr>
              <p:sp>
                <p:nvSpPr>
                  <p:cNvPr id="248" name="任意多边形 247"/>
                  <p:cNvSpPr/>
                  <p:nvPr/>
                </p:nvSpPr>
                <p:spPr>
                  <a:xfrm>
                    <a:off x="5323436" y="4715723"/>
                    <a:ext cx="25343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43" h="11660">
                        <a:moveTo>
                          <a:pt x="344" y="11417"/>
                        </a:moveTo>
                        <a:lnTo>
                          <a:pt x="25404" y="11697"/>
                        </a:lnTo>
                        <a:lnTo>
                          <a:pt x="18761" y="36"/>
                        </a:lnTo>
                        <a:lnTo>
                          <a:pt x="2276" y="36"/>
                        </a:lnTo>
                        <a:lnTo>
                          <a:pt x="62" y="5624"/>
                        </a:lnTo>
                        <a:lnTo>
                          <a:pt x="344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9" name="任意多边形 248"/>
                  <p:cNvSpPr/>
                  <p:nvPr/>
                </p:nvSpPr>
                <p:spPr>
                  <a:xfrm>
                    <a:off x="5343650" y="4716023"/>
                    <a:ext cx="28087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087" h="11346">
                        <a:moveTo>
                          <a:pt x="79" y="11408"/>
                        </a:moveTo>
                        <a:lnTo>
                          <a:pt x="28127" y="11408"/>
                        </a:lnTo>
                        <a:lnTo>
                          <a:pt x="22834" y="0"/>
                        </a:lnTo>
                        <a:lnTo>
                          <a:pt x="4892" y="0"/>
                        </a:lnTo>
                        <a:lnTo>
                          <a:pt x="79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50" name="任意多边形 249"/>
                  <p:cNvSpPr/>
                  <p:nvPr/>
                </p:nvSpPr>
                <p:spPr>
                  <a:xfrm>
                    <a:off x="5366954" y="4716065"/>
                    <a:ext cx="25808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08" h="11228">
                        <a:moveTo>
                          <a:pt x="-104" y="11418"/>
                        </a:moveTo>
                        <a:lnTo>
                          <a:pt x="25683" y="11406"/>
                        </a:lnTo>
                        <a:lnTo>
                          <a:pt x="19731" y="0"/>
                        </a:lnTo>
                        <a:lnTo>
                          <a:pt x="4091" y="0"/>
                        </a:lnTo>
                        <a:lnTo>
                          <a:pt x="-104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6" name="组合 185"/>
                <p:cNvGrpSpPr/>
                <p:nvPr/>
              </p:nvGrpSpPr>
              <p:grpSpPr>
                <a:xfrm>
                  <a:off x="5323455" y="4718359"/>
                  <a:ext cx="67130" cy="8097"/>
                  <a:chOff x="5323455" y="4718359"/>
                  <a:chExt cx="67130" cy="8097"/>
                </a:xfrm>
              </p:grpSpPr>
              <p:sp>
                <p:nvSpPr>
                  <p:cNvPr id="245" name="任意多边形 244"/>
                  <p:cNvSpPr/>
                  <p:nvPr/>
                </p:nvSpPr>
                <p:spPr>
                  <a:xfrm>
                    <a:off x="5323313" y="4718410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6" name="任意多边形 245"/>
                  <p:cNvSpPr/>
                  <p:nvPr/>
                </p:nvSpPr>
                <p:spPr>
                  <a:xfrm>
                    <a:off x="5346269" y="4718458"/>
                    <a:ext cx="21411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411" h="8061">
                        <a:moveTo>
                          <a:pt x="0" y="8061"/>
                        </a:moveTo>
                        <a:lnTo>
                          <a:pt x="21411" y="8061"/>
                        </a:lnTo>
                        <a:lnTo>
                          <a:pt x="19226" y="0"/>
                        </a:lnTo>
                        <a:lnTo>
                          <a:pt x="262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7" name="任意多边形 246"/>
                  <p:cNvSpPr/>
                  <p:nvPr/>
                </p:nvSpPr>
                <p:spPr>
                  <a:xfrm>
                    <a:off x="5367722" y="4718410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7" name="组合 186"/>
                <p:cNvGrpSpPr/>
                <p:nvPr/>
              </p:nvGrpSpPr>
              <p:grpSpPr>
                <a:xfrm>
                  <a:off x="5323513" y="4719971"/>
                  <a:ext cx="68560" cy="11660"/>
                  <a:chOff x="5323513" y="4719971"/>
                  <a:chExt cx="68560" cy="11660"/>
                </a:xfrm>
              </p:grpSpPr>
              <p:sp>
                <p:nvSpPr>
                  <p:cNvPr id="242" name="任意多边形 241"/>
                  <p:cNvSpPr/>
                  <p:nvPr/>
                </p:nvSpPr>
                <p:spPr>
                  <a:xfrm>
                    <a:off x="5323452" y="4719935"/>
                    <a:ext cx="25131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131" h="11660">
                        <a:moveTo>
                          <a:pt x="341" y="11417"/>
                        </a:moveTo>
                        <a:lnTo>
                          <a:pt x="25191" y="11697"/>
                        </a:lnTo>
                        <a:lnTo>
                          <a:pt x="18604" y="36"/>
                        </a:lnTo>
                        <a:lnTo>
                          <a:pt x="2257" y="36"/>
                        </a:lnTo>
                        <a:lnTo>
                          <a:pt x="61" y="5624"/>
                        </a:lnTo>
                        <a:lnTo>
                          <a:pt x="34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3" name="任意多边形 242"/>
                  <p:cNvSpPr/>
                  <p:nvPr/>
                </p:nvSpPr>
                <p:spPr>
                  <a:xfrm>
                    <a:off x="5343497" y="4720235"/>
                    <a:ext cx="2785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851" h="11346">
                        <a:moveTo>
                          <a:pt x="78" y="11408"/>
                        </a:moveTo>
                        <a:lnTo>
                          <a:pt x="27891" y="11408"/>
                        </a:lnTo>
                        <a:lnTo>
                          <a:pt x="22643" y="0"/>
                        </a:lnTo>
                        <a:lnTo>
                          <a:pt x="4851" y="0"/>
                        </a:lnTo>
                        <a:lnTo>
                          <a:pt x="78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4" name="任意多边形 243"/>
                  <p:cNvSpPr/>
                  <p:nvPr/>
                </p:nvSpPr>
                <p:spPr>
                  <a:xfrm>
                    <a:off x="5366606" y="4720277"/>
                    <a:ext cx="2537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374" h="11417">
                        <a:moveTo>
                          <a:pt x="-103" y="11417"/>
                        </a:moveTo>
                        <a:lnTo>
                          <a:pt x="25467" y="11405"/>
                        </a:lnTo>
                        <a:lnTo>
                          <a:pt x="23271" y="3639"/>
                        </a:lnTo>
                        <a:lnTo>
                          <a:pt x="19566" y="0"/>
                        </a:lnTo>
                        <a:lnTo>
                          <a:pt x="4057" y="0"/>
                        </a:lnTo>
                        <a:lnTo>
                          <a:pt x="-103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8" name="组合 187"/>
                <p:cNvGrpSpPr/>
                <p:nvPr/>
              </p:nvGrpSpPr>
              <p:grpSpPr>
                <a:xfrm>
                  <a:off x="5324104" y="4723373"/>
                  <a:ext cx="67665" cy="8097"/>
                  <a:chOff x="5324104" y="4723373"/>
                  <a:chExt cx="67665" cy="8097"/>
                </a:xfrm>
              </p:grpSpPr>
              <p:sp>
                <p:nvSpPr>
                  <p:cNvPr id="239" name="任意多边形 238"/>
                  <p:cNvSpPr/>
                  <p:nvPr/>
                </p:nvSpPr>
                <p:spPr>
                  <a:xfrm>
                    <a:off x="5323960" y="4723423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0" name="任意多边形 239"/>
                  <p:cNvSpPr/>
                  <p:nvPr/>
                </p:nvSpPr>
                <p:spPr>
                  <a:xfrm>
                    <a:off x="5347100" y="4723471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41" name="任意多边形 240"/>
                  <p:cNvSpPr/>
                  <p:nvPr/>
                </p:nvSpPr>
                <p:spPr>
                  <a:xfrm>
                    <a:off x="5368723" y="4723423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89" name="组合 188"/>
                <p:cNvGrpSpPr/>
                <p:nvPr/>
              </p:nvGrpSpPr>
              <p:grpSpPr>
                <a:xfrm>
                  <a:off x="5403642" y="4718185"/>
                  <a:ext cx="84906" cy="8016"/>
                  <a:chOff x="5403642" y="4718185"/>
                  <a:chExt cx="84906" cy="8016"/>
                </a:xfrm>
              </p:grpSpPr>
              <p:sp>
                <p:nvSpPr>
                  <p:cNvPr id="235" name="任意多边形 234"/>
                  <p:cNvSpPr/>
                  <p:nvPr/>
                </p:nvSpPr>
                <p:spPr>
                  <a:xfrm>
                    <a:off x="5403544" y="4718174"/>
                    <a:ext cx="21827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827" h="8061">
                        <a:moveTo>
                          <a:pt x="0" y="8061"/>
                        </a:moveTo>
                        <a:lnTo>
                          <a:pt x="21827" y="8061"/>
                        </a:lnTo>
                        <a:lnTo>
                          <a:pt x="19600" y="0"/>
                        </a:lnTo>
                        <a:lnTo>
                          <a:pt x="267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6" name="任意多边形 235"/>
                  <p:cNvSpPr/>
                  <p:nvPr/>
                </p:nvSpPr>
                <p:spPr>
                  <a:xfrm>
                    <a:off x="5425922" y="4718223"/>
                    <a:ext cx="20417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417" h="8061">
                        <a:moveTo>
                          <a:pt x="0" y="8061"/>
                        </a:moveTo>
                        <a:lnTo>
                          <a:pt x="20417" y="8061"/>
                        </a:lnTo>
                        <a:lnTo>
                          <a:pt x="18334" y="0"/>
                        </a:lnTo>
                        <a:lnTo>
                          <a:pt x="250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7" name="任意多边形 236"/>
                  <p:cNvSpPr/>
                  <p:nvPr/>
                </p:nvSpPr>
                <p:spPr>
                  <a:xfrm>
                    <a:off x="5448818" y="4718175"/>
                    <a:ext cx="19031" cy="80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31" h="8016">
                        <a:moveTo>
                          <a:pt x="0" y="8061"/>
                        </a:moveTo>
                        <a:lnTo>
                          <a:pt x="18992" y="7783"/>
                        </a:lnTo>
                        <a:lnTo>
                          <a:pt x="15503" y="0"/>
                        </a:lnTo>
                        <a:lnTo>
                          <a:pt x="2114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8" name="任意多边形 237"/>
                  <p:cNvSpPr/>
                  <p:nvPr/>
                </p:nvSpPr>
                <p:spPr>
                  <a:xfrm>
                    <a:off x="5468359" y="4718396"/>
                    <a:ext cx="20251" cy="80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251" h="8016">
                        <a:moveTo>
                          <a:pt x="61" y="7926"/>
                        </a:moveTo>
                        <a:lnTo>
                          <a:pt x="20212" y="7783"/>
                        </a:lnTo>
                        <a:lnTo>
                          <a:pt x="16723" y="0"/>
                        </a:lnTo>
                        <a:lnTo>
                          <a:pt x="3334" y="0"/>
                        </a:lnTo>
                        <a:lnTo>
                          <a:pt x="61" y="7926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190" name="任意多边形 189"/>
                <p:cNvSpPr/>
                <p:nvPr/>
              </p:nvSpPr>
              <p:spPr>
                <a:xfrm>
                  <a:off x="5469538" y="4720521"/>
                  <a:ext cx="27082" cy="1651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082" h="16519">
                      <a:moveTo>
                        <a:pt x="67" y="16519"/>
                      </a:moveTo>
                      <a:lnTo>
                        <a:pt x="27082" y="15877"/>
                      </a:lnTo>
                      <a:lnTo>
                        <a:pt x="18518" y="87"/>
                      </a:lnTo>
                      <a:lnTo>
                        <a:pt x="4210" y="243"/>
                      </a:lnTo>
                      <a:lnTo>
                        <a:pt x="67" y="165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191" name="任意多边形 190"/>
                <p:cNvSpPr/>
                <p:nvPr/>
              </p:nvSpPr>
              <p:spPr>
                <a:xfrm>
                  <a:off x="5474209" y="4728634"/>
                  <a:ext cx="20400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400" h="8061">
                      <a:moveTo>
                        <a:pt x="0" y="8061"/>
                      </a:moveTo>
                      <a:lnTo>
                        <a:pt x="20400" y="8061"/>
                      </a:lnTo>
                      <a:lnTo>
                        <a:pt x="18319" y="0"/>
                      </a:lnTo>
                      <a:lnTo>
                        <a:pt x="2498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92" name="组合 191"/>
                <p:cNvGrpSpPr/>
                <p:nvPr/>
              </p:nvGrpSpPr>
              <p:grpSpPr>
                <a:xfrm>
                  <a:off x="5403885" y="4720616"/>
                  <a:ext cx="69291" cy="11660"/>
                  <a:chOff x="5403885" y="4720616"/>
                  <a:chExt cx="69291" cy="11660"/>
                </a:xfrm>
              </p:grpSpPr>
              <p:sp>
                <p:nvSpPr>
                  <p:cNvPr id="232" name="任意多边形 231"/>
                  <p:cNvSpPr/>
                  <p:nvPr/>
                </p:nvSpPr>
                <p:spPr>
                  <a:xfrm>
                    <a:off x="5403817" y="4720582"/>
                    <a:ext cx="26106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106" h="11660">
                        <a:moveTo>
                          <a:pt x="1560" y="11417"/>
                        </a:moveTo>
                        <a:lnTo>
                          <a:pt x="26224" y="11696"/>
                        </a:lnTo>
                        <a:lnTo>
                          <a:pt x="19686" y="36"/>
                        </a:lnTo>
                        <a:lnTo>
                          <a:pt x="3461" y="36"/>
                        </a:lnTo>
                        <a:lnTo>
                          <a:pt x="68" y="5864"/>
                        </a:lnTo>
                        <a:lnTo>
                          <a:pt x="156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3" name="任意多边形 232"/>
                  <p:cNvSpPr/>
                  <p:nvPr/>
                </p:nvSpPr>
                <p:spPr>
                  <a:xfrm>
                    <a:off x="5424934" y="4720883"/>
                    <a:ext cx="27643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43" h="11346">
                        <a:moveTo>
                          <a:pt x="77" y="11408"/>
                        </a:moveTo>
                        <a:lnTo>
                          <a:pt x="27682" y="11408"/>
                        </a:lnTo>
                        <a:lnTo>
                          <a:pt x="22473" y="0"/>
                        </a:lnTo>
                        <a:lnTo>
                          <a:pt x="4814" y="0"/>
                        </a:lnTo>
                        <a:lnTo>
                          <a:pt x="77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4" name="任意多边形 233"/>
                  <p:cNvSpPr/>
                  <p:nvPr/>
                </p:nvSpPr>
                <p:spPr>
                  <a:xfrm>
                    <a:off x="5447870" y="4720924"/>
                    <a:ext cx="25400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0" h="11228">
                        <a:moveTo>
                          <a:pt x="-103" y="11418"/>
                        </a:moveTo>
                        <a:lnTo>
                          <a:pt x="25277" y="11406"/>
                        </a:lnTo>
                        <a:lnTo>
                          <a:pt x="19419" y="0"/>
                        </a:lnTo>
                        <a:lnTo>
                          <a:pt x="4026" y="0"/>
                        </a:lnTo>
                        <a:lnTo>
                          <a:pt x="-103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3" name="组合 192"/>
                <p:cNvGrpSpPr/>
                <p:nvPr/>
              </p:nvGrpSpPr>
              <p:grpSpPr>
                <a:xfrm>
                  <a:off x="5405624" y="4723319"/>
                  <a:ext cx="64412" cy="8097"/>
                  <a:chOff x="5405624" y="4723319"/>
                  <a:chExt cx="64412" cy="8097"/>
                </a:xfrm>
              </p:grpSpPr>
              <p:sp>
                <p:nvSpPr>
                  <p:cNvPr id="229" name="任意多边形 228"/>
                  <p:cNvSpPr/>
                  <p:nvPr/>
                </p:nvSpPr>
                <p:spPr>
                  <a:xfrm>
                    <a:off x="5405481" y="4723369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0" name="任意多边形 229"/>
                  <p:cNvSpPr/>
                  <p:nvPr/>
                </p:nvSpPr>
                <p:spPr>
                  <a:xfrm>
                    <a:off x="5428621" y="4723418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31" name="任意多边形 230"/>
                  <p:cNvSpPr/>
                  <p:nvPr/>
                </p:nvSpPr>
                <p:spPr>
                  <a:xfrm>
                    <a:off x="5450243" y="4723369"/>
                    <a:ext cx="1970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703" h="8061">
                        <a:moveTo>
                          <a:pt x="0" y="8061"/>
                        </a:moveTo>
                        <a:lnTo>
                          <a:pt x="19703" y="8061"/>
                        </a:lnTo>
                        <a:lnTo>
                          <a:pt x="17692" y="0"/>
                        </a:lnTo>
                        <a:lnTo>
                          <a:pt x="241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4" name="组合 193"/>
                <p:cNvGrpSpPr/>
                <p:nvPr/>
              </p:nvGrpSpPr>
              <p:grpSpPr>
                <a:xfrm>
                  <a:off x="5405349" y="4725731"/>
                  <a:ext cx="71107" cy="11903"/>
                  <a:chOff x="5405349" y="4725731"/>
                  <a:chExt cx="71107" cy="11903"/>
                </a:xfrm>
              </p:grpSpPr>
              <p:sp>
                <p:nvSpPr>
                  <p:cNvPr id="226" name="任意多边形 225"/>
                  <p:cNvSpPr/>
                  <p:nvPr/>
                </p:nvSpPr>
                <p:spPr>
                  <a:xfrm>
                    <a:off x="5405417" y="4725814"/>
                    <a:ext cx="26755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755" h="11660">
                        <a:moveTo>
                          <a:pt x="1312" y="11417"/>
                        </a:moveTo>
                        <a:lnTo>
                          <a:pt x="26702" y="11696"/>
                        </a:lnTo>
                        <a:lnTo>
                          <a:pt x="19972" y="36"/>
                        </a:lnTo>
                        <a:lnTo>
                          <a:pt x="3270" y="36"/>
                        </a:lnTo>
                        <a:lnTo>
                          <a:pt x="-68" y="6233"/>
                        </a:lnTo>
                        <a:lnTo>
                          <a:pt x="1312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7" name="任意多边形 226"/>
                  <p:cNvSpPr/>
                  <p:nvPr/>
                </p:nvSpPr>
                <p:spPr>
                  <a:xfrm>
                    <a:off x="5426860" y="4726114"/>
                    <a:ext cx="28456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456" h="11346">
                        <a:moveTo>
                          <a:pt x="80" y="11408"/>
                        </a:moveTo>
                        <a:lnTo>
                          <a:pt x="28496" y="11408"/>
                        </a:lnTo>
                        <a:lnTo>
                          <a:pt x="23134" y="0"/>
                        </a:lnTo>
                        <a:lnTo>
                          <a:pt x="4956" y="0"/>
                        </a:lnTo>
                        <a:lnTo>
                          <a:pt x="80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8" name="任意多边形 227"/>
                  <p:cNvSpPr/>
                  <p:nvPr/>
                </p:nvSpPr>
                <p:spPr>
                  <a:xfrm>
                    <a:off x="5450470" y="4726156"/>
                    <a:ext cx="26147" cy="11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147" h="11228">
                        <a:moveTo>
                          <a:pt x="-106" y="11418"/>
                        </a:moveTo>
                        <a:lnTo>
                          <a:pt x="26020" y="11406"/>
                        </a:lnTo>
                        <a:lnTo>
                          <a:pt x="19990" y="0"/>
                        </a:lnTo>
                        <a:lnTo>
                          <a:pt x="4145" y="0"/>
                        </a:lnTo>
                        <a:lnTo>
                          <a:pt x="-106" y="1141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5" name="组合 194"/>
                <p:cNvGrpSpPr/>
                <p:nvPr/>
              </p:nvGrpSpPr>
              <p:grpSpPr>
                <a:xfrm>
                  <a:off x="5406983" y="4728440"/>
                  <a:ext cx="67130" cy="8097"/>
                  <a:chOff x="5406983" y="4728440"/>
                  <a:chExt cx="67130" cy="8097"/>
                </a:xfrm>
              </p:grpSpPr>
              <p:sp>
                <p:nvSpPr>
                  <p:cNvPr id="223" name="任意多边形 222"/>
                  <p:cNvSpPr/>
                  <p:nvPr/>
                </p:nvSpPr>
                <p:spPr>
                  <a:xfrm>
                    <a:off x="5406841" y="4728490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4" name="任意多边形 223"/>
                  <p:cNvSpPr/>
                  <p:nvPr/>
                </p:nvSpPr>
                <p:spPr>
                  <a:xfrm>
                    <a:off x="5429797" y="4728539"/>
                    <a:ext cx="21411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411" h="8061">
                        <a:moveTo>
                          <a:pt x="0" y="8061"/>
                        </a:moveTo>
                        <a:lnTo>
                          <a:pt x="21411" y="8061"/>
                        </a:lnTo>
                        <a:lnTo>
                          <a:pt x="19226" y="0"/>
                        </a:lnTo>
                        <a:lnTo>
                          <a:pt x="262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5" name="任意多边形 224"/>
                  <p:cNvSpPr/>
                  <p:nvPr/>
                </p:nvSpPr>
                <p:spPr>
                  <a:xfrm>
                    <a:off x="5451249" y="4728490"/>
                    <a:ext cx="22889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889" h="8061">
                        <a:moveTo>
                          <a:pt x="0" y="8061"/>
                        </a:moveTo>
                        <a:lnTo>
                          <a:pt x="22889" y="8061"/>
                        </a:lnTo>
                        <a:lnTo>
                          <a:pt x="20554" y="0"/>
                        </a:lnTo>
                        <a:lnTo>
                          <a:pt x="280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6" name="组合 195"/>
                <p:cNvGrpSpPr/>
                <p:nvPr/>
              </p:nvGrpSpPr>
              <p:grpSpPr>
                <a:xfrm>
                  <a:off x="5407455" y="4730712"/>
                  <a:ext cx="69865" cy="11660"/>
                  <a:chOff x="5407455" y="4730712"/>
                  <a:chExt cx="69865" cy="11660"/>
                </a:xfrm>
              </p:grpSpPr>
              <p:sp>
                <p:nvSpPr>
                  <p:cNvPr id="220" name="任意多边形 219"/>
                  <p:cNvSpPr/>
                  <p:nvPr/>
                </p:nvSpPr>
                <p:spPr>
                  <a:xfrm>
                    <a:off x="5407393" y="4730676"/>
                    <a:ext cx="25609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609" h="11660">
                        <a:moveTo>
                          <a:pt x="348" y="11417"/>
                        </a:moveTo>
                        <a:lnTo>
                          <a:pt x="25671" y="11697"/>
                        </a:lnTo>
                        <a:lnTo>
                          <a:pt x="18958" y="36"/>
                        </a:lnTo>
                        <a:lnTo>
                          <a:pt x="2300" y="36"/>
                        </a:lnTo>
                        <a:lnTo>
                          <a:pt x="62" y="5624"/>
                        </a:lnTo>
                        <a:lnTo>
                          <a:pt x="348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1" name="任意多边形 220"/>
                  <p:cNvSpPr/>
                  <p:nvPr/>
                </p:nvSpPr>
                <p:spPr>
                  <a:xfrm>
                    <a:off x="5427819" y="4730976"/>
                    <a:ext cx="28381" cy="113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81" h="11346">
                        <a:moveTo>
                          <a:pt x="80" y="11408"/>
                        </a:moveTo>
                        <a:lnTo>
                          <a:pt x="28422" y="11408"/>
                        </a:lnTo>
                        <a:lnTo>
                          <a:pt x="23074" y="0"/>
                        </a:lnTo>
                        <a:lnTo>
                          <a:pt x="4943" y="0"/>
                        </a:lnTo>
                        <a:lnTo>
                          <a:pt x="80" y="1140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22" name="任意多边形 221"/>
                  <p:cNvSpPr/>
                  <p:nvPr/>
                </p:nvSpPr>
                <p:spPr>
                  <a:xfrm>
                    <a:off x="5451368" y="4731019"/>
                    <a:ext cx="25858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8" h="11417">
                        <a:moveTo>
                          <a:pt x="-105" y="11417"/>
                        </a:moveTo>
                        <a:lnTo>
                          <a:pt x="25952" y="11405"/>
                        </a:lnTo>
                        <a:lnTo>
                          <a:pt x="23714" y="3639"/>
                        </a:lnTo>
                        <a:lnTo>
                          <a:pt x="19938" y="0"/>
                        </a:lnTo>
                        <a:lnTo>
                          <a:pt x="4134" y="0"/>
                        </a:lnTo>
                        <a:lnTo>
                          <a:pt x="-10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197" name="组合 196"/>
                <p:cNvGrpSpPr/>
                <p:nvPr/>
              </p:nvGrpSpPr>
              <p:grpSpPr>
                <a:xfrm>
                  <a:off x="5408862" y="4733146"/>
                  <a:ext cx="67665" cy="8097"/>
                  <a:chOff x="5408862" y="4733146"/>
                  <a:chExt cx="67665" cy="8097"/>
                </a:xfrm>
              </p:grpSpPr>
              <p:sp>
                <p:nvSpPr>
                  <p:cNvPr id="217" name="任意多边形 216"/>
                  <p:cNvSpPr/>
                  <p:nvPr/>
                </p:nvSpPr>
                <p:spPr>
                  <a:xfrm>
                    <a:off x="5408719" y="4733197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8" name="任意多边形 217"/>
                  <p:cNvSpPr/>
                  <p:nvPr/>
                </p:nvSpPr>
                <p:spPr>
                  <a:xfrm>
                    <a:off x="5431858" y="4733245"/>
                    <a:ext cx="2158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82" h="8061">
                        <a:moveTo>
                          <a:pt x="0" y="8061"/>
                        </a:moveTo>
                        <a:lnTo>
                          <a:pt x="21582" y="8061"/>
                        </a:lnTo>
                        <a:lnTo>
                          <a:pt x="19379" y="0"/>
                        </a:lnTo>
                        <a:lnTo>
                          <a:pt x="2643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9" name="任意多边形 218"/>
                  <p:cNvSpPr/>
                  <p:nvPr/>
                </p:nvSpPr>
                <p:spPr>
                  <a:xfrm>
                    <a:off x="5453481" y="4733197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198" name="任意多边形 197"/>
                <p:cNvSpPr/>
                <p:nvPr/>
              </p:nvSpPr>
              <p:spPr>
                <a:xfrm>
                  <a:off x="5475243" y="4730940"/>
                  <a:ext cx="25618" cy="179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618" h="17976">
                      <a:moveTo>
                        <a:pt x="2110" y="18095"/>
                      </a:moveTo>
                      <a:lnTo>
                        <a:pt x="25508" y="17609"/>
                      </a:lnTo>
                      <a:lnTo>
                        <a:pt x="23556" y="9350"/>
                      </a:lnTo>
                      <a:lnTo>
                        <a:pt x="18212" y="0"/>
                      </a:lnTo>
                      <a:lnTo>
                        <a:pt x="2084" y="114"/>
                      </a:lnTo>
                      <a:lnTo>
                        <a:pt x="-112" y="8374"/>
                      </a:lnTo>
                      <a:lnTo>
                        <a:pt x="2110" y="180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199" name="组合 198"/>
                <p:cNvGrpSpPr/>
                <p:nvPr/>
              </p:nvGrpSpPr>
              <p:grpSpPr>
                <a:xfrm>
                  <a:off x="5407545" y="4737132"/>
                  <a:ext cx="69779" cy="11903"/>
                  <a:chOff x="5407545" y="4737132"/>
                  <a:chExt cx="69779" cy="11903"/>
                </a:xfrm>
              </p:grpSpPr>
              <p:sp>
                <p:nvSpPr>
                  <p:cNvPr id="215" name="任意多边形 214"/>
                  <p:cNvSpPr/>
                  <p:nvPr/>
                </p:nvSpPr>
                <p:spPr>
                  <a:xfrm>
                    <a:off x="5407667" y="4737321"/>
                    <a:ext cx="52212" cy="11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212" h="11660">
                        <a:moveTo>
                          <a:pt x="2150" y="11417"/>
                        </a:moveTo>
                        <a:lnTo>
                          <a:pt x="52212" y="11696"/>
                        </a:lnTo>
                        <a:lnTo>
                          <a:pt x="42333" y="36"/>
                        </a:lnTo>
                        <a:lnTo>
                          <a:pt x="6009" y="36"/>
                        </a:lnTo>
                        <a:lnTo>
                          <a:pt x="-120" y="5624"/>
                        </a:lnTo>
                        <a:lnTo>
                          <a:pt x="2150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6" name="任意多边形 215"/>
                  <p:cNvSpPr/>
                  <p:nvPr/>
                </p:nvSpPr>
                <p:spPr>
                  <a:xfrm>
                    <a:off x="5452952" y="4737137"/>
                    <a:ext cx="24398" cy="119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98" h="11903">
                        <a:moveTo>
                          <a:pt x="68" y="11903"/>
                        </a:moveTo>
                        <a:lnTo>
                          <a:pt x="24398" y="11903"/>
                        </a:lnTo>
                        <a:lnTo>
                          <a:pt x="21444" y="485"/>
                        </a:lnTo>
                        <a:lnTo>
                          <a:pt x="4855" y="0"/>
                        </a:lnTo>
                        <a:lnTo>
                          <a:pt x="68" y="1190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200" name="组合 199"/>
                <p:cNvGrpSpPr/>
                <p:nvPr/>
              </p:nvGrpSpPr>
              <p:grpSpPr>
                <a:xfrm>
                  <a:off x="4971775" y="4740389"/>
                  <a:ext cx="528982" cy="8445"/>
                  <a:chOff x="4971775" y="4740389"/>
                  <a:chExt cx="528982" cy="8445"/>
                </a:xfrm>
              </p:grpSpPr>
              <p:sp>
                <p:nvSpPr>
                  <p:cNvPr id="201" name="任意多边形 200"/>
                  <p:cNvSpPr/>
                  <p:nvPr/>
                </p:nvSpPr>
                <p:spPr>
                  <a:xfrm>
                    <a:off x="5009175" y="4740389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2" name="任意多边形 201"/>
                  <p:cNvSpPr/>
                  <p:nvPr/>
                </p:nvSpPr>
                <p:spPr>
                  <a:xfrm>
                    <a:off x="4971776" y="4740417"/>
                    <a:ext cx="37411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411" h="8097">
                        <a:moveTo>
                          <a:pt x="-158" y="8155"/>
                        </a:moveTo>
                        <a:lnTo>
                          <a:pt x="37411" y="8049"/>
                        </a:lnTo>
                        <a:lnTo>
                          <a:pt x="34506" y="-13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3" name="任意多边形 202"/>
                  <p:cNvSpPr/>
                  <p:nvPr/>
                </p:nvSpPr>
                <p:spPr>
                  <a:xfrm>
                    <a:off x="5038257" y="4740389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4" name="任意多边形 203"/>
                  <p:cNvSpPr/>
                  <p:nvPr/>
                </p:nvSpPr>
                <p:spPr>
                  <a:xfrm>
                    <a:off x="5068141" y="4740371"/>
                    <a:ext cx="129149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149" h="8097">
                        <a:moveTo>
                          <a:pt x="-158" y="8155"/>
                        </a:moveTo>
                        <a:lnTo>
                          <a:pt x="129149" y="8224"/>
                        </a:lnTo>
                        <a:lnTo>
                          <a:pt x="126231" y="162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5" name="任意多边形 204"/>
                  <p:cNvSpPr/>
                  <p:nvPr/>
                </p:nvSpPr>
                <p:spPr>
                  <a:xfrm>
                    <a:off x="5198348" y="4740389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6" name="任意多边形 205"/>
                  <p:cNvSpPr/>
                  <p:nvPr/>
                </p:nvSpPr>
                <p:spPr>
                  <a:xfrm>
                    <a:off x="5227150" y="4740665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7" name="任意多边形 206"/>
                  <p:cNvSpPr/>
                  <p:nvPr/>
                </p:nvSpPr>
                <p:spPr>
                  <a:xfrm>
                    <a:off x="5256658" y="4740665"/>
                    <a:ext cx="28338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338" h="8061">
                        <a:moveTo>
                          <a:pt x="0" y="8061"/>
                        </a:moveTo>
                        <a:lnTo>
                          <a:pt x="28338" y="8061"/>
                        </a:lnTo>
                        <a:lnTo>
                          <a:pt x="25447" y="0"/>
                        </a:lnTo>
                        <a:lnTo>
                          <a:pt x="3470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8" name="任意多边形 207"/>
                  <p:cNvSpPr/>
                  <p:nvPr/>
                </p:nvSpPr>
                <p:spPr>
                  <a:xfrm>
                    <a:off x="5285649" y="4740317"/>
                    <a:ext cx="32531" cy="8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531" h="8097">
                        <a:moveTo>
                          <a:pt x="-158" y="8155"/>
                        </a:moveTo>
                        <a:lnTo>
                          <a:pt x="32645" y="8049"/>
                        </a:lnTo>
                        <a:lnTo>
                          <a:pt x="29740" y="-13"/>
                        </a:lnTo>
                        <a:lnTo>
                          <a:pt x="3312" y="94"/>
                        </a:lnTo>
                        <a:lnTo>
                          <a:pt x="-158" y="815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09" name="任意多边形 208"/>
                  <p:cNvSpPr/>
                  <p:nvPr/>
                </p:nvSpPr>
                <p:spPr>
                  <a:xfrm>
                    <a:off x="5329854" y="4740665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0" name="任意多边形 209"/>
                  <p:cNvSpPr/>
                  <p:nvPr/>
                </p:nvSpPr>
                <p:spPr>
                  <a:xfrm>
                    <a:off x="5352995" y="4740389"/>
                    <a:ext cx="20840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840" h="8061">
                        <a:moveTo>
                          <a:pt x="0" y="8061"/>
                        </a:moveTo>
                        <a:lnTo>
                          <a:pt x="20840" y="8061"/>
                        </a:lnTo>
                        <a:lnTo>
                          <a:pt x="18713" y="0"/>
                        </a:lnTo>
                        <a:lnTo>
                          <a:pt x="255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1" name="任意多边形 210"/>
                  <p:cNvSpPr/>
                  <p:nvPr/>
                </p:nvSpPr>
                <p:spPr>
                  <a:xfrm>
                    <a:off x="5374619" y="4740665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2" name="任意多边形 211"/>
                  <p:cNvSpPr/>
                  <p:nvPr/>
                </p:nvSpPr>
                <p:spPr>
                  <a:xfrm>
                    <a:off x="5409567" y="4740458"/>
                    <a:ext cx="46563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563" h="8061">
                        <a:moveTo>
                          <a:pt x="0" y="8061"/>
                        </a:moveTo>
                        <a:lnTo>
                          <a:pt x="46563" y="8061"/>
                        </a:lnTo>
                        <a:lnTo>
                          <a:pt x="41812" y="0"/>
                        </a:lnTo>
                        <a:lnTo>
                          <a:pt x="570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3" name="任意多边形 212"/>
                  <p:cNvSpPr/>
                  <p:nvPr/>
                </p:nvSpPr>
                <p:spPr>
                  <a:xfrm>
                    <a:off x="5456204" y="4740642"/>
                    <a:ext cx="20840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840" h="8061">
                        <a:moveTo>
                          <a:pt x="0" y="8061"/>
                        </a:moveTo>
                        <a:lnTo>
                          <a:pt x="20840" y="8061"/>
                        </a:lnTo>
                        <a:lnTo>
                          <a:pt x="18713" y="0"/>
                        </a:lnTo>
                        <a:lnTo>
                          <a:pt x="2552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214" name="任意多边形 213"/>
                  <p:cNvSpPr/>
                  <p:nvPr/>
                </p:nvSpPr>
                <p:spPr>
                  <a:xfrm>
                    <a:off x="5477504" y="4740458"/>
                    <a:ext cx="23072" cy="80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72" h="8061">
                        <a:moveTo>
                          <a:pt x="0" y="8061"/>
                        </a:moveTo>
                        <a:lnTo>
                          <a:pt x="23072" y="8061"/>
                        </a:lnTo>
                        <a:lnTo>
                          <a:pt x="20717" y="0"/>
                        </a:lnTo>
                        <a:lnTo>
                          <a:pt x="2825" y="0"/>
                        </a:lnTo>
                        <a:lnTo>
                          <a:pt x="0" y="806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grpSp>
            <p:nvGrpSpPr>
              <p:cNvPr id="156" name="组合 155"/>
              <p:cNvGrpSpPr/>
              <p:nvPr/>
            </p:nvGrpSpPr>
            <p:grpSpPr>
              <a:xfrm>
                <a:off x="4930653" y="4179727"/>
                <a:ext cx="587308" cy="509217"/>
                <a:chOff x="4930653" y="4179727"/>
                <a:chExt cx="587308" cy="509217"/>
              </a:xfrm>
            </p:grpSpPr>
            <p:sp>
              <p:nvSpPr>
                <p:cNvPr id="158" name="任意多边形 157"/>
                <p:cNvSpPr/>
                <p:nvPr/>
              </p:nvSpPr>
              <p:spPr>
                <a:xfrm>
                  <a:off x="5050579" y="4659160"/>
                  <a:ext cx="347455" cy="296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455" h="29695">
                      <a:moveTo>
                        <a:pt x="0" y="1024"/>
                      </a:moveTo>
                      <a:lnTo>
                        <a:pt x="0" y="15086"/>
                      </a:lnTo>
                      <a:cubicBezTo>
                        <a:pt x="0" y="15086"/>
                        <a:pt x="-1503" y="23824"/>
                        <a:pt x="11248" y="23648"/>
                      </a:cubicBezTo>
                      <a:cubicBezTo>
                        <a:pt x="36169" y="25537"/>
                        <a:pt x="100537" y="29695"/>
                        <a:pt x="184489" y="29695"/>
                      </a:cubicBezTo>
                      <a:cubicBezTo>
                        <a:pt x="270261" y="29695"/>
                        <a:pt x="322175" y="26504"/>
                        <a:pt x="340231" y="25160"/>
                      </a:cubicBezTo>
                      <a:cubicBezTo>
                        <a:pt x="347455" y="24916"/>
                        <a:pt x="347455" y="14540"/>
                        <a:pt x="347455" y="14540"/>
                      </a:cubicBezTo>
                      <a:lnTo>
                        <a:pt x="347455" y="0"/>
                      </a:lnTo>
                      <a:cubicBezTo>
                        <a:pt x="347455" y="0"/>
                        <a:pt x="119918" y="29695"/>
                        <a:pt x="0" y="102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30000">
                      <a:srgbClr val="4C4C4C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59" name="任意多边形 158"/>
                <p:cNvSpPr/>
                <p:nvPr/>
              </p:nvSpPr>
              <p:spPr>
                <a:xfrm>
                  <a:off x="5050772" y="4642778"/>
                  <a:ext cx="347071" cy="317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071" h="31743">
                      <a:moveTo>
                        <a:pt x="142851" y="0"/>
                      </a:moveTo>
                      <a:cubicBezTo>
                        <a:pt x="142851" y="0"/>
                        <a:pt x="26008" y="2048"/>
                        <a:pt x="1409" y="16383"/>
                      </a:cubicBezTo>
                      <a:cubicBezTo>
                        <a:pt x="-23189" y="30719"/>
                        <a:pt x="280193" y="40958"/>
                        <a:pt x="343740" y="19455"/>
                      </a:cubicBezTo>
                      <a:cubicBezTo>
                        <a:pt x="361585" y="13416"/>
                        <a:pt x="309917" y="0"/>
                        <a:pt x="14285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30000">
                      <a:srgbClr val="4C4C4C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60" name="任意多边形 159"/>
                <p:cNvSpPr/>
                <p:nvPr/>
              </p:nvSpPr>
              <p:spPr>
                <a:xfrm>
                  <a:off x="5050772" y="4642778"/>
                  <a:ext cx="347071" cy="317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7071" h="31743">
                      <a:moveTo>
                        <a:pt x="142851" y="0"/>
                      </a:moveTo>
                      <a:cubicBezTo>
                        <a:pt x="142851" y="0"/>
                        <a:pt x="26008" y="2048"/>
                        <a:pt x="1409" y="16383"/>
                      </a:cubicBezTo>
                      <a:cubicBezTo>
                        <a:pt x="-23189" y="30719"/>
                        <a:pt x="280194" y="40958"/>
                        <a:pt x="343740" y="19455"/>
                      </a:cubicBezTo>
                      <a:cubicBezTo>
                        <a:pt x="361585" y="13416"/>
                        <a:pt x="309917" y="0"/>
                        <a:pt x="14285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33000"/>
                      </a:srgbClr>
                    </a:gs>
                    <a:gs pos="40000">
                      <a:srgbClr val="000000">
                        <a:alpha val="2000"/>
                      </a:srgbClr>
                    </a:gs>
                  </a:gsLst>
                  <a:lin ang="17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61" name="任意多边形 160"/>
                <p:cNvSpPr/>
                <p:nvPr/>
              </p:nvSpPr>
              <p:spPr>
                <a:xfrm>
                  <a:off x="5197304" y="4582323"/>
                  <a:ext cx="59413" cy="7914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9413" h="79140">
                      <a:moveTo>
                        <a:pt x="0" y="0"/>
                      </a:moveTo>
                      <a:lnTo>
                        <a:pt x="59413" y="0"/>
                      </a:lnTo>
                      <a:lnTo>
                        <a:pt x="59413" y="79140"/>
                      </a:lnTo>
                      <a:lnTo>
                        <a:pt x="0" y="791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E2E2E"/>
                    </a:gs>
                    <a:gs pos="29000">
                      <a:srgbClr val="3F3F3F"/>
                    </a:gs>
                    <a:gs pos="100000">
                      <a:srgbClr val="1E1E1E"/>
                    </a:gs>
                  </a:gsLst>
                  <a:lin ang="0" scaled="0"/>
                </a:gradFill>
                <a:ln w="7600" cap="flat">
                  <a:solidFill>
                    <a:srgbClr val="313131"/>
                  </a:solidFill>
                  <a:bevel/>
                </a:ln>
              </p:spPr>
            </p:sp>
            <p:sp>
              <p:nvSpPr>
                <p:cNvPr id="162" name="任意多边形 161"/>
                <p:cNvSpPr/>
                <p:nvPr/>
              </p:nvSpPr>
              <p:spPr>
                <a:xfrm>
                  <a:off x="4936073" y="4179698"/>
                  <a:ext cx="581874" cy="4201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81874" h="420161">
                      <a:moveTo>
                        <a:pt x="2580" y="0"/>
                      </a:moveTo>
                      <a:lnTo>
                        <a:pt x="579173" y="0"/>
                      </a:lnTo>
                      <a:cubicBezTo>
                        <a:pt x="580632" y="0"/>
                        <a:pt x="581874" y="1151"/>
                        <a:pt x="581874" y="2608"/>
                      </a:cubicBezTo>
                      <a:lnTo>
                        <a:pt x="581874" y="417493"/>
                      </a:lnTo>
                      <a:cubicBezTo>
                        <a:pt x="581874" y="418950"/>
                        <a:pt x="580632" y="420161"/>
                        <a:pt x="579173" y="420161"/>
                      </a:cubicBezTo>
                      <a:lnTo>
                        <a:pt x="2580" y="420161"/>
                      </a:lnTo>
                      <a:cubicBezTo>
                        <a:pt x="1122" y="420161"/>
                        <a:pt x="0" y="418950"/>
                        <a:pt x="0" y="417493"/>
                      </a:cubicBezTo>
                      <a:lnTo>
                        <a:pt x="0" y="2608"/>
                      </a:lnTo>
                      <a:cubicBezTo>
                        <a:pt x="0" y="1151"/>
                        <a:pt x="1122" y="0"/>
                        <a:pt x="258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A4A4A"/>
                    </a:gs>
                    <a:gs pos="100000">
                      <a:srgbClr val="2A2A2A"/>
                    </a:gs>
                  </a:gsLst>
                  <a:lin ang="5400000" scaled="0"/>
                </a:gradFill>
                <a:ln w="7600" cap="flat">
                  <a:solidFill>
                    <a:srgbClr val="464646"/>
                  </a:solidFill>
                  <a:bevel/>
                </a:ln>
              </p:spPr>
            </p:sp>
            <p:sp>
              <p:nvSpPr>
                <p:cNvPr id="163" name="任意多边形 162"/>
                <p:cNvSpPr/>
                <p:nvPr/>
              </p:nvSpPr>
              <p:spPr>
                <a:xfrm>
                  <a:off x="4966859" y="4209216"/>
                  <a:ext cx="520302" cy="3599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0302" h="359976">
                      <a:moveTo>
                        <a:pt x="0" y="0"/>
                      </a:moveTo>
                      <a:lnTo>
                        <a:pt x="520302" y="0"/>
                      </a:lnTo>
                      <a:lnTo>
                        <a:pt x="520302" y="359976"/>
                      </a:lnTo>
                      <a:lnTo>
                        <a:pt x="0" y="3599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498DB"/>
                    </a:gs>
                    <a:gs pos="100000">
                      <a:srgbClr val="1A567F"/>
                    </a:gs>
                  </a:gsLst>
                  <a:lin ang="5400000" scaled="0"/>
                </a:gradFill>
                <a:ln w="7600" cap="flat">
                  <a:solidFill>
                    <a:srgbClr val="184B6E"/>
                  </a:solidFill>
                  <a:bevel/>
                </a:ln>
              </p:spPr>
            </p:sp>
            <p:sp>
              <p:nvSpPr>
                <p:cNvPr id="164" name="任意多边形 163"/>
                <p:cNvSpPr/>
                <p:nvPr/>
              </p:nvSpPr>
              <p:spPr>
                <a:xfrm flipH="1">
                  <a:off x="5050766" y="4642778"/>
                  <a:ext cx="348351" cy="3315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8351" h="33151">
                      <a:moveTo>
                        <a:pt x="144132" y="0"/>
                      </a:moveTo>
                      <a:cubicBezTo>
                        <a:pt x="144132" y="0"/>
                        <a:pt x="17184" y="2799"/>
                        <a:pt x="1089" y="16383"/>
                      </a:cubicBezTo>
                      <a:cubicBezTo>
                        <a:pt x="-20665" y="34744"/>
                        <a:pt x="281475" y="40959"/>
                        <a:pt x="345022" y="19455"/>
                      </a:cubicBezTo>
                      <a:cubicBezTo>
                        <a:pt x="362867" y="13416"/>
                        <a:pt x="311199" y="0"/>
                        <a:pt x="1441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23000"/>
                      </a:srgbClr>
                    </a:gs>
                    <a:gs pos="40000">
                      <a:srgbClr val="000000">
                        <a:alpha val="2000"/>
                      </a:srgbClr>
                    </a:gs>
                  </a:gsLst>
                  <a:lin ang="1740000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157" name="Text 1066"/>
              <p:cNvSpPr txBox="1"/>
              <p:nvPr/>
            </p:nvSpPr>
            <p:spPr>
              <a:xfrm>
                <a:off x="4763654" y="4782646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运营管理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" name="智能手机"/>
            <p:cNvGrpSpPr/>
            <p:nvPr/>
          </p:nvGrpSpPr>
          <p:grpSpPr>
            <a:xfrm>
              <a:off x="2279729" y="4195946"/>
              <a:ext cx="1128118" cy="849612"/>
              <a:chOff x="2279729" y="4195946"/>
              <a:chExt cx="1128118" cy="849612"/>
            </a:xfrm>
          </p:grpSpPr>
          <p:sp>
            <p:nvSpPr>
              <p:cNvPr id="131" name="任意多边形 130"/>
              <p:cNvSpPr/>
              <p:nvPr/>
            </p:nvSpPr>
            <p:spPr>
              <a:xfrm>
                <a:off x="2687447" y="4195946"/>
                <a:ext cx="273600" cy="555278"/>
              </a:xfrm>
              <a:custGeom>
                <a:avLst/>
                <a:gdLst/>
                <a:ahLst/>
                <a:cxnLst/>
                <a:rect l="0" t="0" r="0" b="0"/>
                <a:pathLst>
                  <a:path w="273600" h="555278">
                    <a:moveTo>
                      <a:pt x="75012" y="1660"/>
                    </a:moveTo>
                    <a:cubicBezTo>
                      <a:pt x="137964" y="1660"/>
                      <a:pt x="177458" y="0"/>
                      <a:pt x="200918" y="0"/>
                    </a:cubicBezTo>
                    <a:cubicBezTo>
                      <a:pt x="257294" y="3823"/>
                      <a:pt x="271702" y="29156"/>
                      <a:pt x="272954" y="81675"/>
                    </a:cubicBezTo>
                    <a:cubicBezTo>
                      <a:pt x="273600" y="113216"/>
                      <a:pt x="273600" y="443133"/>
                      <a:pt x="273600" y="467848"/>
                    </a:cubicBezTo>
                    <a:cubicBezTo>
                      <a:pt x="273600" y="492564"/>
                      <a:pt x="270135" y="555889"/>
                      <a:pt x="154877" y="554660"/>
                    </a:cubicBezTo>
                    <a:cubicBezTo>
                      <a:pt x="146422" y="555278"/>
                      <a:pt x="202797" y="555278"/>
                      <a:pt x="113535" y="554583"/>
                    </a:cubicBezTo>
                    <a:cubicBezTo>
                      <a:pt x="24273" y="553424"/>
                      <a:pt x="1723" y="507701"/>
                      <a:pt x="294" y="460743"/>
                    </a:cubicBezTo>
                    <a:cubicBezTo>
                      <a:pt x="294" y="445300"/>
                      <a:pt x="1723" y="138521"/>
                      <a:pt x="294" y="92798"/>
                    </a:cubicBezTo>
                    <a:cubicBezTo>
                      <a:pt x="294" y="47074"/>
                      <a:pt x="12058" y="1661"/>
                      <a:pt x="75012" y="166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3A3A3"/>
                  </a:gs>
                  <a:gs pos="100000">
                    <a:srgbClr val="575757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32" name="任意多边形 131"/>
              <p:cNvSpPr/>
              <p:nvPr/>
            </p:nvSpPr>
            <p:spPr>
              <a:xfrm>
                <a:off x="2687447" y="4195946"/>
                <a:ext cx="273600" cy="555278"/>
              </a:xfrm>
              <a:custGeom>
                <a:avLst/>
                <a:gdLst/>
                <a:ahLst/>
                <a:cxnLst/>
                <a:rect l="0" t="0" r="0" b="0"/>
                <a:pathLst>
                  <a:path w="273600" h="555278">
                    <a:moveTo>
                      <a:pt x="72819" y="618"/>
                    </a:moveTo>
                    <a:cubicBezTo>
                      <a:pt x="135771" y="0"/>
                      <a:pt x="177458" y="0"/>
                      <a:pt x="200919" y="0"/>
                    </a:cubicBezTo>
                    <a:cubicBezTo>
                      <a:pt x="257295" y="3824"/>
                      <a:pt x="271702" y="29164"/>
                      <a:pt x="272954" y="81696"/>
                    </a:cubicBezTo>
                    <a:cubicBezTo>
                      <a:pt x="273600" y="113245"/>
                      <a:pt x="273600" y="443249"/>
                      <a:pt x="273600" y="467970"/>
                    </a:cubicBezTo>
                    <a:cubicBezTo>
                      <a:pt x="273600" y="492692"/>
                      <a:pt x="270135" y="556033"/>
                      <a:pt x="154878" y="555278"/>
                    </a:cubicBezTo>
                    <a:cubicBezTo>
                      <a:pt x="146422" y="555278"/>
                      <a:pt x="202797" y="555278"/>
                      <a:pt x="113535" y="555278"/>
                    </a:cubicBezTo>
                    <a:cubicBezTo>
                      <a:pt x="24273" y="553569"/>
                      <a:pt x="1723" y="507834"/>
                      <a:pt x="294" y="460863"/>
                    </a:cubicBezTo>
                    <a:cubicBezTo>
                      <a:pt x="294" y="445416"/>
                      <a:pt x="1723" y="138557"/>
                      <a:pt x="294" y="92821"/>
                    </a:cubicBezTo>
                    <a:cubicBezTo>
                      <a:pt x="294" y="47087"/>
                      <a:pt x="13624" y="927"/>
                      <a:pt x="72819" y="618"/>
                    </a:cubicBezTo>
                    <a:close/>
                  </a:path>
                </a:pathLst>
              </a:custGeom>
              <a:gradFill>
                <a:gsLst>
                  <a:gs pos="78000">
                    <a:srgbClr val="292929">
                      <a:alpha val="0"/>
                    </a:srgbClr>
                  </a:gs>
                  <a:gs pos="100000">
                    <a:srgbClr val="171717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133" name="任意多边形 132"/>
              <p:cNvSpPr/>
              <p:nvPr/>
            </p:nvSpPr>
            <p:spPr>
              <a:xfrm>
                <a:off x="2691559" y="4207706"/>
                <a:ext cx="52735" cy="527300"/>
              </a:xfrm>
              <a:custGeom>
                <a:avLst/>
                <a:gdLst/>
                <a:ahLst/>
                <a:cxnLst/>
                <a:rect l="0" t="0" r="0" b="0"/>
                <a:pathLst>
                  <a:path w="52735" h="527300">
                    <a:moveTo>
                      <a:pt x="30611" y="0"/>
                    </a:moveTo>
                    <a:cubicBezTo>
                      <a:pt x="30611" y="0"/>
                      <a:pt x="6707" y="20892"/>
                      <a:pt x="5181" y="49623"/>
                    </a:cubicBezTo>
                    <a:cubicBezTo>
                      <a:pt x="3656" y="78355"/>
                      <a:pt x="4673" y="428999"/>
                      <a:pt x="4673" y="451244"/>
                    </a:cubicBezTo>
                    <a:cubicBezTo>
                      <a:pt x="4673" y="473487"/>
                      <a:pt x="9745" y="488840"/>
                      <a:pt x="22982" y="508707"/>
                    </a:cubicBezTo>
                    <a:cubicBezTo>
                      <a:pt x="31628" y="521682"/>
                      <a:pt x="52735" y="527300"/>
                      <a:pt x="52735" y="527300"/>
                    </a:cubicBezTo>
                    <a:cubicBezTo>
                      <a:pt x="52735" y="527300"/>
                      <a:pt x="5171" y="525604"/>
                      <a:pt x="1875" y="458967"/>
                    </a:cubicBezTo>
                    <a:cubicBezTo>
                      <a:pt x="-1685" y="386984"/>
                      <a:pt x="858" y="89786"/>
                      <a:pt x="858" y="51786"/>
                    </a:cubicBezTo>
                    <a:cubicBezTo>
                      <a:pt x="858" y="13786"/>
                      <a:pt x="30611" y="-1429"/>
                      <a:pt x="3061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6000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34" name="任意多边形 133"/>
              <p:cNvSpPr/>
              <p:nvPr/>
            </p:nvSpPr>
            <p:spPr>
              <a:xfrm flipH="1">
                <a:off x="2902146" y="4207706"/>
                <a:ext cx="55965" cy="527300"/>
              </a:xfrm>
              <a:custGeom>
                <a:avLst/>
                <a:gdLst/>
                <a:ahLst/>
                <a:cxnLst/>
                <a:rect l="0" t="0" r="0" b="0"/>
                <a:pathLst>
                  <a:path w="55965" h="527300">
                    <a:moveTo>
                      <a:pt x="32486" y="0"/>
                    </a:moveTo>
                    <a:cubicBezTo>
                      <a:pt x="32486" y="0"/>
                      <a:pt x="7118" y="20892"/>
                      <a:pt x="5499" y="49623"/>
                    </a:cubicBezTo>
                    <a:cubicBezTo>
                      <a:pt x="3879" y="78355"/>
                      <a:pt x="4959" y="428999"/>
                      <a:pt x="4959" y="451244"/>
                    </a:cubicBezTo>
                    <a:cubicBezTo>
                      <a:pt x="4959" y="473487"/>
                      <a:pt x="10342" y="488840"/>
                      <a:pt x="24390" y="508707"/>
                    </a:cubicBezTo>
                    <a:cubicBezTo>
                      <a:pt x="33565" y="521682"/>
                      <a:pt x="55965" y="527300"/>
                      <a:pt x="55965" y="527300"/>
                    </a:cubicBezTo>
                    <a:cubicBezTo>
                      <a:pt x="55965" y="527300"/>
                      <a:pt x="5488" y="525604"/>
                      <a:pt x="1990" y="458967"/>
                    </a:cubicBezTo>
                    <a:cubicBezTo>
                      <a:pt x="-1788" y="386984"/>
                      <a:pt x="911" y="89786"/>
                      <a:pt x="911" y="51786"/>
                    </a:cubicBezTo>
                    <a:cubicBezTo>
                      <a:pt x="911" y="13786"/>
                      <a:pt x="32486" y="-1429"/>
                      <a:pt x="32486" y="0"/>
                    </a:cubicBezTo>
                    <a:close/>
                  </a:path>
                </a:pathLst>
              </a:custGeom>
              <a:gradFill>
                <a:gsLst>
                  <a:gs pos="40000">
                    <a:srgbClr val="FFFFFF">
                      <a:alpha val="2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7600" cap="flat">
                <a:noFill/>
                <a:bevel/>
              </a:ln>
            </p:spPr>
          </p:sp>
          <p:sp>
            <p:nvSpPr>
              <p:cNvPr id="135" name="任意多边形 134"/>
              <p:cNvSpPr/>
              <p:nvPr/>
            </p:nvSpPr>
            <p:spPr>
              <a:xfrm>
                <a:off x="2697432" y="4207069"/>
                <a:ext cx="258273" cy="534367"/>
              </a:xfrm>
              <a:custGeom>
                <a:avLst/>
                <a:gdLst/>
                <a:ahLst/>
                <a:cxnLst/>
                <a:rect l="0" t="0" r="0" b="0"/>
                <a:pathLst>
                  <a:path w="258273" h="534367">
                    <a:moveTo>
                      <a:pt x="69018" y="1623"/>
                    </a:moveTo>
                    <a:cubicBezTo>
                      <a:pt x="129136" y="1623"/>
                      <a:pt x="166958" y="0"/>
                      <a:pt x="189387" y="0"/>
                    </a:cubicBezTo>
                    <a:cubicBezTo>
                      <a:pt x="243284" y="3759"/>
                      <a:pt x="257006" y="22275"/>
                      <a:pt x="258273" y="74151"/>
                    </a:cubicBezTo>
                    <a:cubicBezTo>
                      <a:pt x="258578" y="105306"/>
                      <a:pt x="255789" y="420484"/>
                      <a:pt x="256033" y="444896"/>
                    </a:cubicBezTo>
                    <a:cubicBezTo>
                      <a:pt x="255789" y="469309"/>
                      <a:pt x="267468" y="535179"/>
                      <a:pt x="143654" y="533825"/>
                    </a:cubicBezTo>
                    <a:cubicBezTo>
                      <a:pt x="135570" y="534367"/>
                      <a:pt x="128317" y="534367"/>
                      <a:pt x="98201" y="534367"/>
                    </a:cubicBezTo>
                    <a:cubicBezTo>
                      <a:pt x="12860" y="533328"/>
                      <a:pt x="1410" y="496431"/>
                      <a:pt x="0" y="450048"/>
                    </a:cubicBezTo>
                    <a:cubicBezTo>
                      <a:pt x="0" y="434794"/>
                      <a:pt x="0" y="130568"/>
                      <a:pt x="601" y="85387"/>
                    </a:cubicBezTo>
                    <a:cubicBezTo>
                      <a:pt x="1159" y="29807"/>
                      <a:pt x="8833" y="1623"/>
                      <a:pt x="69018" y="162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8C8C8C"/>
                  </a:gs>
                  <a:gs pos="89894">
                    <a:srgbClr val="8C8C8C"/>
                  </a:gs>
                  <a:gs pos="0">
                    <a:srgbClr val="404040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7600" cap="flat">
                <a:noFill/>
                <a:bevel/>
              </a:ln>
            </p:spPr>
          </p:sp>
          <p:sp>
            <p:nvSpPr>
              <p:cNvPr id="136" name="任意多边形 135"/>
              <p:cNvSpPr/>
              <p:nvPr/>
            </p:nvSpPr>
            <p:spPr>
              <a:xfrm>
                <a:off x="2701835" y="4212629"/>
                <a:ext cx="248642" cy="521913"/>
              </a:xfrm>
              <a:custGeom>
                <a:avLst/>
                <a:gdLst/>
                <a:ahLst/>
                <a:cxnLst/>
                <a:rect l="0" t="0" r="0" b="0"/>
                <a:pathLst>
                  <a:path w="248642" h="521913">
                    <a:moveTo>
                      <a:pt x="64647" y="0"/>
                    </a:moveTo>
                    <a:cubicBezTo>
                      <a:pt x="64647" y="0"/>
                      <a:pt x="183995" y="0"/>
                      <a:pt x="183995" y="0"/>
                    </a:cubicBezTo>
                    <a:cubicBezTo>
                      <a:pt x="236210" y="0"/>
                      <a:pt x="248642" y="26096"/>
                      <a:pt x="248642" y="78287"/>
                    </a:cubicBezTo>
                    <a:cubicBezTo>
                      <a:pt x="248642" y="72024"/>
                      <a:pt x="248642" y="438407"/>
                      <a:pt x="248642" y="438407"/>
                    </a:cubicBezTo>
                    <a:cubicBezTo>
                      <a:pt x="248642" y="469722"/>
                      <a:pt x="236210" y="521913"/>
                      <a:pt x="169076" y="521913"/>
                    </a:cubicBezTo>
                    <a:cubicBezTo>
                      <a:pt x="169076" y="521913"/>
                      <a:pt x="79565" y="521913"/>
                      <a:pt x="79565" y="521913"/>
                    </a:cubicBezTo>
                    <a:cubicBezTo>
                      <a:pt x="12432" y="521913"/>
                      <a:pt x="0" y="469722"/>
                      <a:pt x="0" y="438407"/>
                    </a:cubicBezTo>
                    <a:cubicBezTo>
                      <a:pt x="0" y="438407"/>
                      <a:pt x="0" y="78287"/>
                      <a:pt x="0" y="78287"/>
                    </a:cubicBezTo>
                    <a:cubicBezTo>
                      <a:pt x="0" y="26096"/>
                      <a:pt x="12432" y="0"/>
                      <a:pt x="64647" y="0"/>
                    </a:cubicBezTo>
                    <a:close/>
                  </a:path>
                </a:pathLst>
              </a:custGeom>
              <a:solidFill>
                <a:srgbClr val="8D9298"/>
              </a:solidFill>
              <a:ln w="2500" cap="flat">
                <a:solidFill>
                  <a:srgbClr val="262626"/>
                </a:solidFill>
                <a:bevel/>
              </a:ln>
            </p:spPr>
          </p:sp>
          <p:sp>
            <p:nvSpPr>
              <p:cNvPr id="137" name="任意多边形 136"/>
              <p:cNvSpPr/>
              <p:nvPr/>
            </p:nvSpPr>
            <p:spPr>
              <a:xfrm>
                <a:off x="2774361" y="4212224"/>
                <a:ext cx="97719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97719" h="12975">
                    <a:moveTo>
                      <a:pt x="0" y="0"/>
                    </a:moveTo>
                    <a:lnTo>
                      <a:pt x="97719" y="0"/>
                    </a:lnTo>
                    <a:lnTo>
                      <a:pt x="85992" y="12975"/>
                    </a:lnTo>
                    <a:lnTo>
                      <a:pt x="11726" y="12975"/>
                    </a:lnTo>
                    <a:close/>
                  </a:path>
                </a:pathLst>
              </a:custGeom>
              <a:solidFill>
                <a:srgbClr val="20202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38" name="任意多边形 137"/>
              <p:cNvSpPr/>
              <p:nvPr/>
            </p:nvSpPr>
            <p:spPr>
              <a:xfrm>
                <a:off x="2742775" y="4237894"/>
                <a:ext cx="15200" cy="15200"/>
              </a:xfrm>
              <a:custGeom>
                <a:avLst/>
                <a:gdLst/>
                <a:ahLst/>
                <a:cxnLst/>
                <a:rect l="0" t="0" r="0" b="0"/>
                <a:pathLst>
                  <a:path w="15200" h="15200">
                    <a:moveTo>
                      <a:pt x="0" y="7600"/>
                    </a:moveTo>
                    <a:cubicBezTo>
                      <a:pt x="0" y="3403"/>
                      <a:pt x="3403" y="0"/>
                      <a:pt x="7600" y="0"/>
                    </a:cubicBezTo>
                    <a:cubicBezTo>
                      <a:pt x="11797" y="0"/>
                      <a:pt x="15200" y="3403"/>
                      <a:pt x="15200" y="7600"/>
                    </a:cubicBezTo>
                    <a:cubicBezTo>
                      <a:pt x="15200" y="11797"/>
                      <a:pt x="11797" y="15200"/>
                      <a:pt x="7600" y="15200"/>
                    </a:cubicBezTo>
                    <a:cubicBezTo>
                      <a:pt x="3403" y="15200"/>
                      <a:pt x="0" y="11797"/>
                      <a:pt x="0" y="7600"/>
                    </a:cubicBezTo>
                    <a:close/>
                  </a:path>
                </a:pathLst>
              </a:custGeom>
              <a:solidFill>
                <a:srgbClr val="40404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39" name="任意多边形 138"/>
              <p:cNvSpPr/>
              <p:nvPr/>
            </p:nvSpPr>
            <p:spPr>
              <a:xfrm>
                <a:off x="2767399" y="4237894"/>
                <a:ext cx="15200" cy="15200"/>
              </a:xfrm>
              <a:custGeom>
                <a:avLst/>
                <a:gdLst/>
                <a:ahLst/>
                <a:cxnLst/>
                <a:rect l="0" t="0" r="0" b="0"/>
                <a:pathLst>
                  <a:path w="15200" h="15200">
                    <a:moveTo>
                      <a:pt x="0" y="7600"/>
                    </a:moveTo>
                    <a:cubicBezTo>
                      <a:pt x="0" y="3403"/>
                      <a:pt x="3403" y="0"/>
                      <a:pt x="7600" y="0"/>
                    </a:cubicBezTo>
                    <a:cubicBezTo>
                      <a:pt x="11797" y="0"/>
                      <a:pt x="15200" y="3403"/>
                      <a:pt x="15200" y="7600"/>
                    </a:cubicBezTo>
                    <a:cubicBezTo>
                      <a:pt x="15200" y="11797"/>
                      <a:pt x="11797" y="15200"/>
                      <a:pt x="7600" y="15200"/>
                    </a:cubicBezTo>
                    <a:cubicBezTo>
                      <a:pt x="3403" y="15200"/>
                      <a:pt x="0" y="11797"/>
                      <a:pt x="0" y="7600"/>
                    </a:cubicBezTo>
                    <a:close/>
                  </a:path>
                </a:pathLst>
              </a:custGeom>
              <a:solidFill>
                <a:srgbClr val="404040"/>
              </a:solidFill>
              <a:ln w="2500" cap="flat">
                <a:solidFill>
                  <a:srgbClr val="000000"/>
                </a:solidFill>
                <a:bevel/>
              </a:ln>
            </p:spPr>
          </p:sp>
          <p:sp>
            <p:nvSpPr>
              <p:cNvPr id="140" name="任意多边形 139"/>
              <p:cNvSpPr/>
              <p:nvPr/>
            </p:nvSpPr>
            <p:spPr>
              <a:xfrm>
                <a:off x="2719864" y="4288222"/>
                <a:ext cx="211411" cy="344776"/>
              </a:xfrm>
              <a:custGeom>
                <a:avLst/>
                <a:gdLst/>
                <a:ahLst/>
                <a:cxnLst/>
                <a:rect l="0" t="0" r="0" b="0"/>
                <a:pathLst>
                  <a:path w="211411" h="344776">
                    <a:moveTo>
                      <a:pt x="0" y="0"/>
                    </a:moveTo>
                    <a:lnTo>
                      <a:pt x="211411" y="0"/>
                    </a:lnTo>
                    <a:lnTo>
                      <a:pt x="211411" y="344776"/>
                    </a:lnTo>
                    <a:lnTo>
                      <a:pt x="0" y="3447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76AF"/>
                  </a:gs>
                  <a:gs pos="100000">
                    <a:srgbClr val="6FB1F4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41" name="任意多边形 140"/>
              <p:cNvSpPr/>
              <p:nvPr/>
            </p:nvSpPr>
            <p:spPr>
              <a:xfrm>
                <a:off x="2788924" y="4660802"/>
                <a:ext cx="73402" cy="56420"/>
              </a:xfrm>
              <a:custGeom>
                <a:avLst/>
                <a:gdLst/>
                <a:ahLst/>
                <a:cxnLst/>
                <a:rect l="0" t="0" r="0" b="0"/>
                <a:pathLst>
                  <a:path w="73402" h="56420">
                    <a:moveTo>
                      <a:pt x="35154" y="0"/>
                    </a:moveTo>
                    <a:cubicBezTo>
                      <a:pt x="63485" y="0"/>
                      <a:pt x="72842" y="6410"/>
                      <a:pt x="73402" y="17690"/>
                    </a:cubicBezTo>
                    <a:cubicBezTo>
                      <a:pt x="73879" y="28971"/>
                      <a:pt x="67124" y="56420"/>
                      <a:pt x="37753" y="56420"/>
                    </a:cubicBezTo>
                    <a:cubicBezTo>
                      <a:pt x="9422" y="56420"/>
                      <a:pt x="-1948" y="32825"/>
                      <a:pt x="114" y="16408"/>
                    </a:cubicBezTo>
                    <a:cubicBezTo>
                      <a:pt x="1884" y="2307"/>
                      <a:pt x="35673" y="0"/>
                      <a:pt x="351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600" cap="flat">
                <a:noFill/>
                <a:bevel/>
              </a:ln>
            </p:spPr>
          </p:sp>
          <p:sp>
            <p:nvSpPr>
              <p:cNvPr id="142" name="任意多边形 141"/>
              <p:cNvSpPr/>
              <p:nvPr/>
            </p:nvSpPr>
            <p:spPr>
              <a:xfrm>
                <a:off x="2790691" y="4663351"/>
                <a:ext cx="70118" cy="51091"/>
              </a:xfrm>
              <a:custGeom>
                <a:avLst/>
                <a:gdLst/>
                <a:ahLst/>
                <a:cxnLst/>
                <a:rect l="0" t="0" r="0" b="0"/>
                <a:pathLst>
                  <a:path w="70118" h="51091">
                    <a:moveTo>
                      <a:pt x="32797" y="0"/>
                    </a:moveTo>
                    <a:cubicBezTo>
                      <a:pt x="57226" y="232"/>
                      <a:pt x="69583" y="4366"/>
                      <a:pt x="70118" y="14906"/>
                    </a:cubicBezTo>
                    <a:cubicBezTo>
                      <a:pt x="70552" y="25446"/>
                      <a:pt x="64241" y="51091"/>
                      <a:pt x="36799" y="51091"/>
                    </a:cubicBezTo>
                    <a:cubicBezTo>
                      <a:pt x="10330" y="51091"/>
                      <a:pt x="-1881" y="29605"/>
                      <a:pt x="0" y="14266"/>
                    </a:cubicBezTo>
                    <a:cubicBezTo>
                      <a:pt x="1699" y="1092"/>
                      <a:pt x="33282" y="0"/>
                      <a:pt x="327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6D6D6"/>
                  </a:gs>
                  <a:gs pos="100000">
                    <a:srgbClr val="B6B6B6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43" name="任意多边形 142"/>
              <p:cNvSpPr/>
              <p:nvPr/>
            </p:nvSpPr>
            <p:spPr>
              <a:xfrm>
                <a:off x="2800325" y="4671924"/>
                <a:ext cx="49740" cy="34060"/>
              </a:xfrm>
              <a:custGeom>
                <a:avLst/>
                <a:gdLst/>
                <a:ahLst/>
                <a:cxnLst/>
                <a:rect l="0" t="0" r="0" b="0"/>
                <a:pathLst>
                  <a:path w="49740" h="34060">
                    <a:moveTo>
                      <a:pt x="25848" y="0"/>
                    </a:moveTo>
                    <a:cubicBezTo>
                      <a:pt x="39531" y="130"/>
                      <a:pt x="49441" y="4821"/>
                      <a:pt x="49740" y="10724"/>
                    </a:cubicBezTo>
                    <a:cubicBezTo>
                      <a:pt x="49984" y="16627"/>
                      <a:pt x="40144" y="34060"/>
                      <a:pt x="24774" y="34060"/>
                    </a:cubicBezTo>
                    <a:cubicBezTo>
                      <a:pt x="9949" y="34060"/>
                      <a:pt x="-3605" y="17365"/>
                      <a:pt x="881" y="9930"/>
                    </a:cubicBezTo>
                    <a:cubicBezTo>
                      <a:pt x="7593" y="-1192"/>
                      <a:pt x="26120" y="0"/>
                      <a:pt x="2584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57575"/>
                  </a:gs>
                  <a:gs pos="100000">
                    <a:srgbClr val="464646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144" name="任意多边形 143"/>
              <p:cNvSpPr/>
              <p:nvPr/>
            </p:nvSpPr>
            <p:spPr>
              <a:xfrm>
                <a:off x="2791273" y="4679571"/>
                <a:ext cx="68415" cy="33945"/>
              </a:xfrm>
              <a:custGeom>
                <a:avLst/>
                <a:gdLst/>
                <a:ahLst/>
                <a:cxnLst/>
                <a:rect l="0" t="0" r="0" b="0"/>
                <a:pathLst>
                  <a:path w="68415" h="33945">
                    <a:moveTo>
                      <a:pt x="0" y="-46"/>
                    </a:moveTo>
                    <a:cubicBezTo>
                      <a:pt x="0" y="-46"/>
                      <a:pt x="-1334" y="16972"/>
                      <a:pt x="18255" y="28870"/>
                    </a:cubicBezTo>
                    <a:cubicBezTo>
                      <a:pt x="37844" y="40795"/>
                      <a:pt x="54658" y="28658"/>
                      <a:pt x="59759" y="22568"/>
                    </a:cubicBezTo>
                    <a:cubicBezTo>
                      <a:pt x="64859" y="16509"/>
                      <a:pt x="68415" y="695"/>
                      <a:pt x="68415" y="695"/>
                    </a:cubicBezTo>
                    <a:lnTo>
                      <a:pt x="61262" y="2178"/>
                    </a:lnTo>
                    <a:cubicBezTo>
                      <a:pt x="61262" y="2178"/>
                      <a:pt x="60403" y="12453"/>
                      <a:pt x="48859" y="21456"/>
                    </a:cubicBezTo>
                    <a:cubicBezTo>
                      <a:pt x="37316" y="30459"/>
                      <a:pt x="21584" y="27176"/>
                      <a:pt x="13530" y="17378"/>
                    </a:cubicBezTo>
                    <a:cubicBezTo>
                      <a:pt x="5477" y="7580"/>
                      <a:pt x="6443" y="960"/>
                      <a:pt x="6443" y="960"/>
                    </a:cubicBezTo>
                    <a:lnTo>
                      <a:pt x="0" y="-46"/>
                    </a:lnTo>
                    <a:close/>
                  </a:path>
                </a:pathLst>
              </a:custGeom>
              <a:gradFill>
                <a:gsLst>
                  <a:gs pos="0">
                    <a:srgbClr val="000000">
                      <a:alpha val="20000"/>
                    </a:srgbClr>
                  </a:gs>
                  <a:gs pos="100000">
                    <a:srgbClr val="000000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145" name="任意多边形 144"/>
              <p:cNvSpPr/>
              <p:nvPr/>
            </p:nvSpPr>
            <p:spPr>
              <a:xfrm>
                <a:off x="2719864" y="4289149"/>
                <a:ext cx="147518" cy="341068"/>
              </a:xfrm>
              <a:custGeom>
                <a:avLst/>
                <a:gdLst/>
                <a:ahLst/>
                <a:cxnLst/>
                <a:rect l="0" t="0" r="0" b="0"/>
                <a:pathLst>
                  <a:path w="147518" h="341068">
                    <a:moveTo>
                      <a:pt x="1879" y="0"/>
                    </a:moveTo>
                    <a:lnTo>
                      <a:pt x="147518" y="0"/>
                    </a:lnTo>
                    <a:lnTo>
                      <a:pt x="62014" y="341068"/>
                    </a:lnTo>
                    <a:lnTo>
                      <a:pt x="0" y="341068"/>
                    </a:lnTo>
                    <a:lnTo>
                      <a:pt x="1879" y="0"/>
                    </a:lnTo>
                    <a:close/>
                  </a:path>
                </a:pathLst>
              </a:custGeom>
              <a:gradFill>
                <a:gsLst>
                  <a:gs pos="80000">
                    <a:srgbClr val="FFFFFF">
                      <a:alpha val="37000"/>
                    </a:srgbClr>
                  </a:gs>
                  <a:gs pos="100000">
                    <a:srgbClr val="F2F2F2"/>
                  </a:gs>
                </a:gsLst>
                <a:lin ang="300000" scaled="0"/>
              </a:gradFill>
              <a:ln w="7600" cap="flat">
                <a:noFill/>
                <a:bevel/>
              </a:ln>
            </p:spPr>
          </p:sp>
          <p:sp>
            <p:nvSpPr>
              <p:cNvPr id="146" name="任意多边形 145"/>
              <p:cNvSpPr/>
              <p:nvPr/>
            </p:nvSpPr>
            <p:spPr>
              <a:xfrm>
                <a:off x="2777179" y="4213151"/>
                <a:ext cx="92081" cy="11122"/>
              </a:xfrm>
              <a:custGeom>
                <a:avLst/>
                <a:gdLst/>
                <a:ahLst/>
                <a:cxnLst/>
                <a:rect l="0" t="0" r="0" b="0"/>
                <a:pathLst>
                  <a:path w="92081" h="11122">
                    <a:moveTo>
                      <a:pt x="0" y="0"/>
                    </a:moveTo>
                    <a:lnTo>
                      <a:pt x="92081" y="0"/>
                    </a:lnTo>
                    <a:lnTo>
                      <a:pt x="82873" y="11122"/>
                    </a:lnTo>
                    <a:lnTo>
                      <a:pt x="9208" y="111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6060"/>
              </a:solidFill>
              <a:ln w="2500" cap="flat">
                <a:solidFill>
                  <a:srgbClr val="595959"/>
                </a:solidFill>
                <a:bevel/>
              </a:ln>
            </p:spPr>
          </p:sp>
          <p:sp>
            <p:nvSpPr>
              <p:cNvPr id="147" name="任意多边形 146"/>
              <p:cNvSpPr/>
              <p:nvPr/>
            </p:nvSpPr>
            <p:spPr>
              <a:xfrm>
                <a:off x="2742825" y="4731473"/>
                <a:ext cx="176234" cy="18884"/>
              </a:xfrm>
              <a:custGeom>
                <a:avLst/>
                <a:gdLst/>
                <a:ahLst/>
                <a:cxnLst/>
                <a:rect l="0" t="0" r="0" b="0"/>
                <a:pathLst>
                  <a:path w="176234" h="18884">
                    <a:moveTo>
                      <a:pt x="0" y="3290"/>
                    </a:moveTo>
                    <a:cubicBezTo>
                      <a:pt x="0" y="3290"/>
                      <a:pt x="39223" y="14412"/>
                      <a:pt x="84529" y="12929"/>
                    </a:cubicBezTo>
                    <a:cubicBezTo>
                      <a:pt x="130176" y="11446"/>
                      <a:pt x="176234" y="-46"/>
                      <a:pt x="176234" y="-46"/>
                    </a:cubicBezTo>
                    <a:cubicBezTo>
                      <a:pt x="176234" y="-46"/>
                      <a:pt x="136019" y="17748"/>
                      <a:pt x="87911" y="18861"/>
                    </a:cubicBezTo>
                    <a:cubicBezTo>
                      <a:pt x="39804" y="19973"/>
                      <a:pt x="-1362" y="3290"/>
                      <a:pt x="0" y="3290"/>
                    </a:cubicBezTo>
                    <a:close/>
                  </a:path>
                </a:pathLst>
              </a:custGeom>
              <a:solidFill>
                <a:srgbClr val="404040">
                  <a:alpha val="60000"/>
                </a:srgbClr>
              </a:solidFill>
              <a:ln w="7600" cap="flat">
                <a:noFill/>
                <a:bevel/>
              </a:ln>
            </p:spPr>
          </p:sp>
          <p:sp>
            <p:nvSpPr>
              <p:cNvPr id="148" name="任意多边形 147"/>
              <p:cNvSpPr/>
              <p:nvPr/>
            </p:nvSpPr>
            <p:spPr>
              <a:xfrm>
                <a:off x="2778119" y="4213151"/>
                <a:ext cx="90201" cy="11122"/>
              </a:xfrm>
              <a:custGeom>
                <a:avLst/>
                <a:gdLst/>
                <a:ahLst/>
                <a:cxnLst/>
                <a:rect l="0" t="0" r="0" b="0"/>
                <a:pathLst>
                  <a:path w="90201" h="11122">
                    <a:moveTo>
                      <a:pt x="0" y="0"/>
                    </a:moveTo>
                    <a:lnTo>
                      <a:pt x="90201" y="0"/>
                    </a:lnTo>
                    <a:lnTo>
                      <a:pt x="81182" y="11122"/>
                    </a:lnTo>
                    <a:lnTo>
                      <a:pt x="9020" y="11122"/>
                    </a:ln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97644">
                    <a:srgbClr val="FFFFFF">
                      <a:alpha val="0"/>
                    </a:srgbClr>
                  </a:gs>
                  <a:gs pos="0">
                    <a:srgbClr val="FFFFFF">
                      <a:alpha val="49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7600" cap="flat">
                <a:noFill/>
                <a:bevel/>
              </a:ln>
            </p:spPr>
          </p:sp>
          <p:sp>
            <p:nvSpPr>
              <p:cNvPr id="149" name="任意多边形 148"/>
              <p:cNvSpPr/>
              <p:nvPr/>
            </p:nvSpPr>
            <p:spPr>
              <a:xfrm>
                <a:off x="2733681" y="4667952"/>
                <a:ext cx="22550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22550" h="12975" fill="none">
                    <a:moveTo>
                      <a:pt x="0" y="12975"/>
                    </a:moveTo>
                    <a:lnTo>
                      <a:pt x="0" y="0"/>
                    </a:lnTo>
                    <a:lnTo>
                      <a:pt x="22550" y="0"/>
                    </a:lnTo>
                    <a:lnTo>
                      <a:pt x="22550" y="12975"/>
                    </a:lnTo>
                  </a:path>
                  <a:path w="22550" h="12975" fill="none">
                    <a:moveTo>
                      <a:pt x="7600" y="15200"/>
                    </a:moveTo>
                    <a:lnTo>
                      <a:pt x="14950" y="15200"/>
                    </a:lnTo>
                    <a:moveTo>
                      <a:pt x="7600" y="30400"/>
                    </a:moveTo>
                    <a:lnTo>
                      <a:pt x="14950" y="30400"/>
                    </a:lnTo>
                  </a:path>
                </a:pathLst>
              </a:custGeom>
              <a:solidFill>
                <a:srgbClr val="FFFFF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50" name="任意多边形 149"/>
              <p:cNvSpPr/>
              <p:nvPr/>
            </p:nvSpPr>
            <p:spPr>
              <a:xfrm>
                <a:off x="2896790" y="4669122"/>
                <a:ext cx="20671" cy="12975"/>
              </a:xfrm>
              <a:custGeom>
                <a:avLst/>
                <a:gdLst/>
                <a:ahLst/>
                <a:cxnLst/>
                <a:rect l="0" t="0" r="0" b="0"/>
                <a:pathLst>
                  <a:path w="20671" h="12975" fill="none">
                    <a:moveTo>
                      <a:pt x="0" y="0"/>
                    </a:moveTo>
                    <a:cubicBezTo>
                      <a:pt x="0" y="0"/>
                      <a:pt x="15917" y="0"/>
                      <a:pt x="15917" y="0"/>
                    </a:cubicBezTo>
                    <a:cubicBezTo>
                      <a:pt x="22738" y="0"/>
                      <a:pt x="22738" y="12975"/>
                      <a:pt x="15917" y="12975"/>
                    </a:cubicBezTo>
                    <a:cubicBezTo>
                      <a:pt x="15917" y="12975"/>
                      <a:pt x="0" y="12975"/>
                      <a:pt x="0" y="12975"/>
                    </a:cubicBezTo>
                  </a:path>
                </a:pathLst>
              </a:custGeom>
              <a:solidFill>
                <a:srgbClr val="FFFFF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51" name="任意多边形 150"/>
              <p:cNvSpPr/>
              <p:nvPr/>
            </p:nvSpPr>
            <p:spPr>
              <a:xfrm>
                <a:off x="2896031" y="4665436"/>
                <a:ext cx="7517" cy="7415"/>
              </a:xfrm>
              <a:custGeom>
                <a:avLst/>
                <a:gdLst/>
                <a:ahLst/>
                <a:cxnLst/>
                <a:rect l="0" t="0" r="0" b="0"/>
                <a:pathLst>
                  <a:path w="7517" h="7415">
                    <a:moveTo>
                      <a:pt x="7517" y="0"/>
                    </a:moveTo>
                    <a:lnTo>
                      <a:pt x="0" y="3360"/>
                    </a:lnTo>
                    <a:lnTo>
                      <a:pt x="7517" y="7415"/>
                    </a:lnTo>
                    <a:lnTo>
                      <a:pt x="7517" y="0"/>
                    </a:lnTo>
                    <a:close/>
                  </a:path>
                </a:pathLst>
              </a:custGeom>
              <a:solidFill>
                <a:srgbClr val="BFBFBF"/>
              </a:solidFill>
              <a:ln w="2500" cap="flat">
                <a:solidFill>
                  <a:srgbClr val="BFBFBF"/>
                </a:solidFill>
                <a:bevel/>
              </a:ln>
            </p:spPr>
          </p:sp>
          <p:sp>
            <p:nvSpPr>
              <p:cNvPr id="152" name="Text 1067"/>
              <p:cNvSpPr txBox="1"/>
              <p:nvPr/>
            </p:nvSpPr>
            <p:spPr>
              <a:xfrm>
                <a:off x="2279729" y="4893558"/>
                <a:ext cx="1128118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1600" dirty="0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认证公众号</a:t>
                </a:r>
                <a:endParaRPr lang="en-US" altLang="zh-CN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智能手机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8" name="任意多边形 7"/>
            <p:cNvSpPr/>
            <p:nvPr/>
          </p:nvSpPr>
          <p:spPr>
            <a:xfrm rot="3953420">
              <a:off x="2038087" y="3607573"/>
              <a:ext cx="1116321" cy="156767"/>
            </a:xfrm>
            <a:custGeom>
              <a:avLst/>
              <a:gdLst/>
              <a:ahLst/>
              <a:cxnLst/>
              <a:rect l="0" t="0" r="0" b="0"/>
              <a:pathLst>
                <a:path w="1116321" h="156767">
                  <a:moveTo>
                    <a:pt x="0" y="78383"/>
                  </a:moveTo>
                  <a:lnTo>
                    <a:pt x="636544" y="156767"/>
                  </a:lnTo>
                  <a:lnTo>
                    <a:pt x="577757" y="47030"/>
                  </a:lnTo>
                  <a:lnTo>
                    <a:pt x="1116321" y="78383"/>
                  </a:lnTo>
                  <a:lnTo>
                    <a:pt x="479777" y="0"/>
                  </a:lnTo>
                  <a:lnTo>
                    <a:pt x="538565" y="109737"/>
                  </a:lnTo>
                  <a:lnTo>
                    <a:pt x="0" y="78383"/>
                  </a:lnTo>
                  <a:close/>
                </a:path>
              </a:pathLst>
            </a:custGeom>
            <a:solidFill>
              <a:srgbClr val="FFC000"/>
            </a:solidFill>
            <a:ln w="7600" cap="flat">
              <a:gradFill>
                <a:gsLst>
                  <a:gs pos="0">
                    <a:srgbClr val="8064A2"/>
                  </a:gs>
                  <a:gs pos="100000">
                    <a:srgbClr val="70578E"/>
                  </a:gs>
                </a:gsLst>
                <a:lin ang="5400000" scaled="0"/>
              </a:gradFill>
              <a:bevel/>
            </a:ln>
            <a:effectLst>
              <a:outerShdw dist="21496" dir="2700000" algn="tl">
                <a:srgbClr val="000000">
                  <a:alpha val="8000"/>
                </a:srgbClr>
              </a:outerShdw>
            </a:effectLst>
          </p:spPr>
        </p:sp>
        <p:grpSp>
          <p:nvGrpSpPr>
            <p:cNvPr id="9" name="防火墙"/>
            <p:cNvGrpSpPr/>
            <p:nvPr/>
          </p:nvGrpSpPr>
          <p:grpSpPr>
            <a:xfrm>
              <a:off x="4361344" y="2416493"/>
              <a:ext cx="589005" cy="785338"/>
              <a:chOff x="4361344" y="2416493"/>
              <a:chExt cx="589005" cy="785338"/>
            </a:xfrm>
          </p:grpSpPr>
          <p:sp>
            <p:nvSpPr>
              <p:cNvPr id="124" name="任意多边形 123"/>
              <p:cNvSpPr/>
              <p:nvPr/>
            </p:nvSpPr>
            <p:spPr>
              <a:xfrm>
                <a:off x="4399850" y="2594378"/>
                <a:ext cx="523069" cy="607827"/>
              </a:xfrm>
              <a:custGeom>
                <a:avLst/>
                <a:gdLst/>
                <a:ahLst/>
                <a:cxnLst/>
                <a:rect l="0" t="0" r="0" b="0"/>
                <a:pathLst>
                  <a:path w="523069" h="607827">
                    <a:moveTo>
                      <a:pt x="1242" y="0"/>
                    </a:moveTo>
                    <a:lnTo>
                      <a:pt x="0" y="404248"/>
                    </a:lnTo>
                    <a:lnTo>
                      <a:pt x="357414" y="607827"/>
                    </a:lnTo>
                    <a:lnTo>
                      <a:pt x="521827" y="477734"/>
                    </a:lnTo>
                    <a:lnTo>
                      <a:pt x="523069" y="69195"/>
                    </a:lnTo>
                    <a:lnTo>
                      <a:pt x="348021" y="194859"/>
                    </a:lnTo>
                    <a:lnTo>
                      <a:pt x="1242" y="0"/>
                    </a:lnTo>
                    <a:close/>
                  </a:path>
                </a:pathLst>
              </a:custGeom>
              <a:solidFill>
                <a:srgbClr val="DE5500"/>
              </a:solidFill>
              <a:ln w="7600" cap="flat">
                <a:noFill/>
                <a:miter lim="800000"/>
              </a:ln>
            </p:spPr>
          </p:sp>
          <p:sp>
            <p:nvSpPr>
              <p:cNvPr id="125" name="任意多边形 124"/>
              <p:cNvSpPr/>
              <p:nvPr/>
            </p:nvSpPr>
            <p:spPr>
              <a:xfrm>
                <a:off x="4405665" y="2597550"/>
                <a:ext cx="510641" cy="592882"/>
              </a:xfrm>
              <a:custGeom>
                <a:avLst/>
                <a:gdLst/>
                <a:ahLst/>
                <a:cxnLst/>
                <a:rect l="0" t="0" r="0" b="0"/>
                <a:pathLst>
                  <a:path w="510641" h="592882">
                    <a:moveTo>
                      <a:pt x="0" y="0"/>
                    </a:moveTo>
                    <a:lnTo>
                      <a:pt x="0" y="393594"/>
                    </a:lnTo>
                    <a:lnTo>
                      <a:pt x="344155" y="592882"/>
                    </a:lnTo>
                    <a:lnTo>
                      <a:pt x="510084" y="467082"/>
                    </a:lnTo>
                    <a:lnTo>
                      <a:pt x="510084" y="78470"/>
                    </a:lnTo>
                    <a:lnTo>
                      <a:pt x="343841" y="20454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CC0000"/>
                  </a:gs>
                  <a:gs pos="50000">
                    <a:srgbClr val="F76108"/>
                  </a:gs>
                  <a:gs pos="100000">
                    <a:srgbClr val="CC0000"/>
                  </a:gs>
                </a:gsLst>
                <a:lin ang="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26" name="任意多边形 125"/>
              <p:cNvSpPr/>
              <p:nvPr/>
            </p:nvSpPr>
            <p:spPr>
              <a:xfrm>
                <a:off x="4405841" y="2597864"/>
                <a:ext cx="512576" cy="596230"/>
              </a:xfrm>
              <a:custGeom>
                <a:avLst/>
                <a:gdLst/>
                <a:ahLst/>
                <a:cxnLst/>
                <a:rect l="0" t="0" r="0" b="0"/>
                <a:pathLst>
                  <a:path w="512576" h="596230">
                    <a:moveTo>
                      <a:pt x="8507" y="5919"/>
                    </a:moveTo>
                    <a:lnTo>
                      <a:pt x="8507" y="61969"/>
                    </a:lnTo>
                    <a:lnTo>
                      <a:pt x="84295" y="105564"/>
                    </a:lnTo>
                    <a:lnTo>
                      <a:pt x="84295" y="50759"/>
                    </a:lnTo>
                    <a:lnTo>
                      <a:pt x="94235" y="55741"/>
                    </a:lnTo>
                    <a:lnTo>
                      <a:pt x="94235" y="111791"/>
                    </a:lnTo>
                    <a:lnTo>
                      <a:pt x="168781" y="155385"/>
                    </a:lnTo>
                    <a:lnTo>
                      <a:pt x="168781" y="100581"/>
                    </a:lnTo>
                    <a:lnTo>
                      <a:pt x="179963" y="105564"/>
                    </a:lnTo>
                    <a:lnTo>
                      <a:pt x="179963" y="160368"/>
                    </a:lnTo>
                    <a:lnTo>
                      <a:pt x="254429" y="204043"/>
                    </a:lnTo>
                    <a:lnTo>
                      <a:pt x="254429" y="148693"/>
                    </a:lnTo>
                    <a:lnTo>
                      <a:pt x="263206" y="155385"/>
                    </a:lnTo>
                    <a:lnTo>
                      <a:pt x="263206" y="210189"/>
                    </a:lnTo>
                    <a:lnTo>
                      <a:pt x="340389" y="253786"/>
                    </a:lnTo>
                    <a:lnTo>
                      <a:pt x="340389" y="200225"/>
                    </a:lnTo>
                    <a:lnTo>
                      <a:pt x="350176" y="200225"/>
                    </a:lnTo>
                    <a:lnTo>
                      <a:pt x="350176" y="250048"/>
                    </a:lnTo>
                    <a:lnTo>
                      <a:pt x="383722" y="226382"/>
                    </a:lnTo>
                    <a:lnTo>
                      <a:pt x="383722" y="174069"/>
                    </a:lnTo>
                    <a:lnTo>
                      <a:pt x="389933" y="167841"/>
                    </a:lnTo>
                    <a:lnTo>
                      <a:pt x="389933" y="220157"/>
                    </a:lnTo>
                    <a:lnTo>
                      <a:pt x="464096" y="162706"/>
                    </a:lnTo>
                    <a:lnTo>
                      <a:pt x="464481" y="111791"/>
                    </a:lnTo>
                    <a:lnTo>
                      <a:pt x="468828" y="107432"/>
                    </a:lnTo>
                    <a:lnTo>
                      <a:pt x="468828" y="159903"/>
                    </a:lnTo>
                    <a:lnTo>
                      <a:pt x="504237" y="132965"/>
                    </a:lnTo>
                    <a:lnTo>
                      <a:pt x="504237" y="83144"/>
                    </a:lnTo>
                    <a:lnTo>
                      <a:pt x="511613" y="75128"/>
                    </a:lnTo>
                    <a:lnTo>
                      <a:pt x="512576" y="194935"/>
                    </a:lnTo>
                    <a:lnTo>
                      <a:pt x="502438" y="202716"/>
                    </a:lnTo>
                    <a:lnTo>
                      <a:pt x="502438" y="144176"/>
                    </a:lnTo>
                    <a:lnTo>
                      <a:pt x="436135" y="194234"/>
                    </a:lnTo>
                    <a:lnTo>
                      <a:pt x="436135" y="252538"/>
                    </a:lnTo>
                    <a:lnTo>
                      <a:pt x="429845" y="257990"/>
                    </a:lnTo>
                    <a:lnTo>
                      <a:pt x="429145" y="199838"/>
                    </a:lnTo>
                    <a:lnTo>
                      <a:pt x="350176" y="260012"/>
                    </a:lnTo>
                    <a:lnTo>
                      <a:pt x="350174" y="321047"/>
                    </a:lnTo>
                    <a:lnTo>
                      <a:pt x="339691" y="321747"/>
                    </a:lnTo>
                    <a:lnTo>
                      <a:pt x="339691" y="259700"/>
                    </a:lnTo>
                    <a:lnTo>
                      <a:pt x="312903" y="243278"/>
                    </a:lnTo>
                    <a:lnTo>
                      <a:pt x="312903" y="302360"/>
                    </a:lnTo>
                    <a:lnTo>
                      <a:pt x="303585" y="296756"/>
                    </a:lnTo>
                    <a:lnTo>
                      <a:pt x="303349" y="239073"/>
                    </a:lnTo>
                    <a:lnTo>
                      <a:pt x="225932" y="195635"/>
                    </a:lnTo>
                    <a:lnTo>
                      <a:pt x="225775" y="253786"/>
                    </a:lnTo>
                    <a:lnTo>
                      <a:pt x="217389" y="249583"/>
                    </a:lnTo>
                    <a:lnTo>
                      <a:pt x="218793" y="191431"/>
                    </a:lnTo>
                    <a:lnTo>
                      <a:pt x="140521" y="145891"/>
                    </a:lnTo>
                    <a:lnTo>
                      <a:pt x="139814" y="204743"/>
                    </a:lnTo>
                    <a:lnTo>
                      <a:pt x="130265" y="197735"/>
                    </a:lnTo>
                    <a:lnTo>
                      <a:pt x="130737" y="140986"/>
                    </a:lnTo>
                    <a:lnTo>
                      <a:pt x="55251" y="96146"/>
                    </a:lnTo>
                    <a:lnTo>
                      <a:pt x="55950" y="157801"/>
                    </a:lnTo>
                    <a:lnTo>
                      <a:pt x="46864" y="153598"/>
                    </a:lnTo>
                    <a:lnTo>
                      <a:pt x="46864" y="91243"/>
                    </a:lnTo>
                    <a:lnTo>
                      <a:pt x="8507" y="68197"/>
                    </a:lnTo>
                    <a:lnTo>
                      <a:pt x="8507" y="126738"/>
                    </a:lnTo>
                    <a:lnTo>
                      <a:pt x="344583" y="320346"/>
                    </a:lnTo>
                    <a:lnTo>
                      <a:pt x="512576" y="194935"/>
                    </a:lnTo>
                    <a:cubicBezTo>
                      <a:pt x="512576" y="194935"/>
                      <a:pt x="513375" y="269665"/>
                      <a:pt x="509892" y="269976"/>
                    </a:cubicBezTo>
                    <a:cubicBezTo>
                      <a:pt x="506411" y="270288"/>
                      <a:pt x="502438" y="266304"/>
                      <a:pt x="504237" y="268107"/>
                    </a:cubicBezTo>
                    <a:lnTo>
                      <a:pt x="504625" y="207545"/>
                    </a:lnTo>
                    <a:lnTo>
                      <a:pt x="470381" y="234167"/>
                    </a:lnTo>
                    <a:lnTo>
                      <a:pt x="471777" y="292321"/>
                    </a:lnTo>
                    <a:lnTo>
                      <a:pt x="464789" y="296525"/>
                    </a:lnTo>
                    <a:lnTo>
                      <a:pt x="465487" y="238372"/>
                    </a:lnTo>
                    <a:lnTo>
                      <a:pt x="392105" y="292321"/>
                    </a:lnTo>
                    <a:lnTo>
                      <a:pt x="391407" y="350472"/>
                    </a:lnTo>
                    <a:lnTo>
                      <a:pt x="383719" y="358179"/>
                    </a:lnTo>
                    <a:lnTo>
                      <a:pt x="383722" y="298624"/>
                    </a:lnTo>
                    <a:lnTo>
                      <a:pt x="350176" y="326026"/>
                    </a:lnTo>
                    <a:lnTo>
                      <a:pt x="350873" y="387605"/>
                    </a:lnTo>
                    <a:lnTo>
                      <a:pt x="340390" y="387605"/>
                    </a:lnTo>
                    <a:lnTo>
                      <a:pt x="341088" y="327352"/>
                    </a:lnTo>
                    <a:lnTo>
                      <a:pt x="263514" y="282432"/>
                    </a:lnTo>
                    <a:lnTo>
                      <a:pt x="263514" y="343466"/>
                    </a:lnTo>
                    <a:lnTo>
                      <a:pt x="252024" y="335991"/>
                    </a:lnTo>
                    <a:lnTo>
                      <a:pt x="252024" y="276907"/>
                    </a:lnTo>
                    <a:lnTo>
                      <a:pt x="178721" y="232609"/>
                    </a:lnTo>
                    <a:lnTo>
                      <a:pt x="178260" y="294422"/>
                    </a:lnTo>
                    <a:lnTo>
                      <a:pt x="168781" y="286168"/>
                    </a:lnTo>
                    <a:lnTo>
                      <a:pt x="168468" y="227863"/>
                    </a:lnTo>
                    <a:lnTo>
                      <a:pt x="92292" y="183724"/>
                    </a:lnTo>
                    <a:lnTo>
                      <a:pt x="92760" y="244209"/>
                    </a:lnTo>
                    <a:lnTo>
                      <a:pt x="84295" y="240082"/>
                    </a:lnTo>
                    <a:lnTo>
                      <a:pt x="84295" y="180922"/>
                    </a:lnTo>
                    <a:lnTo>
                      <a:pt x="8507" y="136703"/>
                    </a:lnTo>
                    <a:lnTo>
                      <a:pt x="8507" y="192752"/>
                    </a:lnTo>
                    <a:lnTo>
                      <a:pt x="343185" y="387605"/>
                    </a:lnTo>
                    <a:lnTo>
                      <a:pt x="512576" y="257990"/>
                    </a:lnTo>
                    <a:lnTo>
                      <a:pt x="509892" y="335431"/>
                    </a:lnTo>
                    <a:lnTo>
                      <a:pt x="503926" y="336460"/>
                    </a:lnTo>
                    <a:lnTo>
                      <a:pt x="504625" y="275506"/>
                    </a:lnTo>
                    <a:lnTo>
                      <a:pt x="434739" y="327349"/>
                    </a:lnTo>
                    <a:lnTo>
                      <a:pt x="435903" y="386204"/>
                    </a:lnTo>
                    <a:lnTo>
                      <a:pt x="429845" y="393210"/>
                    </a:lnTo>
                    <a:lnTo>
                      <a:pt x="429186" y="333616"/>
                    </a:lnTo>
                    <a:lnTo>
                      <a:pt x="350174" y="391809"/>
                    </a:lnTo>
                    <a:lnTo>
                      <a:pt x="351571" y="452763"/>
                    </a:lnTo>
                    <a:lnTo>
                      <a:pt x="339691" y="455566"/>
                    </a:lnTo>
                    <a:lnTo>
                      <a:pt x="339691" y="392041"/>
                    </a:lnTo>
                    <a:lnTo>
                      <a:pt x="313134" y="374994"/>
                    </a:lnTo>
                    <a:lnTo>
                      <a:pt x="312903" y="439452"/>
                    </a:lnTo>
                    <a:lnTo>
                      <a:pt x="301952" y="431745"/>
                    </a:lnTo>
                    <a:lnTo>
                      <a:pt x="303585" y="371489"/>
                    </a:lnTo>
                    <a:lnTo>
                      <a:pt x="225932" y="324781"/>
                    </a:lnTo>
                    <a:lnTo>
                      <a:pt x="225932" y="384567"/>
                    </a:lnTo>
                    <a:lnTo>
                      <a:pt x="215991" y="381300"/>
                    </a:lnTo>
                    <a:lnTo>
                      <a:pt x="216692" y="321744"/>
                    </a:lnTo>
                    <a:lnTo>
                      <a:pt x="139815" y="277449"/>
                    </a:lnTo>
                    <a:lnTo>
                      <a:pt x="139815" y="339262"/>
                    </a:lnTo>
                    <a:lnTo>
                      <a:pt x="132127" y="333657"/>
                    </a:lnTo>
                    <a:lnTo>
                      <a:pt x="132127" y="272002"/>
                    </a:lnTo>
                    <a:lnTo>
                      <a:pt x="54552" y="227863"/>
                    </a:lnTo>
                    <a:lnTo>
                      <a:pt x="55252" y="289518"/>
                    </a:lnTo>
                    <a:lnTo>
                      <a:pt x="46865" y="284614"/>
                    </a:lnTo>
                    <a:lnTo>
                      <a:pt x="46787" y="222881"/>
                    </a:lnTo>
                    <a:lnTo>
                      <a:pt x="7728" y="200539"/>
                    </a:lnTo>
                    <a:lnTo>
                      <a:pt x="8507" y="259700"/>
                    </a:lnTo>
                    <a:lnTo>
                      <a:pt x="345206" y="454865"/>
                    </a:lnTo>
                    <a:lnTo>
                      <a:pt x="510215" y="328753"/>
                    </a:lnTo>
                    <a:lnTo>
                      <a:pt x="510215" y="398815"/>
                    </a:lnTo>
                    <a:lnTo>
                      <a:pt x="504625" y="402319"/>
                    </a:lnTo>
                    <a:lnTo>
                      <a:pt x="504625" y="342065"/>
                    </a:lnTo>
                    <a:lnTo>
                      <a:pt x="470380" y="367287"/>
                    </a:lnTo>
                    <a:lnTo>
                      <a:pt x="470380" y="426293"/>
                    </a:lnTo>
                    <a:lnTo>
                      <a:pt x="466885" y="429407"/>
                    </a:lnTo>
                    <a:lnTo>
                      <a:pt x="466227" y="370749"/>
                    </a:lnTo>
                    <a:lnTo>
                      <a:pt x="392418" y="425047"/>
                    </a:lnTo>
                    <a:lnTo>
                      <a:pt x="392106" y="483590"/>
                    </a:lnTo>
                    <a:lnTo>
                      <a:pt x="385816" y="489196"/>
                    </a:lnTo>
                    <a:lnTo>
                      <a:pt x="385117" y="432445"/>
                    </a:lnTo>
                    <a:lnTo>
                      <a:pt x="351572" y="457667"/>
                    </a:lnTo>
                    <a:lnTo>
                      <a:pt x="350873" y="517921"/>
                    </a:lnTo>
                    <a:lnTo>
                      <a:pt x="338992" y="520724"/>
                    </a:lnTo>
                    <a:lnTo>
                      <a:pt x="338992" y="459069"/>
                    </a:lnTo>
                    <a:lnTo>
                      <a:pt x="263206" y="413214"/>
                    </a:lnTo>
                    <a:lnTo>
                      <a:pt x="263206" y="475884"/>
                    </a:lnTo>
                    <a:lnTo>
                      <a:pt x="254429" y="470279"/>
                    </a:lnTo>
                    <a:lnTo>
                      <a:pt x="255128" y="408625"/>
                    </a:lnTo>
                    <a:lnTo>
                      <a:pt x="179963" y="365185"/>
                    </a:lnTo>
                    <a:lnTo>
                      <a:pt x="178721" y="426140"/>
                    </a:lnTo>
                    <a:lnTo>
                      <a:pt x="168468" y="421936"/>
                    </a:lnTo>
                    <a:lnTo>
                      <a:pt x="169167" y="359618"/>
                    </a:lnTo>
                    <a:lnTo>
                      <a:pt x="94235" y="315441"/>
                    </a:lnTo>
                    <a:lnTo>
                      <a:pt x="94235" y="379585"/>
                    </a:lnTo>
                    <a:lnTo>
                      <a:pt x="83905" y="372892"/>
                    </a:lnTo>
                    <a:lnTo>
                      <a:pt x="83905" y="310537"/>
                    </a:lnTo>
                    <a:lnTo>
                      <a:pt x="8507" y="266304"/>
                    </a:lnTo>
                    <a:lnTo>
                      <a:pt x="8507" y="327272"/>
                    </a:lnTo>
                    <a:lnTo>
                      <a:pt x="344583" y="517220"/>
                    </a:lnTo>
                    <a:lnTo>
                      <a:pt x="510215" y="393911"/>
                    </a:lnTo>
                    <a:lnTo>
                      <a:pt x="509890" y="459770"/>
                    </a:lnTo>
                    <a:lnTo>
                      <a:pt x="503226" y="464674"/>
                    </a:lnTo>
                    <a:lnTo>
                      <a:pt x="504625" y="406522"/>
                    </a:lnTo>
                    <a:lnTo>
                      <a:pt x="435903" y="457667"/>
                    </a:lnTo>
                    <a:lnTo>
                      <a:pt x="436135" y="517220"/>
                    </a:lnTo>
                    <a:lnTo>
                      <a:pt x="429145" y="522823"/>
                    </a:lnTo>
                    <a:lnTo>
                      <a:pt x="429845" y="463971"/>
                    </a:lnTo>
                    <a:lnTo>
                      <a:pt x="352271" y="522125"/>
                    </a:lnTo>
                    <a:lnTo>
                      <a:pt x="351572" y="584480"/>
                    </a:lnTo>
                    <a:lnTo>
                      <a:pt x="341088" y="585182"/>
                    </a:lnTo>
                    <a:lnTo>
                      <a:pt x="341478" y="524927"/>
                    </a:lnTo>
                    <a:cubicBezTo>
                      <a:pt x="341478" y="524927"/>
                      <a:pt x="312903" y="509122"/>
                      <a:pt x="312903" y="507877"/>
                    </a:cubicBezTo>
                    <a:lnTo>
                      <a:pt x="312903" y="567665"/>
                    </a:lnTo>
                    <a:lnTo>
                      <a:pt x="303585" y="562761"/>
                    </a:lnTo>
                    <a:lnTo>
                      <a:pt x="303585" y="502894"/>
                    </a:lnTo>
                    <a:lnTo>
                      <a:pt x="228571" y="459770"/>
                    </a:lnTo>
                    <a:lnTo>
                      <a:pt x="227872" y="518622"/>
                    </a:lnTo>
                    <a:lnTo>
                      <a:pt x="216690" y="513017"/>
                    </a:lnTo>
                    <a:lnTo>
                      <a:pt x="218088" y="453072"/>
                    </a:lnTo>
                    <a:lnTo>
                      <a:pt x="141447" y="411969"/>
                    </a:lnTo>
                    <a:lnTo>
                      <a:pt x="140513" y="470979"/>
                    </a:lnTo>
                    <a:lnTo>
                      <a:pt x="130265" y="464674"/>
                    </a:lnTo>
                    <a:lnTo>
                      <a:pt x="131428" y="403019"/>
                    </a:lnTo>
                    <a:lnTo>
                      <a:pt x="55252" y="359580"/>
                    </a:lnTo>
                    <a:lnTo>
                      <a:pt x="55252" y="420535"/>
                    </a:lnTo>
                    <a:lnTo>
                      <a:pt x="49660" y="416331"/>
                    </a:lnTo>
                    <a:lnTo>
                      <a:pt x="48962" y="356778"/>
                    </a:lnTo>
                    <a:lnTo>
                      <a:pt x="7728" y="333657"/>
                    </a:lnTo>
                    <a:lnTo>
                      <a:pt x="8507" y="392041"/>
                    </a:lnTo>
                    <a:lnTo>
                      <a:pt x="346679" y="585182"/>
                    </a:lnTo>
                    <a:lnTo>
                      <a:pt x="509890" y="459770"/>
                    </a:lnTo>
                    <a:lnTo>
                      <a:pt x="509885" y="470376"/>
                    </a:lnTo>
                    <a:cubicBezTo>
                      <a:pt x="509608" y="470376"/>
                      <a:pt x="353747" y="596230"/>
                      <a:pt x="350176" y="596230"/>
                    </a:cubicBezTo>
                    <a:cubicBezTo>
                      <a:pt x="346605" y="596230"/>
                      <a:pt x="2137" y="396400"/>
                      <a:pt x="2137" y="396400"/>
                    </a:cubicBezTo>
                    <a:lnTo>
                      <a:pt x="0" y="0"/>
                    </a:lnTo>
                    <a:lnTo>
                      <a:pt x="8507" y="5919"/>
                    </a:lnTo>
                    <a:close/>
                  </a:path>
                </a:pathLst>
              </a:custGeom>
              <a:solidFill>
                <a:srgbClr val="FFFFFF"/>
              </a:solidFill>
              <a:ln w="1055" cap="flat">
                <a:noFill/>
                <a:miter lim="800000"/>
              </a:ln>
            </p:spPr>
          </p:sp>
          <p:sp>
            <p:nvSpPr>
              <p:cNvPr id="127" name="任意多边形 126"/>
              <p:cNvSpPr/>
              <p:nvPr/>
            </p:nvSpPr>
            <p:spPr>
              <a:xfrm>
                <a:off x="4360764" y="2417228"/>
                <a:ext cx="589742" cy="385290"/>
              </a:xfrm>
              <a:custGeom>
                <a:avLst/>
                <a:gdLst/>
                <a:ahLst/>
                <a:cxnLst/>
                <a:rect l="0" t="0" r="0" b="0"/>
                <a:pathLst>
                  <a:path w="589742" h="385290">
                    <a:moveTo>
                      <a:pt x="203770" y="0"/>
                    </a:moveTo>
                    <a:lnTo>
                      <a:pt x="0" y="124002"/>
                    </a:lnTo>
                    <a:lnTo>
                      <a:pt x="40320" y="177146"/>
                    </a:lnTo>
                    <a:lnTo>
                      <a:pt x="388729" y="384877"/>
                    </a:lnTo>
                    <a:lnTo>
                      <a:pt x="559381" y="254648"/>
                    </a:lnTo>
                    <a:lnTo>
                      <a:pt x="589742" y="199846"/>
                    </a:lnTo>
                    <a:lnTo>
                      <a:pt x="203770" y="0"/>
                    </a:lnTo>
                    <a:close/>
                  </a:path>
                </a:pathLst>
              </a:custGeom>
              <a:solidFill>
                <a:srgbClr val="5F5F5F"/>
              </a:solidFill>
              <a:ln w="7600" cap="flat">
                <a:noFill/>
                <a:miter lim="800000"/>
              </a:ln>
            </p:spPr>
          </p:sp>
          <p:sp>
            <p:nvSpPr>
              <p:cNvPr id="128" name="任意多边形 127"/>
              <p:cNvSpPr/>
              <p:nvPr/>
            </p:nvSpPr>
            <p:spPr>
              <a:xfrm>
                <a:off x="4372817" y="2423456"/>
                <a:ext cx="567792" cy="337546"/>
              </a:xfrm>
              <a:custGeom>
                <a:avLst/>
                <a:gdLst/>
                <a:ahLst/>
                <a:cxnLst/>
                <a:rect l="0" t="0" r="0" b="0"/>
                <a:pathLst>
                  <a:path w="567792" h="337546">
                    <a:moveTo>
                      <a:pt x="191734" y="0"/>
                    </a:moveTo>
                    <a:lnTo>
                      <a:pt x="0" y="119989"/>
                    </a:lnTo>
                    <a:lnTo>
                      <a:pt x="375076" y="336992"/>
                    </a:lnTo>
                    <a:lnTo>
                      <a:pt x="567792" y="196522"/>
                    </a:lnTo>
                    <a:lnTo>
                      <a:pt x="19173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29" name="任意多边形 128"/>
              <p:cNvSpPr/>
              <p:nvPr/>
            </p:nvSpPr>
            <p:spPr>
              <a:xfrm>
                <a:off x="4372810" y="2543448"/>
                <a:ext cx="375214" cy="247866"/>
              </a:xfrm>
              <a:custGeom>
                <a:avLst/>
                <a:gdLst/>
                <a:ahLst/>
                <a:cxnLst/>
                <a:rect l="0" t="0" r="0" b="0"/>
                <a:pathLst>
                  <a:path w="375214" h="247866">
                    <a:moveTo>
                      <a:pt x="375214" y="217004"/>
                    </a:moveTo>
                    <a:lnTo>
                      <a:pt x="375214" y="248418"/>
                    </a:lnTo>
                    <a:lnTo>
                      <a:pt x="30365" y="45393"/>
                    </a:lnTo>
                    <a:lnTo>
                      <a:pt x="0" y="0"/>
                    </a:lnTo>
                    <a:lnTo>
                      <a:pt x="375214" y="217004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108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130" name="任意多边形 129"/>
              <p:cNvSpPr/>
              <p:nvPr/>
            </p:nvSpPr>
            <p:spPr>
              <a:xfrm>
                <a:off x="4747863" y="2619978"/>
                <a:ext cx="192577" cy="171886"/>
              </a:xfrm>
              <a:custGeom>
                <a:avLst/>
                <a:gdLst/>
                <a:ahLst/>
                <a:cxnLst/>
                <a:rect l="0" t="0" r="0" b="0"/>
                <a:pathLst>
                  <a:path w="192577" h="171886">
                    <a:moveTo>
                      <a:pt x="0" y="140470"/>
                    </a:moveTo>
                    <a:lnTo>
                      <a:pt x="0" y="171886"/>
                    </a:lnTo>
                    <a:lnTo>
                      <a:pt x="167867" y="48577"/>
                    </a:lnTo>
                    <a:lnTo>
                      <a:pt x="192577" y="0"/>
                    </a:lnTo>
                    <a:lnTo>
                      <a:pt x="0" y="140470"/>
                    </a:lnTo>
                    <a:close/>
                  </a:path>
                </a:pathLst>
              </a:custGeom>
              <a:gradFill>
                <a:gsLst>
                  <a:gs pos="0">
                    <a:srgbClr val="EDF0F7"/>
                  </a:gs>
                  <a:gs pos="100000">
                    <a:srgbClr val="A6BED0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</p:grpSp>
        <p:cxnSp>
          <p:nvCxnSpPr>
            <p:cNvPr id="10" name="Line"/>
            <p:cNvCxnSpPr/>
            <p:nvPr/>
          </p:nvCxnSpPr>
          <p:spPr>
            <a:xfrm>
              <a:off x="3614647" y="2809163"/>
              <a:ext cx="776147" cy="0"/>
            </a:xfrm>
            <a:prstGeom prst="line">
              <a:avLst/>
            </a:prstGeom>
            <a:ln w="7600" cap="flat">
              <a:solidFill>
                <a:srgbClr val="00AF54"/>
              </a:solidFill>
              <a:bevel/>
            </a:ln>
          </p:spPr>
        </p:cxnSp>
        <p:grpSp>
          <p:nvGrpSpPr>
            <p:cNvPr id="11" name="移动通信服务器"/>
            <p:cNvGrpSpPr/>
            <p:nvPr/>
          </p:nvGrpSpPr>
          <p:grpSpPr>
            <a:xfrm>
              <a:off x="5652709" y="1916824"/>
              <a:ext cx="614338" cy="712500"/>
              <a:chOff x="5652709" y="1916824"/>
              <a:chExt cx="614338" cy="712500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5652709" y="1916956"/>
                <a:ext cx="614338" cy="696970"/>
                <a:chOff x="5652709" y="1916956"/>
                <a:chExt cx="614338" cy="696970"/>
              </a:xfrm>
            </p:grpSpPr>
            <p:sp>
              <p:nvSpPr>
                <p:cNvPr id="91" name="任意多边形 90"/>
                <p:cNvSpPr/>
                <p:nvPr/>
              </p:nvSpPr>
              <p:spPr>
                <a:xfrm>
                  <a:off x="5784246" y="1955340"/>
                  <a:ext cx="482583" cy="65409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583" h="654093">
                      <a:moveTo>
                        <a:pt x="0" y="121317"/>
                      </a:moveTo>
                      <a:cubicBezTo>
                        <a:pt x="6869" y="118128"/>
                        <a:pt x="460606" y="0"/>
                        <a:pt x="460606" y="0"/>
                      </a:cubicBezTo>
                      <a:cubicBezTo>
                        <a:pt x="460606" y="0"/>
                        <a:pt x="466700" y="0"/>
                        <a:pt x="474143" y="11911"/>
                      </a:cubicBezTo>
                      <a:cubicBezTo>
                        <a:pt x="482583" y="25449"/>
                        <a:pt x="482583" y="54969"/>
                        <a:pt x="482583" y="88459"/>
                      </a:cubicBezTo>
                      <a:cubicBezTo>
                        <a:pt x="482583" y="102280"/>
                        <a:pt x="481248" y="477800"/>
                        <a:pt x="481248" y="487365"/>
                      </a:cubicBezTo>
                      <a:cubicBezTo>
                        <a:pt x="481248" y="496933"/>
                        <a:pt x="481248" y="525643"/>
                        <a:pt x="458859" y="537336"/>
                      </a:cubicBezTo>
                      <a:cubicBezTo>
                        <a:pt x="439344" y="549029"/>
                        <a:pt x="112508" y="654093"/>
                        <a:pt x="112508" y="654093"/>
                      </a:cubicBezTo>
                      <a:lnTo>
                        <a:pt x="0" y="121317"/>
                      </a:lnTo>
                      <a:close/>
                    </a:path>
                  </a:pathLst>
                </a:custGeom>
                <a:gradFill>
                  <a:gsLst>
                    <a:gs pos="18000">
                      <a:srgbClr val="262626"/>
                    </a:gs>
                    <a:gs pos="100000">
                      <a:srgbClr val="BFBFB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2" name="任意多边形 91"/>
                <p:cNvSpPr/>
                <p:nvPr/>
              </p:nvSpPr>
              <p:spPr>
                <a:xfrm>
                  <a:off x="5675333" y="1916930"/>
                  <a:ext cx="571766" cy="1404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71766" h="140430">
                      <a:moveTo>
                        <a:pt x="0" y="105002"/>
                      </a:moveTo>
                      <a:cubicBezTo>
                        <a:pt x="0" y="105002"/>
                        <a:pt x="314021" y="18294"/>
                        <a:pt x="347844" y="5244"/>
                      </a:cubicBezTo>
                      <a:cubicBezTo>
                        <a:pt x="367731" y="-2430"/>
                        <a:pt x="386677" y="-995"/>
                        <a:pt x="404242" y="2646"/>
                      </a:cubicBezTo>
                      <a:cubicBezTo>
                        <a:pt x="429701" y="7922"/>
                        <a:pt x="571766" y="39008"/>
                        <a:pt x="571766" y="39008"/>
                      </a:cubicBezTo>
                      <a:lnTo>
                        <a:pt x="220899" y="140193"/>
                      </a:lnTo>
                      <a:lnTo>
                        <a:pt x="0" y="10500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E0E0E0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3" name="任意多边形 92"/>
                <p:cNvSpPr/>
                <p:nvPr/>
              </p:nvSpPr>
              <p:spPr>
                <a:xfrm>
                  <a:off x="5652577" y="2021483"/>
                  <a:ext cx="260463" cy="59230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0463" h="592301">
                      <a:moveTo>
                        <a:pt x="0" y="75461"/>
                      </a:moveTo>
                      <a:lnTo>
                        <a:pt x="0" y="22302"/>
                      </a:lnTo>
                      <a:cubicBezTo>
                        <a:pt x="0" y="22302"/>
                        <a:pt x="4125" y="0"/>
                        <a:pt x="35697" y="0"/>
                      </a:cubicBezTo>
                      <a:cubicBezTo>
                        <a:pt x="67268" y="0"/>
                        <a:pt x="192924" y="25250"/>
                        <a:pt x="218756" y="30566"/>
                      </a:cubicBezTo>
                      <a:cubicBezTo>
                        <a:pt x="244588" y="35882"/>
                        <a:pt x="260463" y="43856"/>
                        <a:pt x="260463" y="83725"/>
                      </a:cubicBezTo>
                      <a:cubicBezTo>
                        <a:pt x="260463" y="123593"/>
                        <a:pt x="260463" y="535279"/>
                        <a:pt x="260463" y="556545"/>
                      </a:cubicBezTo>
                      <a:cubicBezTo>
                        <a:pt x="260463" y="577807"/>
                        <a:pt x="251411" y="592301"/>
                        <a:pt x="218756" y="592301"/>
                      </a:cubicBezTo>
                      <a:cubicBezTo>
                        <a:pt x="176439" y="585791"/>
                        <a:pt x="41545" y="562136"/>
                        <a:pt x="27193" y="558149"/>
                      </a:cubicBezTo>
                      <a:cubicBezTo>
                        <a:pt x="12843" y="554162"/>
                        <a:pt x="2977" y="538214"/>
                        <a:pt x="2977" y="522267"/>
                      </a:cubicBezTo>
                      <a:cubicBezTo>
                        <a:pt x="2977" y="506320"/>
                        <a:pt x="0" y="80777"/>
                        <a:pt x="0" y="7546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2F2F2"/>
                    </a:gs>
                    <a:gs pos="100000">
                      <a:srgbClr val="D8D8D8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4" name="任意多边形 93"/>
                <p:cNvSpPr/>
                <p:nvPr/>
              </p:nvSpPr>
              <p:spPr>
                <a:xfrm>
                  <a:off x="5669170" y="2038640"/>
                  <a:ext cx="226560" cy="5534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560" h="553428">
                      <a:moveTo>
                        <a:pt x="0" y="75584"/>
                      </a:moveTo>
                      <a:lnTo>
                        <a:pt x="0" y="22426"/>
                      </a:lnTo>
                      <a:cubicBezTo>
                        <a:pt x="0" y="22426"/>
                        <a:pt x="4125" y="0"/>
                        <a:pt x="35697" y="0"/>
                      </a:cubicBezTo>
                      <a:cubicBezTo>
                        <a:pt x="67268" y="5565"/>
                        <a:pt x="159112" y="22426"/>
                        <a:pt x="184943" y="27742"/>
                      </a:cubicBezTo>
                      <a:cubicBezTo>
                        <a:pt x="210774" y="33058"/>
                        <a:pt x="226560" y="41032"/>
                        <a:pt x="226560" y="80900"/>
                      </a:cubicBezTo>
                      <a:cubicBezTo>
                        <a:pt x="226560" y="120769"/>
                        <a:pt x="226560" y="494205"/>
                        <a:pt x="226560" y="515471"/>
                      </a:cubicBezTo>
                      <a:cubicBezTo>
                        <a:pt x="226560" y="536733"/>
                        <a:pt x="211772" y="553428"/>
                        <a:pt x="184943" y="553428"/>
                      </a:cubicBezTo>
                      <a:cubicBezTo>
                        <a:pt x="151809" y="547373"/>
                        <a:pt x="41130" y="524514"/>
                        <a:pt x="26779" y="520527"/>
                      </a:cubicBezTo>
                      <a:cubicBezTo>
                        <a:pt x="12429" y="516541"/>
                        <a:pt x="2563" y="500593"/>
                        <a:pt x="2563" y="484646"/>
                      </a:cubicBezTo>
                      <a:cubicBezTo>
                        <a:pt x="2563" y="468698"/>
                        <a:pt x="0" y="80900"/>
                        <a:pt x="0" y="7558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7600" cap="flat">
                  <a:noFill/>
                  <a:bevel/>
                </a:ln>
              </p:spPr>
            </p:sp>
            <p:sp>
              <p:nvSpPr>
                <p:cNvPr id="95" name="任意多边形 94"/>
                <p:cNvSpPr/>
                <p:nvPr/>
              </p:nvSpPr>
              <p:spPr>
                <a:xfrm>
                  <a:off x="5679033" y="2049396"/>
                  <a:ext cx="207456" cy="5282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456" h="528256">
                      <a:moveTo>
                        <a:pt x="0" y="72829"/>
                      </a:moveTo>
                      <a:lnTo>
                        <a:pt x="0" y="19672"/>
                      </a:lnTo>
                      <a:cubicBezTo>
                        <a:pt x="0" y="19672"/>
                        <a:pt x="0" y="0"/>
                        <a:pt x="31231" y="0"/>
                      </a:cubicBezTo>
                      <a:cubicBezTo>
                        <a:pt x="62802" y="0"/>
                        <a:pt x="139201" y="20973"/>
                        <a:pt x="165032" y="26289"/>
                      </a:cubicBezTo>
                      <a:cubicBezTo>
                        <a:pt x="190863" y="31605"/>
                        <a:pt x="207456" y="39579"/>
                        <a:pt x="207456" y="79447"/>
                      </a:cubicBezTo>
                      <a:cubicBezTo>
                        <a:pt x="207456" y="119315"/>
                        <a:pt x="207456" y="469857"/>
                        <a:pt x="207456" y="491123"/>
                      </a:cubicBezTo>
                      <a:cubicBezTo>
                        <a:pt x="207456" y="512384"/>
                        <a:pt x="204500" y="528256"/>
                        <a:pt x="170649" y="528256"/>
                      </a:cubicBezTo>
                      <a:cubicBezTo>
                        <a:pt x="152280" y="528256"/>
                        <a:pt x="39034" y="503391"/>
                        <a:pt x="24683" y="499404"/>
                      </a:cubicBezTo>
                      <a:cubicBezTo>
                        <a:pt x="10333" y="495417"/>
                        <a:pt x="0" y="479474"/>
                        <a:pt x="0" y="463527"/>
                      </a:cubicBezTo>
                      <a:cubicBezTo>
                        <a:pt x="0" y="447575"/>
                        <a:pt x="0" y="78145"/>
                        <a:pt x="0" y="7282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93478">
                      <a:srgbClr val="FFFFFF">
                        <a:alpha val="0"/>
                      </a:srgbClr>
                    </a:gs>
                    <a:gs pos="0">
                      <a:srgbClr val="FFFFFF">
                        <a:alpha val="6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96" name="任意多边形 95"/>
                <p:cNvSpPr/>
                <p:nvPr/>
              </p:nvSpPr>
              <p:spPr>
                <a:xfrm>
                  <a:off x="5903669" y="1931452"/>
                  <a:ext cx="339953" cy="12230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9953" h="122301">
                      <a:moveTo>
                        <a:pt x="225212" y="0"/>
                      </a:moveTo>
                      <a:cubicBezTo>
                        <a:pt x="264416" y="7035"/>
                        <a:pt x="339953" y="24486"/>
                        <a:pt x="339953" y="24486"/>
                      </a:cubicBezTo>
                      <a:lnTo>
                        <a:pt x="0" y="122097"/>
                      </a:lnTo>
                      <a:cubicBezTo>
                        <a:pt x="0" y="122097"/>
                        <a:pt x="156896" y="61150"/>
                        <a:pt x="191124" y="35798"/>
                      </a:cubicBezTo>
                      <a:cubicBezTo>
                        <a:pt x="242787" y="-2475"/>
                        <a:pt x="230377" y="0"/>
                        <a:pt x="2252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7" name="任意多边形 96"/>
                <p:cNvSpPr/>
                <p:nvPr/>
              </p:nvSpPr>
              <p:spPr>
                <a:xfrm>
                  <a:off x="5715067" y="2360621"/>
                  <a:ext cx="46073" cy="5214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6073" h="52143">
                      <a:moveTo>
                        <a:pt x="0" y="26072"/>
                      </a:moveTo>
                      <a:cubicBezTo>
                        <a:pt x="0" y="11660"/>
                        <a:pt x="10312" y="0"/>
                        <a:pt x="23036" y="0"/>
                      </a:cubicBezTo>
                      <a:cubicBezTo>
                        <a:pt x="35757" y="0"/>
                        <a:pt x="46073" y="11660"/>
                        <a:pt x="46073" y="26072"/>
                      </a:cubicBezTo>
                      <a:cubicBezTo>
                        <a:pt x="46073" y="40460"/>
                        <a:pt x="35757" y="52143"/>
                        <a:pt x="23036" y="52143"/>
                      </a:cubicBezTo>
                      <a:cubicBezTo>
                        <a:pt x="10312" y="52143"/>
                        <a:pt x="0" y="40460"/>
                        <a:pt x="0" y="26072"/>
                      </a:cubicBezTo>
                      <a:close/>
                    </a:path>
                  </a:pathLst>
                </a:custGeom>
                <a:solidFill>
                  <a:srgbClr val="0F243E"/>
                </a:solidFill>
                <a:ln w="7600" cap="flat">
                  <a:noFill/>
                  <a:bevel/>
                </a:ln>
              </p:spPr>
            </p:sp>
            <p:sp>
              <p:nvSpPr>
                <p:cNvPr id="98" name="任意多边形 97"/>
                <p:cNvSpPr/>
                <p:nvPr/>
              </p:nvSpPr>
              <p:spPr>
                <a:xfrm>
                  <a:off x="5719167" y="2364016"/>
                  <a:ext cx="38716" cy="453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716" h="45344">
                      <a:moveTo>
                        <a:pt x="0" y="22672"/>
                      </a:moveTo>
                      <a:cubicBezTo>
                        <a:pt x="0" y="10140"/>
                        <a:pt x="8665" y="0"/>
                        <a:pt x="19358" y="0"/>
                      </a:cubicBezTo>
                      <a:cubicBezTo>
                        <a:pt x="30048" y="0"/>
                        <a:pt x="38716" y="10140"/>
                        <a:pt x="38716" y="22672"/>
                      </a:cubicBezTo>
                      <a:cubicBezTo>
                        <a:pt x="38716" y="35184"/>
                        <a:pt x="30048" y="45344"/>
                        <a:pt x="19358" y="45344"/>
                      </a:cubicBezTo>
                      <a:cubicBezTo>
                        <a:pt x="8665" y="45344"/>
                        <a:pt x="0" y="35184"/>
                        <a:pt x="0" y="22672"/>
                      </a:cubicBezTo>
                      <a:close/>
                    </a:path>
                  </a:pathLst>
                </a:custGeom>
                <a:solidFill>
                  <a:srgbClr val="00AEEE"/>
                </a:solidFill>
                <a:ln w="7600" cap="flat">
                  <a:noFill/>
                  <a:bevel/>
                </a:ln>
              </p:spPr>
            </p:sp>
            <p:sp>
              <p:nvSpPr>
                <p:cNvPr id="99" name="任意多边形 98"/>
                <p:cNvSpPr/>
                <p:nvPr/>
              </p:nvSpPr>
              <p:spPr>
                <a:xfrm>
                  <a:off x="5720080" y="2365097"/>
                  <a:ext cx="36888" cy="431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888" h="43190">
                      <a:moveTo>
                        <a:pt x="0" y="21595"/>
                      </a:moveTo>
                      <a:cubicBezTo>
                        <a:pt x="0" y="9658"/>
                        <a:pt x="8256" y="0"/>
                        <a:pt x="18444" y="0"/>
                      </a:cubicBezTo>
                      <a:cubicBezTo>
                        <a:pt x="28629" y="0"/>
                        <a:pt x="36888" y="9658"/>
                        <a:pt x="36888" y="21595"/>
                      </a:cubicBezTo>
                      <a:cubicBezTo>
                        <a:pt x="36888" y="33513"/>
                        <a:pt x="28629" y="43190"/>
                        <a:pt x="18444" y="43190"/>
                      </a:cubicBezTo>
                      <a:cubicBezTo>
                        <a:pt x="8256" y="43190"/>
                        <a:pt x="0" y="33513"/>
                        <a:pt x="0" y="21595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4779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00" name="任意多边形 99"/>
                <p:cNvSpPr/>
                <p:nvPr/>
              </p:nvSpPr>
              <p:spPr>
                <a:xfrm>
                  <a:off x="5724141" y="2365673"/>
                  <a:ext cx="28769" cy="170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69" h="17022">
                      <a:moveTo>
                        <a:pt x="0" y="9537"/>
                      </a:moveTo>
                      <a:cubicBezTo>
                        <a:pt x="0" y="5395"/>
                        <a:pt x="6437" y="0"/>
                        <a:pt x="14384" y="0"/>
                      </a:cubicBezTo>
                      <a:cubicBezTo>
                        <a:pt x="22327" y="0"/>
                        <a:pt x="28769" y="5395"/>
                        <a:pt x="28769" y="9537"/>
                      </a:cubicBezTo>
                      <a:cubicBezTo>
                        <a:pt x="28769" y="13666"/>
                        <a:pt x="22327" y="17022"/>
                        <a:pt x="14384" y="17022"/>
                      </a:cubicBezTo>
                      <a:cubicBezTo>
                        <a:pt x="6437" y="17022"/>
                        <a:pt x="0" y="13666"/>
                        <a:pt x="0" y="95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1" name="任意多边形 100"/>
                <p:cNvSpPr/>
                <p:nvPr/>
              </p:nvSpPr>
              <p:spPr>
                <a:xfrm>
                  <a:off x="5731240" y="2365675"/>
                  <a:ext cx="14569" cy="77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569" h="7798">
                      <a:moveTo>
                        <a:pt x="0" y="3899"/>
                      </a:moveTo>
                      <a:cubicBezTo>
                        <a:pt x="0" y="1733"/>
                        <a:pt x="3258" y="0"/>
                        <a:pt x="7285" y="0"/>
                      </a:cubicBezTo>
                      <a:cubicBezTo>
                        <a:pt x="11307" y="0"/>
                        <a:pt x="14569" y="1733"/>
                        <a:pt x="14569" y="3899"/>
                      </a:cubicBezTo>
                      <a:cubicBezTo>
                        <a:pt x="14569" y="6040"/>
                        <a:pt x="11307" y="7798"/>
                        <a:pt x="7285" y="7798"/>
                      </a:cubicBezTo>
                      <a:cubicBezTo>
                        <a:pt x="3258" y="7798"/>
                        <a:pt x="0" y="6040"/>
                        <a:pt x="0" y="389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2" name="任意多边形 101"/>
                <p:cNvSpPr/>
                <p:nvPr/>
              </p:nvSpPr>
              <p:spPr>
                <a:xfrm>
                  <a:off x="5730866" y="2401180"/>
                  <a:ext cx="14474" cy="70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74" h="7057">
                      <a:moveTo>
                        <a:pt x="0" y="3529"/>
                      </a:moveTo>
                      <a:cubicBezTo>
                        <a:pt x="0" y="1570"/>
                        <a:pt x="3237" y="0"/>
                        <a:pt x="7237" y="0"/>
                      </a:cubicBezTo>
                      <a:cubicBezTo>
                        <a:pt x="11233" y="0"/>
                        <a:pt x="14474" y="1570"/>
                        <a:pt x="14474" y="3529"/>
                      </a:cubicBezTo>
                      <a:cubicBezTo>
                        <a:pt x="14474" y="5470"/>
                        <a:pt x="11233" y="7057"/>
                        <a:pt x="7237" y="7057"/>
                      </a:cubicBezTo>
                      <a:cubicBezTo>
                        <a:pt x="3237" y="7057"/>
                        <a:pt x="0" y="5470"/>
                        <a:pt x="0" y="35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3" name="任意多边形 102"/>
                <p:cNvSpPr/>
                <p:nvPr/>
              </p:nvSpPr>
              <p:spPr>
                <a:xfrm>
                  <a:off x="5722884" y="2428064"/>
                  <a:ext cx="18109" cy="265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109" h="26534">
                      <a:moveTo>
                        <a:pt x="0" y="13267"/>
                      </a:moveTo>
                      <a:cubicBezTo>
                        <a:pt x="0" y="5934"/>
                        <a:pt x="4053" y="0"/>
                        <a:pt x="9055" y="0"/>
                      </a:cubicBezTo>
                      <a:cubicBezTo>
                        <a:pt x="14055" y="0"/>
                        <a:pt x="18109" y="5934"/>
                        <a:pt x="18109" y="13267"/>
                      </a:cubicBezTo>
                      <a:cubicBezTo>
                        <a:pt x="18109" y="20589"/>
                        <a:pt x="14055" y="26534"/>
                        <a:pt x="9055" y="26534"/>
                      </a:cubicBezTo>
                      <a:cubicBezTo>
                        <a:pt x="4053" y="26534"/>
                        <a:pt x="0" y="20589"/>
                        <a:pt x="0" y="13267"/>
                      </a:cubicBez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04" name="任意多边形 103"/>
                <p:cNvSpPr/>
                <p:nvPr/>
              </p:nvSpPr>
              <p:spPr>
                <a:xfrm>
                  <a:off x="5724496" y="2429794"/>
                  <a:ext cx="15218" cy="230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18" h="23074">
                      <a:moveTo>
                        <a:pt x="0" y="11537"/>
                      </a:moveTo>
                      <a:cubicBezTo>
                        <a:pt x="0" y="5160"/>
                        <a:pt x="3406" y="0"/>
                        <a:pt x="7609" y="0"/>
                      </a:cubicBezTo>
                      <a:cubicBezTo>
                        <a:pt x="11811" y="0"/>
                        <a:pt x="15218" y="5160"/>
                        <a:pt x="15218" y="11537"/>
                      </a:cubicBezTo>
                      <a:cubicBezTo>
                        <a:pt x="15218" y="17904"/>
                        <a:pt x="11811" y="23074"/>
                        <a:pt x="7609" y="23074"/>
                      </a:cubicBezTo>
                      <a:cubicBezTo>
                        <a:pt x="3406" y="23074"/>
                        <a:pt x="0" y="17904"/>
                        <a:pt x="0" y="11537"/>
                      </a:cubicBezTo>
                      <a:close/>
                    </a:path>
                  </a:pathLst>
                </a:custGeom>
                <a:solidFill>
                  <a:srgbClr val="FF1418"/>
                </a:solidFill>
                <a:ln w="7600" cap="flat">
                  <a:noFill/>
                  <a:bevel/>
                </a:ln>
              </p:spPr>
            </p:sp>
            <p:sp>
              <p:nvSpPr>
                <p:cNvPr id="105" name="任意多边形 104"/>
                <p:cNvSpPr/>
                <p:nvPr/>
              </p:nvSpPr>
              <p:spPr>
                <a:xfrm>
                  <a:off x="5724857" y="2430337"/>
                  <a:ext cx="14499" cy="2197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99" h="21978">
                      <a:moveTo>
                        <a:pt x="0" y="10989"/>
                      </a:moveTo>
                      <a:cubicBezTo>
                        <a:pt x="0" y="4915"/>
                        <a:pt x="3245" y="0"/>
                        <a:pt x="7250" y="0"/>
                      </a:cubicBezTo>
                      <a:cubicBezTo>
                        <a:pt x="11253" y="0"/>
                        <a:pt x="14499" y="4915"/>
                        <a:pt x="14499" y="10989"/>
                      </a:cubicBezTo>
                      <a:cubicBezTo>
                        <a:pt x="14499" y="17054"/>
                        <a:pt x="11253" y="21978"/>
                        <a:pt x="7250" y="21978"/>
                      </a:cubicBezTo>
                      <a:cubicBezTo>
                        <a:pt x="3245" y="21978"/>
                        <a:pt x="0" y="17054"/>
                        <a:pt x="0" y="10989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7571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06" name="任意多边形 105"/>
                <p:cNvSpPr/>
                <p:nvPr/>
              </p:nvSpPr>
              <p:spPr>
                <a:xfrm>
                  <a:off x="5726452" y="2430637"/>
                  <a:ext cx="11308" cy="86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308" h="8662">
                      <a:moveTo>
                        <a:pt x="0" y="4853"/>
                      </a:moveTo>
                      <a:cubicBezTo>
                        <a:pt x="0" y="2745"/>
                        <a:pt x="2530" y="0"/>
                        <a:pt x="5654" y="0"/>
                      </a:cubicBezTo>
                      <a:cubicBezTo>
                        <a:pt x="8776" y="0"/>
                        <a:pt x="11308" y="2745"/>
                        <a:pt x="11308" y="4853"/>
                      </a:cubicBezTo>
                      <a:cubicBezTo>
                        <a:pt x="11308" y="6954"/>
                        <a:pt x="8776" y="8662"/>
                        <a:pt x="5654" y="8662"/>
                      </a:cubicBezTo>
                      <a:cubicBezTo>
                        <a:pt x="2530" y="8662"/>
                        <a:pt x="0" y="6954"/>
                        <a:pt x="0" y="485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7" name="任意多边形 106"/>
                <p:cNvSpPr/>
                <p:nvPr/>
              </p:nvSpPr>
              <p:spPr>
                <a:xfrm>
                  <a:off x="5732110" y="243262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08" name="任意多边形 107"/>
                <p:cNvSpPr/>
                <p:nvPr/>
              </p:nvSpPr>
              <p:spPr>
                <a:xfrm>
                  <a:off x="5731939" y="2450503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109" name="组合 108"/>
                <p:cNvGrpSpPr/>
                <p:nvPr/>
              </p:nvGrpSpPr>
              <p:grpSpPr>
                <a:xfrm>
                  <a:off x="5705196" y="2152765"/>
                  <a:ext cx="157282" cy="79737"/>
                  <a:chOff x="5705196" y="2152765"/>
                  <a:chExt cx="157282" cy="79737"/>
                </a:xfrm>
              </p:grpSpPr>
              <p:sp>
                <p:nvSpPr>
                  <p:cNvPr id="120" name="任意多边形 119"/>
                  <p:cNvSpPr/>
                  <p:nvPr/>
                </p:nvSpPr>
                <p:spPr>
                  <a:xfrm>
                    <a:off x="5705196" y="2152765"/>
                    <a:ext cx="157282" cy="797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7282" h="79737">
                        <a:moveTo>
                          <a:pt x="0" y="0"/>
                        </a:moveTo>
                        <a:lnTo>
                          <a:pt x="157282" y="29768"/>
                        </a:lnTo>
                        <a:lnTo>
                          <a:pt x="157282" y="79737"/>
                        </a:lnTo>
                        <a:lnTo>
                          <a:pt x="0" y="478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D0D0D"/>
                  </a:solidFill>
                  <a:ln w="7600" cap="flat">
                    <a:noFill/>
                    <a:bevel/>
                  </a:ln>
                </p:spPr>
              </p:sp>
              <p:sp>
                <p:nvSpPr>
                  <p:cNvPr id="121" name="任意多边形 120"/>
                  <p:cNvSpPr/>
                  <p:nvPr/>
                </p:nvSpPr>
                <p:spPr>
                  <a:xfrm>
                    <a:off x="5709009" y="2156291"/>
                    <a:ext cx="149656" cy="705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656" h="70516">
                        <a:moveTo>
                          <a:pt x="0" y="0"/>
                        </a:moveTo>
                        <a:lnTo>
                          <a:pt x="149656" y="28749"/>
                        </a:lnTo>
                        <a:lnTo>
                          <a:pt x="149656" y="70516"/>
                        </a:lnTo>
                        <a:lnTo>
                          <a:pt x="0" y="4176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rgbClr val="808080">
                          <a:alpha val="20000"/>
                        </a:srgbClr>
                      </a:gs>
                      <a:gs pos="87857">
                        <a:srgbClr val="808080">
                          <a:alpha val="20000"/>
                        </a:srgbClr>
                      </a:gs>
                      <a:gs pos="0">
                        <a:srgbClr val="E0E0E0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22" name="任意多边形 121"/>
                  <p:cNvSpPr/>
                  <p:nvPr/>
                </p:nvSpPr>
                <p:spPr>
                  <a:xfrm>
                    <a:off x="5709297" y="2156325"/>
                    <a:ext cx="149079" cy="488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079" h="48827">
                        <a:moveTo>
                          <a:pt x="0" y="0"/>
                        </a:moveTo>
                        <a:lnTo>
                          <a:pt x="0" y="26003"/>
                        </a:lnTo>
                        <a:cubicBezTo>
                          <a:pt x="0" y="26003"/>
                          <a:pt x="24857" y="22206"/>
                          <a:pt x="64102" y="27359"/>
                        </a:cubicBezTo>
                        <a:cubicBezTo>
                          <a:pt x="103346" y="32512"/>
                          <a:pt x="149079" y="48827"/>
                          <a:pt x="149079" y="48827"/>
                        </a:cubicBezTo>
                        <a:lnTo>
                          <a:pt x="149079" y="2871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0E0FF">
                          <a:alpha val="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23" name="任意多边形 122"/>
                  <p:cNvSpPr/>
                  <p:nvPr/>
                </p:nvSpPr>
                <p:spPr>
                  <a:xfrm>
                    <a:off x="5708881" y="2156325"/>
                    <a:ext cx="149912" cy="350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912" h="35004">
                        <a:moveTo>
                          <a:pt x="0" y="0"/>
                        </a:moveTo>
                        <a:lnTo>
                          <a:pt x="149912" y="28715"/>
                        </a:lnTo>
                        <a:cubicBezTo>
                          <a:pt x="149912" y="28715"/>
                          <a:pt x="149912" y="35004"/>
                          <a:pt x="149912" y="35004"/>
                        </a:cubicBezTo>
                        <a:cubicBezTo>
                          <a:pt x="149912" y="35004"/>
                          <a:pt x="0" y="5662"/>
                          <a:pt x="0" y="5662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600" cap="flat">
                    <a:noFill/>
                    <a:bevel/>
                  </a:ln>
                </p:spPr>
              </p:sp>
            </p:grpSp>
            <p:sp>
              <p:nvSpPr>
                <p:cNvPr id="110" name="任意多边形 109"/>
                <p:cNvSpPr/>
                <p:nvPr/>
              </p:nvSpPr>
              <p:spPr>
                <a:xfrm>
                  <a:off x="5705196" y="2090347"/>
                  <a:ext cx="157282" cy="79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79737">
                      <a:moveTo>
                        <a:pt x="0" y="0"/>
                      </a:moveTo>
                      <a:lnTo>
                        <a:pt x="157282" y="29768"/>
                      </a:lnTo>
                      <a:lnTo>
                        <a:pt x="157282" y="79737"/>
                      </a:lnTo>
                      <a:lnTo>
                        <a:pt x="0" y="533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1" name="任意多边形 110"/>
                <p:cNvSpPr/>
                <p:nvPr/>
              </p:nvSpPr>
              <p:spPr>
                <a:xfrm>
                  <a:off x="5709009" y="2093874"/>
                  <a:ext cx="149655" cy="705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5" h="70515">
                      <a:moveTo>
                        <a:pt x="0" y="0"/>
                      </a:moveTo>
                      <a:lnTo>
                        <a:pt x="149655" y="28749"/>
                      </a:lnTo>
                      <a:lnTo>
                        <a:pt x="149655" y="70515"/>
                      </a:lnTo>
                      <a:lnTo>
                        <a:pt x="0" y="417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57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12" name="任意多边形 111"/>
                <p:cNvSpPr/>
                <p:nvPr/>
              </p:nvSpPr>
              <p:spPr>
                <a:xfrm>
                  <a:off x="5709297" y="2093910"/>
                  <a:ext cx="149079" cy="488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48827">
                      <a:moveTo>
                        <a:pt x="0" y="0"/>
                      </a:moveTo>
                      <a:lnTo>
                        <a:pt x="0" y="26002"/>
                      </a:lnTo>
                      <a:cubicBezTo>
                        <a:pt x="0" y="26002"/>
                        <a:pt x="24857" y="22206"/>
                        <a:pt x="64101" y="27359"/>
                      </a:cubicBezTo>
                      <a:cubicBezTo>
                        <a:pt x="103346" y="32512"/>
                        <a:pt x="149079" y="48827"/>
                        <a:pt x="149079" y="48827"/>
                      </a:cubicBezTo>
                      <a:lnTo>
                        <a:pt x="149079" y="287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3" name="任意多边形 112"/>
                <p:cNvSpPr/>
                <p:nvPr/>
              </p:nvSpPr>
              <p:spPr>
                <a:xfrm>
                  <a:off x="5708880" y="2093909"/>
                  <a:ext cx="149913" cy="3500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3" h="35004">
                      <a:moveTo>
                        <a:pt x="0" y="0"/>
                      </a:moveTo>
                      <a:lnTo>
                        <a:pt x="149913" y="28715"/>
                      </a:lnTo>
                      <a:cubicBezTo>
                        <a:pt x="149913" y="28715"/>
                        <a:pt x="149913" y="35004"/>
                        <a:pt x="149913" y="35004"/>
                      </a:cubicBezTo>
                      <a:cubicBezTo>
                        <a:pt x="149913" y="35004"/>
                        <a:pt x="0" y="5662"/>
                        <a:pt x="0" y="566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4" name="任意多边形 113"/>
                <p:cNvSpPr/>
                <p:nvPr/>
              </p:nvSpPr>
              <p:spPr>
                <a:xfrm>
                  <a:off x="5653875" y="2020303"/>
                  <a:ext cx="259925" cy="17043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9925" h="170438">
                      <a:moveTo>
                        <a:pt x="4431" y="170438"/>
                      </a:moveTo>
                      <a:cubicBezTo>
                        <a:pt x="4431" y="170438"/>
                        <a:pt x="0" y="60799"/>
                        <a:pt x="0" y="35283"/>
                      </a:cubicBezTo>
                      <a:cubicBezTo>
                        <a:pt x="0" y="9767"/>
                        <a:pt x="13051" y="-5897"/>
                        <a:pt x="55350" y="1744"/>
                      </a:cubicBezTo>
                      <a:cubicBezTo>
                        <a:pt x="103567" y="10455"/>
                        <a:pt x="187167" y="27310"/>
                        <a:pt x="208209" y="32094"/>
                      </a:cubicBezTo>
                      <a:cubicBezTo>
                        <a:pt x="229251" y="36878"/>
                        <a:pt x="259925" y="25714"/>
                        <a:pt x="259925" y="89504"/>
                      </a:cubicBezTo>
                      <a:cubicBezTo>
                        <a:pt x="259925" y="153294"/>
                        <a:pt x="259925" y="117147"/>
                        <a:pt x="259925" y="113957"/>
                      </a:cubicBezTo>
                      <a:cubicBezTo>
                        <a:pt x="259925" y="110768"/>
                        <a:pt x="149085" y="103592"/>
                        <a:pt x="93979" y="124589"/>
                      </a:cubicBezTo>
                      <a:cubicBezTo>
                        <a:pt x="32444" y="148037"/>
                        <a:pt x="4431" y="175173"/>
                        <a:pt x="4431" y="170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5" name="任意多边形 114"/>
                <p:cNvSpPr/>
                <p:nvPr/>
              </p:nvSpPr>
              <p:spPr>
                <a:xfrm>
                  <a:off x="5707223" y="2494582"/>
                  <a:ext cx="153598" cy="715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3598" h="71518">
                      <a:moveTo>
                        <a:pt x="0" y="0"/>
                      </a:moveTo>
                      <a:lnTo>
                        <a:pt x="153598" y="26579"/>
                      </a:lnTo>
                      <a:lnTo>
                        <a:pt x="153598" y="71518"/>
                      </a:lnTo>
                      <a:lnTo>
                        <a:pt x="0" y="425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6" name="任意多边形 115"/>
                <p:cNvSpPr/>
                <p:nvPr/>
              </p:nvSpPr>
              <p:spPr>
                <a:xfrm>
                  <a:off x="5710769" y="2502024"/>
                  <a:ext cx="143907" cy="563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3907" h="56347">
                      <a:moveTo>
                        <a:pt x="0" y="0"/>
                      </a:moveTo>
                      <a:lnTo>
                        <a:pt x="143907" y="23335"/>
                      </a:lnTo>
                      <a:lnTo>
                        <a:pt x="143907" y="56347"/>
                      </a:lnTo>
                      <a:lnTo>
                        <a:pt x="0" y="281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90653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117" name="任意多边形 116"/>
                <p:cNvSpPr/>
                <p:nvPr/>
              </p:nvSpPr>
              <p:spPr>
                <a:xfrm>
                  <a:off x="5710874" y="2502184"/>
                  <a:ext cx="140725" cy="465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0725" h="46597">
                      <a:moveTo>
                        <a:pt x="0" y="0"/>
                      </a:moveTo>
                      <a:lnTo>
                        <a:pt x="0" y="25841"/>
                      </a:lnTo>
                      <a:cubicBezTo>
                        <a:pt x="0" y="25841"/>
                        <a:pt x="27008" y="22032"/>
                        <a:pt x="66483" y="25355"/>
                      </a:cubicBezTo>
                      <a:cubicBezTo>
                        <a:pt x="116997" y="29608"/>
                        <a:pt x="140725" y="46597"/>
                        <a:pt x="140725" y="46597"/>
                      </a:cubicBezTo>
                      <a:lnTo>
                        <a:pt x="140725" y="260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118" name="任意多边形 117"/>
                <p:cNvSpPr/>
                <p:nvPr/>
              </p:nvSpPr>
              <p:spPr>
                <a:xfrm>
                  <a:off x="5712067" y="2506663"/>
                  <a:ext cx="142609" cy="274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2609" h="27410">
                      <a:moveTo>
                        <a:pt x="0" y="0"/>
                      </a:moveTo>
                      <a:lnTo>
                        <a:pt x="142609" y="20868"/>
                      </a:lnTo>
                      <a:cubicBezTo>
                        <a:pt x="142609" y="20868"/>
                        <a:pt x="142609" y="27410"/>
                        <a:pt x="142609" y="27410"/>
                      </a:cubicBezTo>
                      <a:cubicBezTo>
                        <a:pt x="142609" y="27410"/>
                        <a:pt x="0" y="5613"/>
                        <a:pt x="0" y="561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119" name="任意多边形 118"/>
                <p:cNvSpPr/>
                <p:nvPr/>
              </p:nvSpPr>
              <p:spPr>
                <a:xfrm>
                  <a:off x="5881465" y="1952181"/>
                  <a:ext cx="379124" cy="1268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124" h="126832">
                      <a:moveTo>
                        <a:pt x="0" y="104904"/>
                      </a:moveTo>
                      <a:lnTo>
                        <a:pt x="359304" y="0"/>
                      </a:lnTo>
                      <a:cubicBezTo>
                        <a:pt x="359304" y="0"/>
                        <a:pt x="366503" y="2805"/>
                        <a:pt x="373079" y="10536"/>
                      </a:cubicBezTo>
                      <a:cubicBezTo>
                        <a:pt x="379124" y="18049"/>
                        <a:pt x="379124" y="25420"/>
                        <a:pt x="379124" y="25420"/>
                      </a:cubicBezTo>
                      <a:lnTo>
                        <a:pt x="27913" y="126832"/>
                      </a:lnTo>
                      <a:lnTo>
                        <a:pt x="0" y="104904"/>
                      </a:lnTo>
                      <a:close/>
                    </a:path>
                  </a:pathLst>
                </a:custGeom>
                <a:gradFill>
                  <a:gsLst>
                    <a:gs pos="40000">
                      <a:srgbClr val="FFFFFF">
                        <a:alpha val="7000"/>
                      </a:srgbClr>
                    </a:gs>
                    <a:gs pos="100000">
                      <a:srgbClr val="FFFFFF"/>
                    </a:gs>
                  </a:gsLst>
                  <a:lin ang="15000000" scaled="0"/>
                </a:gradFill>
                <a:ln w="7600" cap="flat">
                  <a:noFill/>
                  <a:bevel/>
                </a:ln>
              </p:spPr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049789" y="2201264"/>
                <a:ext cx="198540" cy="428061"/>
                <a:chOff x="6049789" y="2201264"/>
                <a:chExt cx="198540" cy="428061"/>
              </a:xfrm>
            </p:grpSpPr>
            <p:sp>
              <p:nvSpPr>
                <p:cNvPr id="82" name="任意多边形 81"/>
                <p:cNvSpPr/>
                <p:nvPr/>
              </p:nvSpPr>
              <p:spPr>
                <a:xfrm>
                  <a:off x="6067462" y="2294083"/>
                  <a:ext cx="179606" cy="3309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9606" h="330986">
                      <a:moveTo>
                        <a:pt x="29722" y="0"/>
                      </a:moveTo>
                      <a:cubicBezTo>
                        <a:pt x="29722" y="0"/>
                        <a:pt x="123907" y="20509"/>
                        <a:pt x="142458" y="27151"/>
                      </a:cubicBezTo>
                      <a:cubicBezTo>
                        <a:pt x="161011" y="33793"/>
                        <a:pt x="179606" y="45750"/>
                        <a:pt x="179606" y="64350"/>
                      </a:cubicBezTo>
                      <a:cubicBezTo>
                        <a:pt x="179606" y="82949"/>
                        <a:pt x="179606" y="295511"/>
                        <a:pt x="179606" y="306138"/>
                      </a:cubicBezTo>
                      <a:cubicBezTo>
                        <a:pt x="179606" y="316766"/>
                        <a:pt x="179606" y="330986"/>
                        <a:pt x="155302" y="330986"/>
                      </a:cubicBezTo>
                      <a:cubicBezTo>
                        <a:pt x="129615" y="323410"/>
                        <a:pt x="61118" y="307467"/>
                        <a:pt x="22587" y="295511"/>
                      </a:cubicBezTo>
                      <a:cubicBezTo>
                        <a:pt x="11903" y="292195"/>
                        <a:pt x="0" y="276911"/>
                        <a:pt x="0" y="254326"/>
                      </a:cubicBezTo>
                      <a:cubicBezTo>
                        <a:pt x="0" y="231741"/>
                        <a:pt x="0" y="36451"/>
                        <a:pt x="0" y="13866"/>
                      </a:cubicBezTo>
                      <a:cubicBezTo>
                        <a:pt x="0" y="-8719"/>
                        <a:pt x="33290" y="3902"/>
                        <a:pt x="297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3" name="任意多边形 82"/>
                <p:cNvSpPr/>
                <p:nvPr/>
              </p:nvSpPr>
              <p:spPr>
                <a:xfrm>
                  <a:off x="6072514" y="2201098"/>
                  <a:ext cx="24416" cy="1127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416" h="112716">
                      <a:moveTo>
                        <a:pt x="0" y="112716"/>
                      </a:moveTo>
                      <a:lnTo>
                        <a:pt x="0" y="7722"/>
                      </a:lnTo>
                      <a:cubicBezTo>
                        <a:pt x="0" y="7722"/>
                        <a:pt x="0" y="0"/>
                        <a:pt x="11260" y="0"/>
                      </a:cubicBezTo>
                      <a:cubicBezTo>
                        <a:pt x="22676" y="0"/>
                        <a:pt x="24103" y="7722"/>
                        <a:pt x="24103" y="7722"/>
                      </a:cubicBezTo>
                      <a:lnTo>
                        <a:pt x="24103" y="112716"/>
                      </a:lnTo>
                      <a:lnTo>
                        <a:pt x="0" y="11271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A0A0FF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4" name="任意多边形 83"/>
                <p:cNvSpPr/>
                <p:nvPr/>
              </p:nvSpPr>
              <p:spPr>
                <a:xfrm>
                  <a:off x="6071176" y="2202341"/>
                  <a:ext cx="25754" cy="146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54" h="14634">
                      <a:moveTo>
                        <a:pt x="0" y="7141"/>
                      </a:moveTo>
                      <a:cubicBezTo>
                        <a:pt x="0" y="3105"/>
                        <a:pt x="5505" y="-166"/>
                        <a:pt x="12598" y="-166"/>
                      </a:cubicBezTo>
                      <a:cubicBezTo>
                        <a:pt x="19691" y="-166"/>
                        <a:pt x="25441" y="3105"/>
                        <a:pt x="25441" y="7141"/>
                      </a:cubicBezTo>
                      <a:cubicBezTo>
                        <a:pt x="25441" y="11176"/>
                        <a:pt x="19691" y="14448"/>
                        <a:pt x="12598" y="14448"/>
                      </a:cubicBezTo>
                      <a:cubicBezTo>
                        <a:pt x="5505" y="14448"/>
                        <a:pt x="0" y="11176"/>
                        <a:pt x="0" y="71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5" name="任意多边形 84"/>
                <p:cNvSpPr/>
                <p:nvPr/>
              </p:nvSpPr>
              <p:spPr>
                <a:xfrm>
                  <a:off x="6205297" y="2332186"/>
                  <a:ext cx="42811" cy="485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811" h="48574">
                      <a:moveTo>
                        <a:pt x="0" y="3840"/>
                      </a:moveTo>
                      <a:lnTo>
                        <a:pt x="28318" y="0"/>
                      </a:lnTo>
                      <a:cubicBezTo>
                        <a:pt x="28318" y="0"/>
                        <a:pt x="43402" y="10483"/>
                        <a:pt x="42811" y="21111"/>
                      </a:cubicBezTo>
                      <a:cubicBezTo>
                        <a:pt x="41774" y="31739"/>
                        <a:pt x="41774" y="33068"/>
                        <a:pt x="41774" y="31739"/>
                      </a:cubicBezTo>
                      <a:lnTo>
                        <a:pt x="13334" y="48574"/>
                      </a:lnTo>
                      <a:lnTo>
                        <a:pt x="0" y="38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6" name="任意多边形 85"/>
                <p:cNvSpPr/>
                <p:nvPr/>
              </p:nvSpPr>
              <p:spPr>
                <a:xfrm>
                  <a:off x="6049772" y="2298244"/>
                  <a:ext cx="179606" cy="3309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9606" h="330986">
                      <a:moveTo>
                        <a:pt x="29722" y="0"/>
                      </a:moveTo>
                      <a:cubicBezTo>
                        <a:pt x="29722" y="0"/>
                        <a:pt x="123907" y="20509"/>
                        <a:pt x="142458" y="27151"/>
                      </a:cubicBezTo>
                      <a:cubicBezTo>
                        <a:pt x="161011" y="33793"/>
                        <a:pt x="179606" y="45750"/>
                        <a:pt x="179606" y="64350"/>
                      </a:cubicBezTo>
                      <a:cubicBezTo>
                        <a:pt x="179606" y="82949"/>
                        <a:pt x="179606" y="295511"/>
                        <a:pt x="179606" y="306138"/>
                      </a:cubicBezTo>
                      <a:cubicBezTo>
                        <a:pt x="179606" y="316766"/>
                        <a:pt x="179606" y="330986"/>
                        <a:pt x="155302" y="330986"/>
                      </a:cubicBezTo>
                      <a:cubicBezTo>
                        <a:pt x="129615" y="323410"/>
                        <a:pt x="61118" y="307467"/>
                        <a:pt x="22587" y="295511"/>
                      </a:cubicBezTo>
                      <a:cubicBezTo>
                        <a:pt x="11903" y="292195"/>
                        <a:pt x="0" y="276911"/>
                        <a:pt x="0" y="254326"/>
                      </a:cubicBezTo>
                      <a:cubicBezTo>
                        <a:pt x="0" y="231741"/>
                        <a:pt x="0" y="36451"/>
                        <a:pt x="0" y="13866"/>
                      </a:cubicBezTo>
                      <a:cubicBezTo>
                        <a:pt x="0" y="-8719"/>
                        <a:pt x="33290" y="3902"/>
                        <a:pt x="297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9999"/>
                    </a:gs>
                    <a:gs pos="100000">
                      <a:srgbClr val="E0E0E0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7" name="任意多边形 86"/>
                <p:cNvSpPr/>
                <p:nvPr/>
              </p:nvSpPr>
              <p:spPr>
                <a:xfrm>
                  <a:off x="6064737" y="2329465"/>
                  <a:ext cx="146829" cy="2665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6829" h="266532">
                      <a:moveTo>
                        <a:pt x="21890" y="0"/>
                      </a:moveTo>
                      <a:cubicBezTo>
                        <a:pt x="21890" y="0"/>
                        <a:pt x="105157" y="17169"/>
                        <a:pt x="118929" y="22502"/>
                      </a:cubicBezTo>
                      <a:cubicBezTo>
                        <a:pt x="132701" y="27833"/>
                        <a:pt x="146829" y="37432"/>
                        <a:pt x="146829" y="52363"/>
                      </a:cubicBezTo>
                      <a:cubicBezTo>
                        <a:pt x="146829" y="67293"/>
                        <a:pt x="146829" y="237929"/>
                        <a:pt x="146829" y="246461"/>
                      </a:cubicBezTo>
                      <a:cubicBezTo>
                        <a:pt x="146829" y="254992"/>
                        <a:pt x="146829" y="266532"/>
                        <a:pt x="128464" y="266532"/>
                      </a:cubicBezTo>
                      <a:cubicBezTo>
                        <a:pt x="109395" y="260325"/>
                        <a:pt x="45196" y="246739"/>
                        <a:pt x="16593" y="237141"/>
                      </a:cubicBezTo>
                      <a:cubicBezTo>
                        <a:pt x="8662" y="234479"/>
                        <a:pt x="0" y="222210"/>
                        <a:pt x="0" y="204080"/>
                      </a:cubicBezTo>
                      <a:cubicBezTo>
                        <a:pt x="0" y="185950"/>
                        <a:pt x="0" y="29178"/>
                        <a:pt x="0" y="11047"/>
                      </a:cubicBezTo>
                      <a:cubicBezTo>
                        <a:pt x="0" y="-7083"/>
                        <a:pt x="24539" y="3049"/>
                        <a:pt x="2189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8" name="任意多边形 87"/>
                <p:cNvSpPr/>
                <p:nvPr/>
              </p:nvSpPr>
              <p:spPr>
                <a:xfrm>
                  <a:off x="6074826" y="2341567"/>
                  <a:ext cx="126761" cy="24131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6761" h="241311">
                      <a:moveTo>
                        <a:pt x="21795" y="0"/>
                      </a:moveTo>
                      <a:cubicBezTo>
                        <a:pt x="21795" y="0"/>
                        <a:pt x="85085" y="11709"/>
                        <a:pt x="98856" y="17042"/>
                      </a:cubicBezTo>
                      <a:cubicBezTo>
                        <a:pt x="112628" y="22373"/>
                        <a:pt x="126761" y="31972"/>
                        <a:pt x="126761" y="46903"/>
                      </a:cubicBezTo>
                      <a:cubicBezTo>
                        <a:pt x="126761" y="61833"/>
                        <a:pt x="126761" y="212542"/>
                        <a:pt x="126761" y="221074"/>
                      </a:cubicBezTo>
                      <a:cubicBezTo>
                        <a:pt x="126761" y="229605"/>
                        <a:pt x="126761" y="241311"/>
                        <a:pt x="108391" y="241311"/>
                      </a:cubicBezTo>
                      <a:cubicBezTo>
                        <a:pt x="89321" y="234939"/>
                        <a:pt x="45102" y="226583"/>
                        <a:pt x="16499" y="216984"/>
                      </a:cubicBezTo>
                      <a:cubicBezTo>
                        <a:pt x="8567" y="214323"/>
                        <a:pt x="0" y="202054"/>
                        <a:pt x="0" y="183923"/>
                      </a:cubicBezTo>
                      <a:cubicBezTo>
                        <a:pt x="0" y="165794"/>
                        <a:pt x="0" y="28949"/>
                        <a:pt x="0" y="10819"/>
                      </a:cubicBezTo>
                      <a:cubicBezTo>
                        <a:pt x="0" y="-7311"/>
                        <a:pt x="24444" y="2820"/>
                        <a:pt x="2179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FFFB"/>
                    </a:gs>
                    <a:gs pos="100000">
                      <a:srgbClr val="000080"/>
                    </a:gs>
                  </a:gsLst>
                  <a:lin ang="135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9" name="任意多边形 88"/>
                <p:cNvSpPr/>
                <p:nvPr/>
              </p:nvSpPr>
              <p:spPr>
                <a:xfrm>
                  <a:off x="6086899" y="2342770"/>
                  <a:ext cx="116058" cy="1899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6058" h="189935">
                      <a:moveTo>
                        <a:pt x="0" y="0"/>
                      </a:moveTo>
                      <a:cubicBezTo>
                        <a:pt x="0" y="0"/>
                        <a:pt x="68687" y="14274"/>
                        <a:pt x="92489" y="21153"/>
                      </a:cubicBezTo>
                      <a:cubicBezTo>
                        <a:pt x="124671" y="30452"/>
                        <a:pt x="114720" y="78278"/>
                        <a:pt x="114720" y="61008"/>
                      </a:cubicBezTo>
                      <a:lnTo>
                        <a:pt x="114720" y="189935"/>
                      </a:lnTo>
                      <a:cubicBezTo>
                        <a:pt x="114720" y="189935"/>
                        <a:pt x="109614" y="134075"/>
                        <a:pt x="72511" y="79607"/>
                      </a:cubicBezTo>
                      <a:cubicBezTo>
                        <a:pt x="51364" y="48563"/>
                        <a:pt x="-5976" y="521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27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90" name="任意多边形 89"/>
                <p:cNvSpPr/>
                <p:nvPr/>
              </p:nvSpPr>
              <p:spPr>
                <a:xfrm>
                  <a:off x="6075427" y="2309143"/>
                  <a:ext cx="28429" cy="1868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429" h="18682">
                      <a:moveTo>
                        <a:pt x="0" y="9341"/>
                      </a:moveTo>
                      <a:cubicBezTo>
                        <a:pt x="0" y="4039"/>
                        <a:pt x="6144" y="0"/>
                        <a:pt x="14215" y="0"/>
                      </a:cubicBezTo>
                      <a:cubicBezTo>
                        <a:pt x="21906" y="0"/>
                        <a:pt x="28429" y="4039"/>
                        <a:pt x="28429" y="9341"/>
                      </a:cubicBezTo>
                      <a:cubicBezTo>
                        <a:pt x="28429" y="14311"/>
                        <a:pt x="21906" y="18475"/>
                        <a:pt x="14215" y="18475"/>
                      </a:cubicBezTo>
                      <a:cubicBezTo>
                        <a:pt x="6144" y="18475"/>
                        <a:pt x="0" y="14311"/>
                        <a:pt x="0" y="934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80"/>
                    </a:gs>
                    <a:gs pos="100000">
                      <a:srgbClr val="2E98D1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81" name="Text 1068"/>
              <p:cNvSpPr txBox="1"/>
              <p:nvPr/>
            </p:nvSpPr>
            <p:spPr>
              <a:xfrm>
                <a:off x="5579878" y="2644524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应用</a:t>
                </a:r>
                <a:endParaRPr 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服务器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数据库服务器"/>
            <p:cNvGrpSpPr/>
            <p:nvPr/>
          </p:nvGrpSpPr>
          <p:grpSpPr>
            <a:xfrm>
              <a:off x="5579879" y="3301631"/>
              <a:ext cx="760000" cy="981346"/>
              <a:chOff x="5579879" y="3301631"/>
              <a:chExt cx="760000" cy="981346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5652710" y="3301631"/>
                <a:ext cx="614338" cy="745616"/>
                <a:chOff x="5652710" y="3301631"/>
                <a:chExt cx="614338" cy="745616"/>
              </a:xfrm>
            </p:grpSpPr>
            <p:sp>
              <p:nvSpPr>
                <p:cNvPr id="46" name="任意多边形 45"/>
                <p:cNvSpPr/>
                <p:nvPr/>
              </p:nvSpPr>
              <p:spPr>
                <a:xfrm>
                  <a:off x="5784246" y="3342694"/>
                  <a:ext cx="482583" cy="6997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583" h="699747">
                      <a:moveTo>
                        <a:pt x="0" y="129784"/>
                      </a:moveTo>
                      <a:cubicBezTo>
                        <a:pt x="6869" y="126372"/>
                        <a:pt x="460606" y="0"/>
                        <a:pt x="460606" y="0"/>
                      </a:cubicBezTo>
                      <a:cubicBezTo>
                        <a:pt x="460606" y="0"/>
                        <a:pt x="466700" y="0"/>
                        <a:pt x="474143" y="12742"/>
                      </a:cubicBezTo>
                      <a:cubicBezTo>
                        <a:pt x="482583" y="27226"/>
                        <a:pt x="482583" y="58805"/>
                        <a:pt x="482583" y="94633"/>
                      </a:cubicBezTo>
                      <a:cubicBezTo>
                        <a:pt x="482583" y="109419"/>
                        <a:pt x="481248" y="511149"/>
                        <a:pt x="481248" y="521381"/>
                      </a:cubicBezTo>
                      <a:cubicBezTo>
                        <a:pt x="481248" y="531617"/>
                        <a:pt x="481248" y="562331"/>
                        <a:pt x="458859" y="574840"/>
                      </a:cubicBezTo>
                      <a:cubicBezTo>
                        <a:pt x="439343" y="587350"/>
                        <a:pt x="112508" y="699747"/>
                        <a:pt x="112508" y="699747"/>
                      </a:cubicBezTo>
                      <a:lnTo>
                        <a:pt x="0" y="129784"/>
                      </a:lnTo>
                      <a:close/>
                    </a:path>
                  </a:pathLst>
                </a:custGeom>
                <a:gradFill>
                  <a:gsLst>
                    <a:gs pos="18000">
                      <a:srgbClr val="262626"/>
                    </a:gs>
                    <a:gs pos="100000">
                      <a:srgbClr val="BFBFBF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47" name="任意多边形 46"/>
                <p:cNvSpPr/>
                <p:nvPr/>
              </p:nvSpPr>
              <p:spPr>
                <a:xfrm>
                  <a:off x="5675332" y="3301603"/>
                  <a:ext cx="571766" cy="150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71766" h="150231">
                      <a:moveTo>
                        <a:pt x="0" y="112331"/>
                      </a:moveTo>
                      <a:cubicBezTo>
                        <a:pt x="0" y="112331"/>
                        <a:pt x="314021" y="19571"/>
                        <a:pt x="347844" y="5610"/>
                      </a:cubicBezTo>
                      <a:cubicBezTo>
                        <a:pt x="367731" y="-2600"/>
                        <a:pt x="386677" y="-1064"/>
                        <a:pt x="404242" y="2830"/>
                      </a:cubicBezTo>
                      <a:cubicBezTo>
                        <a:pt x="429700" y="8475"/>
                        <a:pt x="571766" y="41731"/>
                        <a:pt x="571766" y="41731"/>
                      </a:cubicBezTo>
                      <a:lnTo>
                        <a:pt x="220899" y="149978"/>
                      </a:lnTo>
                      <a:lnTo>
                        <a:pt x="0" y="11233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5A5A5"/>
                    </a:gs>
                    <a:gs pos="100000">
                      <a:srgbClr val="E0E0E0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48" name="任意多边形 47"/>
                <p:cNvSpPr/>
                <p:nvPr/>
              </p:nvSpPr>
              <p:spPr>
                <a:xfrm>
                  <a:off x="5652577" y="3413454"/>
                  <a:ext cx="260463" cy="63364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0463" h="633642">
                      <a:moveTo>
                        <a:pt x="0" y="80728"/>
                      </a:moveTo>
                      <a:lnTo>
                        <a:pt x="0" y="23859"/>
                      </a:lnTo>
                      <a:cubicBezTo>
                        <a:pt x="0" y="23859"/>
                        <a:pt x="4125" y="0"/>
                        <a:pt x="35697" y="0"/>
                      </a:cubicBezTo>
                      <a:cubicBezTo>
                        <a:pt x="67268" y="0"/>
                        <a:pt x="192924" y="27013"/>
                        <a:pt x="218756" y="32700"/>
                      </a:cubicBezTo>
                      <a:cubicBezTo>
                        <a:pt x="244588" y="38386"/>
                        <a:pt x="260463" y="46917"/>
                        <a:pt x="260463" y="89568"/>
                      </a:cubicBezTo>
                      <a:cubicBezTo>
                        <a:pt x="260463" y="132219"/>
                        <a:pt x="260463" y="572639"/>
                        <a:pt x="260463" y="595390"/>
                      </a:cubicBezTo>
                      <a:cubicBezTo>
                        <a:pt x="260463" y="618136"/>
                        <a:pt x="251411" y="633642"/>
                        <a:pt x="218756" y="633642"/>
                      </a:cubicBezTo>
                      <a:cubicBezTo>
                        <a:pt x="176439" y="626677"/>
                        <a:pt x="41545" y="601371"/>
                        <a:pt x="27193" y="597105"/>
                      </a:cubicBezTo>
                      <a:cubicBezTo>
                        <a:pt x="12843" y="592840"/>
                        <a:pt x="2977" y="575780"/>
                        <a:pt x="2977" y="558719"/>
                      </a:cubicBezTo>
                      <a:cubicBezTo>
                        <a:pt x="2977" y="541659"/>
                        <a:pt x="0" y="86415"/>
                        <a:pt x="0" y="8072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2F2F2"/>
                    </a:gs>
                    <a:gs pos="100000">
                      <a:srgbClr val="D8D8D8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49" name="任意多边形 48"/>
                <p:cNvSpPr/>
                <p:nvPr/>
              </p:nvSpPr>
              <p:spPr>
                <a:xfrm>
                  <a:off x="5669171" y="3431808"/>
                  <a:ext cx="226560" cy="59205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560" h="592055">
                      <a:moveTo>
                        <a:pt x="0" y="80860"/>
                      </a:moveTo>
                      <a:lnTo>
                        <a:pt x="0" y="23991"/>
                      </a:lnTo>
                      <a:cubicBezTo>
                        <a:pt x="0" y="23991"/>
                        <a:pt x="4125" y="0"/>
                        <a:pt x="35697" y="0"/>
                      </a:cubicBezTo>
                      <a:cubicBezTo>
                        <a:pt x="67268" y="5953"/>
                        <a:pt x="159112" y="23991"/>
                        <a:pt x="184943" y="29678"/>
                      </a:cubicBezTo>
                      <a:cubicBezTo>
                        <a:pt x="210774" y="35365"/>
                        <a:pt x="226560" y="43896"/>
                        <a:pt x="226560" y="86547"/>
                      </a:cubicBezTo>
                      <a:cubicBezTo>
                        <a:pt x="226560" y="129199"/>
                        <a:pt x="226560" y="528699"/>
                        <a:pt x="226560" y="551448"/>
                      </a:cubicBezTo>
                      <a:cubicBezTo>
                        <a:pt x="226560" y="574195"/>
                        <a:pt x="211772" y="592055"/>
                        <a:pt x="184943" y="592055"/>
                      </a:cubicBezTo>
                      <a:cubicBezTo>
                        <a:pt x="151809" y="585577"/>
                        <a:pt x="41130" y="561123"/>
                        <a:pt x="26779" y="556858"/>
                      </a:cubicBezTo>
                      <a:cubicBezTo>
                        <a:pt x="12429" y="552594"/>
                        <a:pt x="2563" y="535533"/>
                        <a:pt x="2563" y="518472"/>
                      </a:cubicBezTo>
                      <a:cubicBezTo>
                        <a:pt x="2563" y="501411"/>
                        <a:pt x="0" y="86547"/>
                        <a:pt x="0" y="8086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7600" cap="flat">
                  <a:noFill/>
                  <a:bevel/>
                </a:ln>
              </p:spPr>
            </p:sp>
            <p:sp>
              <p:nvSpPr>
                <p:cNvPr id="50" name="任意多边形 49"/>
                <p:cNvSpPr/>
                <p:nvPr/>
              </p:nvSpPr>
              <p:spPr>
                <a:xfrm>
                  <a:off x="5679033" y="3443314"/>
                  <a:ext cx="207456" cy="5651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456" h="565127">
                      <a:moveTo>
                        <a:pt x="0" y="77912"/>
                      </a:moveTo>
                      <a:lnTo>
                        <a:pt x="0" y="21045"/>
                      </a:lnTo>
                      <a:cubicBezTo>
                        <a:pt x="0" y="21045"/>
                        <a:pt x="0" y="0"/>
                        <a:pt x="31231" y="0"/>
                      </a:cubicBezTo>
                      <a:cubicBezTo>
                        <a:pt x="62802" y="0"/>
                        <a:pt x="139201" y="22437"/>
                        <a:pt x="165032" y="28124"/>
                      </a:cubicBezTo>
                      <a:cubicBezTo>
                        <a:pt x="190863" y="33811"/>
                        <a:pt x="207456" y="42341"/>
                        <a:pt x="207456" y="84992"/>
                      </a:cubicBezTo>
                      <a:cubicBezTo>
                        <a:pt x="207456" y="127643"/>
                        <a:pt x="207456" y="502651"/>
                        <a:pt x="207456" y="525402"/>
                      </a:cubicBezTo>
                      <a:cubicBezTo>
                        <a:pt x="207456" y="548147"/>
                        <a:pt x="204500" y="565127"/>
                        <a:pt x="170649" y="565127"/>
                      </a:cubicBezTo>
                      <a:cubicBezTo>
                        <a:pt x="152280" y="565127"/>
                        <a:pt x="39034" y="538525"/>
                        <a:pt x="24683" y="534261"/>
                      </a:cubicBezTo>
                      <a:cubicBezTo>
                        <a:pt x="10333" y="529996"/>
                        <a:pt x="0" y="512940"/>
                        <a:pt x="0" y="495879"/>
                      </a:cubicBezTo>
                      <a:cubicBezTo>
                        <a:pt x="0" y="478814"/>
                        <a:pt x="0" y="83600"/>
                        <a:pt x="0" y="7791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93451">
                      <a:srgbClr val="FFFFFF">
                        <a:alpha val="0"/>
                      </a:srgbClr>
                    </a:gs>
                    <a:gs pos="0">
                      <a:srgbClr val="FFFFFF">
                        <a:alpha val="6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51" name="任意多边形 50"/>
                <p:cNvSpPr/>
                <p:nvPr/>
              </p:nvSpPr>
              <p:spPr>
                <a:xfrm>
                  <a:off x="5903669" y="3317139"/>
                  <a:ext cx="339953" cy="1308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9953" h="130837">
                      <a:moveTo>
                        <a:pt x="225212" y="0"/>
                      </a:moveTo>
                      <a:cubicBezTo>
                        <a:pt x="264416" y="7526"/>
                        <a:pt x="339953" y="26196"/>
                        <a:pt x="339953" y="26196"/>
                      </a:cubicBezTo>
                      <a:lnTo>
                        <a:pt x="0" y="130619"/>
                      </a:lnTo>
                      <a:cubicBezTo>
                        <a:pt x="0" y="130619"/>
                        <a:pt x="156896" y="65419"/>
                        <a:pt x="191123" y="38297"/>
                      </a:cubicBezTo>
                      <a:cubicBezTo>
                        <a:pt x="242787" y="-2648"/>
                        <a:pt x="230377" y="0"/>
                        <a:pt x="22521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2" name="任意多边形 51"/>
                <p:cNvSpPr/>
                <p:nvPr/>
              </p:nvSpPr>
              <p:spPr>
                <a:xfrm>
                  <a:off x="5715068" y="3776262"/>
                  <a:ext cx="46073" cy="5578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6073" h="55783">
                      <a:moveTo>
                        <a:pt x="0" y="27891"/>
                      </a:moveTo>
                      <a:cubicBezTo>
                        <a:pt x="0" y="12474"/>
                        <a:pt x="10312" y="0"/>
                        <a:pt x="23036" y="0"/>
                      </a:cubicBezTo>
                      <a:cubicBezTo>
                        <a:pt x="35757" y="0"/>
                        <a:pt x="46073" y="12474"/>
                        <a:pt x="46073" y="27891"/>
                      </a:cubicBezTo>
                      <a:cubicBezTo>
                        <a:pt x="46073" y="43284"/>
                        <a:pt x="35757" y="55783"/>
                        <a:pt x="23036" y="55783"/>
                      </a:cubicBezTo>
                      <a:cubicBezTo>
                        <a:pt x="10312" y="55783"/>
                        <a:pt x="0" y="43284"/>
                        <a:pt x="0" y="27891"/>
                      </a:cubicBezTo>
                      <a:close/>
                    </a:path>
                  </a:pathLst>
                </a:custGeom>
                <a:solidFill>
                  <a:srgbClr val="0F243E"/>
                </a:solidFill>
                <a:ln w="7600" cap="flat">
                  <a:noFill/>
                  <a:bevel/>
                </a:ln>
              </p:spPr>
            </p:sp>
            <p:sp>
              <p:nvSpPr>
                <p:cNvPr id="53" name="任意多边形 52"/>
                <p:cNvSpPr/>
                <p:nvPr/>
              </p:nvSpPr>
              <p:spPr>
                <a:xfrm>
                  <a:off x="5719167" y="3779894"/>
                  <a:ext cx="38716" cy="4850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716" h="48509">
                      <a:moveTo>
                        <a:pt x="0" y="24254"/>
                      </a:moveTo>
                      <a:cubicBezTo>
                        <a:pt x="0" y="10847"/>
                        <a:pt x="8665" y="0"/>
                        <a:pt x="19358" y="0"/>
                      </a:cubicBezTo>
                      <a:cubicBezTo>
                        <a:pt x="30048" y="0"/>
                        <a:pt x="38716" y="10847"/>
                        <a:pt x="38716" y="24254"/>
                      </a:cubicBezTo>
                      <a:cubicBezTo>
                        <a:pt x="38716" y="37640"/>
                        <a:pt x="30048" y="48509"/>
                        <a:pt x="19358" y="48509"/>
                      </a:cubicBezTo>
                      <a:cubicBezTo>
                        <a:pt x="8665" y="48509"/>
                        <a:pt x="0" y="37640"/>
                        <a:pt x="0" y="24254"/>
                      </a:cubicBezTo>
                      <a:close/>
                    </a:path>
                  </a:pathLst>
                </a:custGeom>
                <a:solidFill>
                  <a:srgbClr val="00AEEE"/>
                </a:solidFill>
                <a:ln w="7600" cap="flat">
                  <a:noFill/>
                  <a:bevel/>
                </a:ln>
              </p:spPr>
            </p:sp>
            <p:sp>
              <p:nvSpPr>
                <p:cNvPr id="54" name="任意多边形 53"/>
                <p:cNvSpPr/>
                <p:nvPr/>
              </p:nvSpPr>
              <p:spPr>
                <a:xfrm>
                  <a:off x="5720080" y="3781051"/>
                  <a:ext cx="36888" cy="462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888" h="46205">
                      <a:moveTo>
                        <a:pt x="0" y="23102"/>
                      </a:moveTo>
                      <a:cubicBezTo>
                        <a:pt x="0" y="10332"/>
                        <a:pt x="8256" y="0"/>
                        <a:pt x="18444" y="0"/>
                      </a:cubicBezTo>
                      <a:cubicBezTo>
                        <a:pt x="28629" y="0"/>
                        <a:pt x="36888" y="10332"/>
                        <a:pt x="36888" y="23102"/>
                      </a:cubicBezTo>
                      <a:cubicBezTo>
                        <a:pt x="36888" y="35852"/>
                        <a:pt x="28629" y="46205"/>
                        <a:pt x="18444" y="46205"/>
                      </a:cubicBezTo>
                      <a:cubicBezTo>
                        <a:pt x="8256" y="46205"/>
                        <a:pt x="0" y="35852"/>
                        <a:pt x="0" y="23102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4779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55" name="任意多边形 54"/>
                <p:cNvSpPr/>
                <p:nvPr/>
              </p:nvSpPr>
              <p:spPr>
                <a:xfrm>
                  <a:off x="5724140" y="3781666"/>
                  <a:ext cx="28768" cy="182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68" h="18210">
                      <a:moveTo>
                        <a:pt x="0" y="10202"/>
                      </a:moveTo>
                      <a:cubicBezTo>
                        <a:pt x="0" y="5771"/>
                        <a:pt x="6437" y="0"/>
                        <a:pt x="14384" y="0"/>
                      </a:cubicBezTo>
                      <a:cubicBezTo>
                        <a:pt x="22327" y="0"/>
                        <a:pt x="28768" y="5771"/>
                        <a:pt x="28768" y="10202"/>
                      </a:cubicBezTo>
                      <a:cubicBezTo>
                        <a:pt x="28768" y="14620"/>
                        <a:pt x="22327" y="18210"/>
                        <a:pt x="14384" y="18210"/>
                      </a:cubicBezTo>
                      <a:cubicBezTo>
                        <a:pt x="6437" y="18210"/>
                        <a:pt x="0" y="14620"/>
                        <a:pt x="0" y="1020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6" name="任意多边形 55"/>
                <p:cNvSpPr/>
                <p:nvPr/>
              </p:nvSpPr>
              <p:spPr>
                <a:xfrm>
                  <a:off x="5731240" y="3781669"/>
                  <a:ext cx="14569" cy="834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569" h="8342">
                      <a:moveTo>
                        <a:pt x="0" y="4171"/>
                      </a:moveTo>
                      <a:cubicBezTo>
                        <a:pt x="0" y="1854"/>
                        <a:pt x="3258" y="0"/>
                        <a:pt x="7285" y="0"/>
                      </a:cubicBezTo>
                      <a:cubicBezTo>
                        <a:pt x="11307" y="0"/>
                        <a:pt x="14569" y="1854"/>
                        <a:pt x="14569" y="4171"/>
                      </a:cubicBezTo>
                      <a:cubicBezTo>
                        <a:pt x="14569" y="6462"/>
                        <a:pt x="11307" y="8342"/>
                        <a:pt x="7285" y="8342"/>
                      </a:cubicBezTo>
                      <a:cubicBezTo>
                        <a:pt x="3258" y="8342"/>
                        <a:pt x="0" y="6462"/>
                        <a:pt x="0" y="41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7" name="任意多边形 56"/>
                <p:cNvSpPr/>
                <p:nvPr/>
              </p:nvSpPr>
              <p:spPr>
                <a:xfrm>
                  <a:off x="5730866" y="3819652"/>
                  <a:ext cx="14474" cy="75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74" h="7550">
                      <a:moveTo>
                        <a:pt x="0" y="3775"/>
                      </a:moveTo>
                      <a:cubicBezTo>
                        <a:pt x="0" y="1679"/>
                        <a:pt x="3237" y="0"/>
                        <a:pt x="7237" y="0"/>
                      </a:cubicBezTo>
                      <a:cubicBezTo>
                        <a:pt x="11233" y="0"/>
                        <a:pt x="14474" y="1679"/>
                        <a:pt x="14474" y="3775"/>
                      </a:cubicBezTo>
                      <a:cubicBezTo>
                        <a:pt x="14474" y="5852"/>
                        <a:pt x="11233" y="7550"/>
                        <a:pt x="7237" y="7550"/>
                      </a:cubicBezTo>
                      <a:cubicBezTo>
                        <a:pt x="3237" y="7550"/>
                        <a:pt x="0" y="5852"/>
                        <a:pt x="0" y="377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8" name="任意多边形 57"/>
                <p:cNvSpPr/>
                <p:nvPr/>
              </p:nvSpPr>
              <p:spPr>
                <a:xfrm>
                  <a:off x="5722884" y="3848412"/>
                  <a:ext cx="18109" cy="283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109" h="28386">
                      <a:moveTo>
                        <a:pt x="0" y="14193"/>
                      </a:moveTo>
                      <a:cubicBezTo>
                        <a:pt x="0" y="6348"/>
                        <a:pt x="4053" y="0"/>
                        <a:pt x="9055" y="0"/>
                      </a:cubicBezTo>
                      <a:cubicBezTo>
                        <a:pt x="14055" y="0"/>
                        <a:pt x="18109" y="6348"/>
                        <a:pt x="18109" y="14193"/>
                      </a:cubicBezTo>
                      <a:cubicBezTo>
                        <a:pt x="18109" y="22026"/>
                        <a:pt x="14055" y="28386"/>
                        <a:pt x="9055" y="28386"/>
                      </a:cubicBezTo>
                      <a:cubicBezTo>
                        <a:pt x="4053" y="28386"/>
                        <a:pt x="0" y="22026"/>
                        <a:pt x="0" y="14193"/>
                      </a:cubicBez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59" name="任意多边形 58"/>
                <p:cNvSpPr/>
                <p:nvPr/>
              </p:nvSpPr>
              <p:spPr>
                <a:xfrm>
                  <a:off x="5724496" y="3850263"/>
                  <a:ext cx="15218" cy="2468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18" h="24685">
                      <a:moveTo>
                        <a:pt x="0" y="12342"/>
                      </a:moveTo>
                      <a:cubicBezTo>
                        <a:pt x="0" y="5520"/>
                        <a:pt x="3406" y="0"/>
                        <a:pt x="7609" y="0"/>
                      </a:cubicBezTo>
                      <a:cubicBezTo>
                        <a:pt x="11811" y="0"/>
                        <a:pt x="15218" y="5520"/>
                        <a:pt x="15218" y="12342"/>
                      </a:cubicBezTo>
                      <a:cubicBezTo>
                        <a:pt x="15218" y="19154"/>
                        <a:pt x="11811" y="24685"/>
                        <a:pt x="7609" y="24685"/>
                      </a:cubicBezTo>
                      <a:cubicBezTo>
                        <a:pt x="3406" y="24685"/>
                        <a:pt x="0" y="19154"/>
                        <a:pt x="0" y="12342"/>
                      </a:cubicBezTo>
                      <a:close/>
                    </a:path>
                  </a:pathLst>
                </a:custGeom>
                <a:solidFill>
                  <a:srgbClr val="FF1418"/>
                </a:solidFill>
                <a:ln w="7600" cap="flat">
                  <a:noFill/>
                  <a:bevel/>
                </a:ln>
              </p:spPr>
            </p:sp>
            <p:sp>
              <p:nvSpPr>
                <p:cNvPr id="60" name="任意多边形 59"/>
                <p:cNvSpPr/>
                <p:nvPr/>
              </p:nvSpPr>
              <p:spPr>
                <a:xfrm>
                  <a:off x="5724857" y="3850844"/>
                  <a:ext cx="14499" cy="235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99" h="23513">
                      <a:moveTo>
                        <a:pt x="0" y="11756"/>
                      </a:moveTo>
                      <a:cubicBezTo>
                        <a:pt x="0" y="5258"/>
                        <a:pt x="3245" y="0"/>
                        <a:pt x="7250" y="0"/>
                      </a:cubicBezTo>
                      <a:cubicBezTo>
                        <a:pt x="11253" y="0"/>
                        <a:pt x="14499" y="5258"/>
                        <a:pt x="14499" y="11756"/>
                      </a:cubicBezTo>
                      <a:cubicBezTo>
                        <a:pt x="14499" y="18244"/>
                        <a:pt x="11253" y="23513"/>
                        <a:pt x="7250" y="23513"/>
                      </a:cubicBezTo>
                      <a:cubicBezTo>
                        <a:pt x="3245" y="23513"/>
                        <a:pt x="0" y="18244"/>
                        <a:pt x="0" y="11756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FFFFFF">
                        <a:alpha val="0"/>
                      </a:srgbClr>
                    </a:gs>
                    <a:gs pos="77571">
                      <a:srgbClr val="FFFFFF">
                        <a:alpha val="0"/>
                      </a:srgbClr>
                    </a:gs>
                    <a:gs pos="0">
                      <a:srgbClr val="FFFFFF">
                        <a:alpha val="4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61" name="任意多边形 60"/>
                <p:cNvSpPr/>
                <p:nvPr/>
              </p:nvSpPr>
              <p:spPr>
                <a:xfrm>
                  <a:off x="5726453" y="3851165"/>
                  <a:ext cx="11308" cy="92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1308" h="9266">
                      <a:moveTo>
                        <a:pt x="0" y="5192"/>
                      </a:moveTo>
                      <a:cubicBezTo>
                        <a:pt x="0" y="2937"/>
                        <a:pt x="2530" y="0"/>
                        <a:pt x="5654" y="0"/>
                      </a:cubicBezTo>
                      <a:cubicBezTo>
                        <a:pt x="8776" y="0"/>
                        <a:pt x="11308" y="2937"/>
                        <a:pt x="11308" y="5192"/>
                      </a:cubicBezTo>
                      <a:cubicBezTo>
                        <a:pt x="11308" y="7440"/>
                        <a:pt x="8776" y="9266"/>
                        <a:pt x="5654" y="9266"/>
                      </a:cubicBezTo>
                      <a:cubicBezTo>
                        <a:pt x="2530" y="9266"/>
                        <a:pt x="0" y="7440"/>
                        <a:pt x="0" y="51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2" name="任意多边形 61"/>
                <p:cNvSpPr/>
                <p:nvPr/>
              </p:nvSpPr>
              <p:spPr>
                <a:xfrm>
                  <a:off x="5732111" y="3853287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8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3" name="任意多边形 62"/>
                <p:cNvSpPr/>
                <p:nvPr/>
              </p:nvSpPr>
              <p:spPr>
                <a:xfrm>
                  <a:off x="5731939" y="3872418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900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5705196" y="3553899"/>
                  <a:ext cx="157282" cy="85302"/>
                  <a:chOff x="5705196" y="3553899"/>
                  <a:chExt cx="157282" cy="85302"/>
                </a:xfrm>
              </p:grpSpPr>
              <p:sp>
                <p:nvSpPr>
                  <p:cNvPr id="75" name="任意多边形 74"/>
                  <p:cNvSpPr/>
                  <p:nvPr/>
                </p:nvSpPr>
                <p:spPr>
                  <a:xfrm>
                    <a:off x="5705196" y="3553899"/>
                    <a:ext cx="157282" cy="853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7282" h="85302">
                        <a:moveTo>
                          <a:pt x="0" y="0"/>
                        </a:moveTo>
                        <a:lnTo>
                          <a:pt x="157282" y="31846"/>
                        </a:lnTo>
                        <a:lnTo>
                          <a:pt x="157282" y="85302"/>
                        </a:lnTo>
                        <a:lnTo>
                          <a:pt x="0" y="5118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D0D0D"/>
                  </a:solidFill>
                  <a:ln w="7600" cap="flat">
                    <a:noFill/>
                    <a:bevel/>
                  </a:ln>
                </p:spPr>
              </p:sp>
              <p:sp>
                <p:nvSpPr>
                  <p:cNvPr id="76" name="任意多边形 75"/>
                  <p:cNvSpPr/>
                  <p:nvPr/>
                </p:nvSpPr>
                <p:spPr>
                  <a:xfrm>
                    <a:off x="5709009" y="3557671"/>
                    <a:ext cx="149656" cy="754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656" h="75437">
                        <a:moveTo>
                          <a:pt x="0" y="0"/>
                        </a:moveTo>
                        <a:lnTo>
                          <a:pt x="149656" y="30755"/>
                        </a:lnTo>
                        <a:lnTo>
                          <a:pt x="149656" y="75437"/>
                        </a:lnTo>
                        <a:lnTo>
                          <a:pt x="0" y="446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rgbClr val="808080">
                          <a:alpha val="20000"/>
                        </a:srgbClr>
                      </a:gs>
                      <a:gs pos="87896">
                        <a:srgbClr val="808080">
                          <a:alpha val="20000"/>
                        </a:srgbClr>
                      </a:gs>
                      <a:gs pos="0">
                        <a:srgbClr val="E0E0E0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77" name="任意多边形 76"/>
                  <p:cNvSpPr/>
                  <p:nvPr/>
                </p:nvSpPr>
                <p:spPr>
                  <a:xfrm>
                    <a:off x="5709298" y="3557707"/>
                    <a:ext cx="149079" cy="52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079" h="52235">
                        <a:moveTo>
                          <a:pt x="0" y="0"/>
                        </a:moveTo>
                        <a:lnTo>
                          <a:pt x="0" y="27818"/>
                        </a:lnTo>
                        <a:cubicBezTo>
                          <a:pt x="0" y="27818"/>
                          <a:pt x="24857" y="23756"/>
                          <a:pt x="64102" y="29268"/>
                        </a:cubicBezTo>
                        <a:cubicBezTo>
                          <a:pt x="103346" y="34781"/>
                          <a:pt x="149079" y="52235"/>
                          <a:pt x="149079" y="52235"/>
                        </a:cubicBezTo>
                        <a:lnTo>
                          <a:pt x="149079" y="30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0E0FF">
                          <a:alpha val="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78" name="任意多边形 77"/>
                  <p:cNvSpPr/>
                  <p:nvPr/>
                </p:nvSpPr>
                <p:spPr>
                  <a:xfrm>
                    <a:off x="5708881" y="3557707"/>
                    <a:ext cx="149912" cy="374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912" h="37447">
                        <a:moveTo>
                          <a:pt x="0" y="0"/>
                        </a:moveTo>
                        <a:lnTo>
                          <a:pt x="149912" y="30719"/>
                        </a:lnTo>
                        <a:cubicBezTo>
                          <a:pt x="149912" y="30719"/>
                          <a:pt x="149912" y="37447"/>
                          <a:pt x="149912" y="37447"/>
                        </a:cubicBezTo>
                        <a:cubicBezTo>
                          <a:pt x="149912" y="37447"/>
                          <a:pt x="0" y="6057"/>
                          <a:pt x="0" y="605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600" cap="flat">
                    <a:noFill/>
                    <a:bevel/>
                  </a:ln>
                </p:spPr>
              </p:sp>
            </p:grpSp>
            <p:sp>
              <p:nvSpPr>
                <p:cNvPr id="65" name="任意多边形 64"/>
                <p:cNvSpPr/>
                <p:nvPr/>
              </p:nvSpPr>
              <p:spPr>
                <a:xfrm>
                  <a:off x="5705196" y="3487124"/>
                  <a:ext cx="157282" cy="853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85302">
                      <a:moveTo>
                        <a:pt x="0" y="0"/>
                      </a:moveTo>
                      <a:lnTo>
                        <a:pt x="157282" y="31846"/>
                      </a:lnTo>
                      <a:lnTo>
                        <a:pt x="157282" y="85302"/>
                      </a:lnTo>
                      <a:lnTo>
                        <a:pt x="0" y="571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66" name="任意多边形 65"/>
                <p:cNvSpPr/>
                <p:nvPr/>
              </p:nvSpPr>
              <p:spPr>
                <a:xfrm>
                  <a:off x="5709010" y="3490897"/>
                  <a:ext cx="149655" cy="754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5" h="75437">
                      <a:moveTo>
                        <a:pt x="0" y="0"/>
                      </a:moveTo>
                      <a:lnTo>
                        <a:pt x="149655" y="30755"/>
                      </a:lnTo>
                      <a:lnTo>
                        <a:pt x="149655" y="75437"/>
                      </a:lnTo>
                      <a:lnTo>
                        <a:pt x="0" y="446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96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67" name="任意多边形 66"/>
                <p:cNvSpPr/>
                <p:nvPr/>
              </p:nvSpPr>
              <p:spPr>
                <a:xfrm>
                  <a:off x="5709298" y="3490935"/>
                  <a:ext cx="149079" cy="522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52235">
                      <a:moveTo>
                        <a:pt x="0" y="0"/>
                      </a:moveTo>
                      <a:lnTo>
                        <a:pt x="0" y="27817"/>
                      </a:lnTo>
                      <a:cubicBezTo>
                        <a:pt x="0" y="27817"/>
                        <a:pt x="24857" y="23755"/>
                        <a:pt x="64101" y="29268"/>
                      </a:cubicBezTo>
                      <a:cubicBezTo>
                        <a:pt x="103346" y="34781"/>
                        <a:pt x="149079" y="52235"/>
                        <a:pt x="149079" y="52235"/>
                      </a:cubicBezTo>
                      <a:lnTo>
                        <a:pt x="149079" y="307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68" name="任意多边形 67"/>
                <p:cNvSpPr/>
                <p:nvPr/>
              </p:nvSpPr>
              <p:spPr>
                <a:xfrm>
                  <a:off x="5708880" y="3490934"/>
                  <a:ext cx="149913" cy="374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3" h="37447">
                      <a:moveTo>
                        <a:pt x="0" y="0"/>
                      </a:moveTo>
                      <a:lnTo>
                        <a:pt x="149913" y="30719"/>
                      </a:lnTo>
                      <a:cubicBezTo>
                        <a:pt x="149913" y="30719"/>
                        <a:pt x="149913" y="37447"/>
                        <a:pt x="149913" y="37447"/>
                      </a:cubicBezTo>
                      <a:cubicBezTo>
                        <a:pt x="149913" y="37447"/>
                        <a:pt x="0" y="6057"/>
                        <a:pt x="0" y="605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69" name="任意多边形 68"/>
                <p:cNvSpPr/>
                <p:nvPr/>
              </p:nvSpPr>
              <p:spPr>
                <a:xfrm>
                  <a:off x="5653875" y="3412192"/>
                  <a:ext cx="259925" cy="1823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9925" h="182335">
                      <a:moveTo>
                        <a:pt x="4431" y="182335"/>
                      </a:moveTo>
                      <a:cubicBezTo>
                        <a:pt x="4431" y="182335"/>
                        <a:pt x="0" y="65043"/>
                        <a:pt x="0" y="37746"/>
                      </a:cubicBezTo>
                      <a:cubicBezTo>
                        <a:pt x="0" y="10449"/>
                        <a:pt x="13051" y="-6309"/>
                        <a:pt x="55350" y="1866"/>
                      </a:cubicBezTo>
                      <a:cubicBezTo>
                        <a:pt x="103567" y="11185"/>
                        <a:pt x="187167" y="29216"/>
                        <a:pt x="208209" y="34334"/>
                      </a:cubicBezTo>
                      <a:cubicBezTo>
                        <a:pt x="229251" y="39452"/>
                        <a:pt x="259925" y="27509"/>
                        <a:pt x="259925" y="95752"/>
                      </a:cubicBezTo>
                      <a:cubicBezTo>
                        <a:pt x="259925" y="163994"/>
                        <a:pt x="259925" y="125323"/>
                        <a:pt x="259925" y="121911"/>
                      </a:cubicBezTo>
                      <a:cubicBezTo>
                        <a:pt x="259925" y="118499"/>
                        <a:pt x="149085" y="110822"/>
                        <a:pt x="93979" y="133285"/>
                      </a:cubicBezTo>
                      <a:cubicBezTo>
                        <a:pt x="32444" y="158369"/>
                        <a:pt x="4431" y="187400"/>
                        <a:pt x="4431" y="18233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80000"/>
                      </a:srgbClr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70" name="任意多边形 69"/>
                <p:cNvSpPr/>
                <p:nvPr/>
              </p:nvSpPr>
              <p:spPr>
                <a:xfrm>
                  <a:off x="5707224" y="3919573"/>
                  <a:ext cx="153598" cy="7650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3598" h="76509">
                      <a:moveTo>
                        <a:pt x="0" y="0"/>
                      </a:moveTo>
                      <a:lnTo>
                        <a:pt x="153598" y="28434"/>
                      </a:lnTo>
                      <a:lnTo>
                        <a:pt x="153598" y="76509"/>
                      </a:lnTo>
                      <a:lnTo>
                        <a:pt x="0" y="454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71" name="任意多边形 70"/>
                <p:cNvSpPr/>
                <p:nvPr/>
              </p:nvSpPr>
              <p:spPr>
                <a:xfrm>
                  <a:off x="5710770" y="3927535"/>
                  <a:ext cx="143907" cy="602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3907" h="60280">
                      <a:moveTo>
                        <a:pt x="0" y="0"/>
                      </a:moveTo>
                      <a:lnTo>
                        <a:pt x="143907" y="24964"/>
                      </a:lnTo>
                      <a:lnTo>
                        <a:pt x="143907" y="60280"/>
                      </a:lnTo>
                      <a:lnTo>
                        <a:pt x="0" y="301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90682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72" name="任意多边形 71"/>
                <p:cNvSpPr/>
                <p:nvPr/>
              </p:nvSpPr>
              <p:spPr>
                <a:xfrm>
                  <a:off x="5710874" y="3927706"/>
                  <a:ext cx="140725" cy="4984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0725" h="49849">
                      <a:moveTo>
                        <a:pt x="0" y="0"/>
                      </a:moveTo>
                      <a:lnTo>
                        <a:pt x="0" y="27645"/>
                      </a:lnTo>
                      <a:cubicBezTo>
                        <a:pt x="0" y="27645"/>
                        <a:pt x="27008" y="23569"/>
                        <a:pt x="66483" y="27125"/>
                      </a:cubicBezTo>
                      <a:cubicBezTo>
                        <a:pt x="116997" y="31674"/>
                        <a:pt x="140725" y="49849"/>
                        <a:pt x="140725" y="49849"/>
                      </a:cubicBezTo>
                      <a:lnTo>
                        <a:pt x="140725" y="27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73" name="任意多边形 72"/>
                <p:cNvSpPr/>
                <p:nvPr/>
              </p:nvSpPr>
              <p:spPr>
                <a:xfrm>
                  <a:off x="5712068" y="3932498"/>
                  <a:ext cx="142609" cy="293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2609" h="29323">
                      <a:moveTo>
                        <a:pt x="0" y="0"/>
                      </a:moveTo>
                      <a:lnTo>
                        <a:pt x="142609" y="22325"/>
                      </a:lnTo>
                      <a:cubicBezTo>
                        <a:pt x="142609" y="22325"/>
                        <a:pt x="142609" y="29323"/>
                        <a:pt x="142609" y="29323"/>
                      </a:cubicBezTo>
                      <a:cubicBezTo>
                        <a:pt x="142609" y="29323"/>
                        <a:pt x="0" y="6004"/>
                        <a:pt x="0" y="6004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  <p:sp>
              <p:nvSpPr>
                <p:cNvPr id="74" name="任意多边形 73"/>
                <p:cNvSpPr/>
                <p:nvPr/>
              </p:nvSpPr>
              <p:spPr>
                <a:xfrm>
                  <a:off x="5881465" y="3339315"/>
                  <a:ext cx="379124" cy="1356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124" h="135684">
                      <a:moveTo>
                        <a:pt x="0" y="112226"/>
                      </a:moveTo>
                      <a:lnTo>
                        <a:pt x="359304" y="0"/>
                      </a:lnTo>
                      <a:cubicBezTo>
                        <a:pt x="359304" y="0"/>
                        <a:pt x="366502" y="3001"/>
                        <a:pt x="373079" y="11271"/>
                      </a:cubicBezTo>
                      <a:cubicBezTo>
                        <a:pt x="379124" y="19309"/>
                        <a:pt x="379124" y="27194"/>
                        <a:pt x="379124" y="27194"/>
                      </a:cubicBezTo>
                      <a:lnTo>
                        <a:pt x="27913" y="135684"/>
                      </a:lnTo>
                      <a:lnTo>
                        <a:pt x="0" y="112226"/>
                      </a:lnTo>
                      <a:close/>
                    </a:path>
                  </a:pathLst>
                </a:custGeom>
                <a:gradFill>
                  <a:gsLst>
                    <a:gs pos="40000">
                      <a:srgbClr val="FFFFFF">
                        <a:alpha val="7000"/>
                      </a:srgbClr>
                    </a:gs>
                    <a:gs pos="100000">
                      <a:srgbClr val="FFFFFF"/>
                    </a:gs>
                  </a:gsLst>
                  <a:lin ang="15000000" scaled="0"/>
                </a:gradFill>
                <a:ln w="7600" cap="flat">
                  <a:noFill/>
                  <a:bevel/>
                </a:ln>
              </p:spPr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6039762" y="3727432"/>
                <a:ext cx="190518" cy="327289"/>
                <a:chOff x="6039762" y="3727432"/>
                <a:chExt cx="190518" cy="327289"/>
              </a:xfrm>
            </p:grpSpPr>
            <p:sp>
              <p:nvSpPr>
                <p:cNvPr id="43" name="任意多边形 42"/>
                <p:cNvSpPr/>
                <p:nvPr/>
              </p:nvSpPr>
              <p:spPr>
                <a:xfrm>
                  <a:off x="6039762" y="3777150"/>
                  <a:ext cx="190518" cy="27745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18" h="277452">
                      <a:moveTo>
                        <a:pt x="0" y="230388"/>
                      </a:moveTo>
                      <a:cubicBezTo>
                        <a:pt x="0" y="230388"/>
                        <a:pt x="2716" y="277452"/>
                        <a:pt x="95259" y="277452"/>
                      </a:cubicBezTo>
                      <a:cubicBezTo>
                        <a:pt x="187715" y="277452"/>
                        <a:pt x="190518" y="230388"/>
                        <a:pt x="190518" y="230388"/>
                      </a:cubicBezTo>
                      <a:lnTo>
                        <a:pt x="190518" y="0"/>
                      </a:lnTo>
                      <a:lnTo>
                        <a:pt x="0" y="0"/>
                      </a:lnTo>
                      <a:lnTo>
                        <a:pt x="0" y="23038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F71AC"/>
                    </a:gs>
                    <a:gs pos="100000">
                      <a:srgbClr val="82A5D0"/>
                    </a:gs>
                  </a:gsLst>
                  <a:lin ang="108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44" name="任意多边形 43"/>
                <p:cNvSpPr/>
                <p:nvPr/>
              </p:nvSpPr>
              <p:spPr>
                <a:xfrm>
                  <a:off x="6039721" y="3778813"/>
                  <a:ext cx="51865" cy="27031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865" h="270314">
                      <a:moveTo>
                        <a:pt x="0" y="231118"/>
                      </a:moveTo>
                      <a:cubicBezTo>
                        <a:pt x="0" y="230386"/>
                        <a:pt x="9223" y="262614"/>
                        <a:pt x="51865" y="270314"/>
                      </a:cubicBezTo>
                      <a:cubicBezTo>
                        <a:pt x="51865" y="270314"/>
                        <a:pt x="51865" y="0"/>
                        <a:pt x="51865" y="0"/>
                      </a:cubicBezTo>
                      <a:lnTo>
                        <a:pt x="0" y="0"/>
                      </a:lnTo>
                      <a:lnTo>
                        <a:pt x="0" y="23038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08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45" name="任意多边形 44"/>
                <p:cNvSpPr/>
                <p:nvPr/>
              </p:nvSpPr>
              <p:spPr>
                <a:xfrm>
                  <a:off x="6039762" y="3727319"/>
                  <a:ext cx="190518" cy="919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518" h="91984">
                      <a:moveTo>
                        <a:pt x="0" y="45992"/>
                      </a:moveTo>
                      <a:cubicBezTo>
                        <a:pt x="0" y="20591"/>
                        <a:pt x="42595" y="0"/>
                        <a:pt x="95259" y="0"/>
                      </a:cubicBezTo>
                      <a:cubicBezTo>
                        <a:pt x="147791" y="0"/>
                        <a:pt x="190518" y="20591"/>
                        <a:pt x="190518" y="45992"/>
                      </a:cubicBezTo>
                      <a:cubicBezTo>
                        <a:pt x="190518" y="71393"/>
                        <a:pt x="147791" y="91984"/>
                        <a:pt x="95259" y="91984"/>
                      </a:cubicBezTo>
                      <a:cubicBezTo>
                        <a:pt x="42595" y="91984"/>
                        <a:pt x="0" y="71393"/>
                        <a:pt x="0" y="459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5B3D7"/>
                    </a:gs>
                    <a:gs pos="100000">
                      <a:srgbClr val="B9CDE5"/>
                    </a:gs>
                  </a:gsLst>
                  <a:lin ang="0" scaled="0"/>
                </a:gradFill>
                <a:ln w="7600" cap="flat">
                  <a:noFill/>
                  <a:bevel/>
                </a:ln>
              </p:spPr>
            </p:sp>
          </p:grpSp>
          <p:sp>
            <p:nvSpPr>
              <p:cNvPr id="42" name="Text 1069"/>
              <p:cNvSpPr txBox="1"/>
              <p:nvPr/>
            </p:nvSpPr>
            <p:spPr>
              <a:xfrm>
                <a:off x="5579879" y="4130977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数据库</a:t>
                </a:r>
                <a:endParaRPr 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服务器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3" name="ConnectLine"/>
            <p:cNvSpPr/>
            <p:nvPr/>
          </p:nvSpPr>
          <p:spPr>
            <a:xfrm>
              <a:off x="6823303" y="2273075"/>
              <a:ext cx="571456" cy="0"/>
            </a:xfrm>
            <a:custGeom>
              <a:avLst/>
              <a:gdLst/>
              <a:ahLst/>
              <a:cxnLst/>
              <a:rect l="0" t="0" r="0" b="0"/>
              <a:pathLst>
                <a:path w="571456" fill="none">
                  <a:moveTo>
                    <a:pt x="0" y="0"/>
                  </a:moveTo>
                  <a:lnTo>
                    <a:pt x="-571456" y="0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4" name="ConnectLine"/>
            <p:cNvSpPr/>
            <p:nvPr/>
          </p:nvSpPr>
          <p:spPr>
            <a:xfrm>
              <a:off x="5959878" y="2629324"/>
              <a:ext cx="0" cy="672165"/>
            </a:xfrm>
            <a:custGeom>
              <a:avLst/>
              <a:gdLst/>
              <a:ahLst/>
              <a:cxnLst/>
              <a:rect l="0" t="0" r="0" b="0"/>
              <a:pathLst>
                <a:path h="672165" fill="none">
                  <a:moveTo>
                    <a:pt x="0" y="0"/>
                  </a:moveTo>
                  <a:lnTo>
                    <a:pt x="0" y="672165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5" name="ConnectLine"/>
            <p:cNvSpPr/>
            <p:nvPr/>
          </p:nvSpPr>
          <p:spPr>
            <a:xfrm>
              <a:off x="4920899" y="2809163"/>
              <a:ext cx="731809" cy="536089"/>
            </a:xfrm>
            <a:custGeom>
              <a:avLst/>
              <a:gdLst/>
              <a:ahLst/>
              <a:cxnLst/>
              <a:rect l="0" t="0" r="0" b="0"/>
              <a:pathLst>
                <a:path w="731809" h="536089" fill="none">
                  <a:moveTo>
                    <a:pt x="0" y="0"/>
                  </a:moveTo>
                  <a:lnTo>
                    <a:pt x="488609" y="0"/>
                  </a:lnTo>
                  <a:lnTo>
                    <a:pt x="488609" y="-536089"/>
                  </a:lnTo>
                  <a:lnTo>
                    <a:pt x="731809" y="-536089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sp>
          <p:nvSpPr>
            <p:cNvPr id="16" name="ConnectLine"/>
            <p:cNvSpPr/>
            <p:nvPr/>
          </p:nvSpPr>
          <p:spPr>
            <a:xfrm>
              <a:off x="5959878" y="2629324"/>
              <a:ext cx="816225" cy="1550402"/>
            </a:xfrm>
            <a:custGeom>
              <a:avLst/>
              <a:gdLst/>
              <a:ahLst/>
              <a:cxnLst/>
              <a:rect l="0" t="0" r="0" b="0"/>
              <a:pathLst>
                <a:path w="816225" h="1550402" fill="none">
                  <a:moveTo>
                    <a:pt x="0" y="0"/>
                  </a:moveTo>
                  <a:lnTo>
                    <a:pt x="0" y="395200"/>
                  </a:lnTo>
                  <a:lnTo>
                    <a:pt x="-816225" y="395200"/>
                  </a:lnTo>
                  <a:lnTo>
                    <a:pt x="-816225" y="1550402"/>
                  </a:lnTo>
                </a:path>
              </a:pathLst>
            </a:custGeom>
            <a:noFill/>
            <a:ln w="7600" cap="flat">
              <a:solidFill>
                <a:srgbClr val="4B4B4B"/>
              </a:solidFill>
              <a:bevel/>
            </a:ln>
          </p:spPr>
        </p:sp>
        <p:grpSp>
          <p:nvGrpSpPr>
            <p:cNvPr id="17" name="网关"/>
            <p:cNvGrpSpPr/>
            <p:nvPr/>
          </p:nvGrpSpPr>
          <p:grpSpPr>
            <a:xfrm>
              <a:off x="3326575" y="2431262"/>
              <a:ext cx="760000" cy="989991"/>
              <a:chOff x="3326575" y="2431262"/>
              <a:chExt cx="760000" cy="989991"/>
            </a:xfrm>
          </p:grpSpPr>
          <p:sp>
            <p:nvSpPr>
              <p:cNvPr id="30" name="任意多边形 29"/>
              <p:cNvSpPr/>
              <p:nvPr/>
            </p:nvSpPr>
            <p:spPr>
              <a:xfrm>
                <a:off x="3707026" y="2565321"/>
                <a:ext cx="273745" cy="619225"/>
              </a:xfrm>
              <a:custGeom>
                <a:avLst/>
                <a:gdLst/>
                <a:ahLst/>
                <a:cxnLst/>
                <a:rect l="0" t="0" r="0" b="0"/>
                <a:pathLst>
                  <a:path w="273745" h="619225">
                    <a:moveTo>
                      <a:pt x="0" y="117653"/>
                    </a:moveTo>
                    <a:lnTo>
                      <a:pt x="273745" y="0"/>
                    </a:lnTo>
                    <a:lnTo>
                      <a:pt x="273745" y="501573"/>
                    </a:lnTo>
                    <a:lnTo>
                      <a:pt x="0" y="619225"/>
                    </a:lnTo>
                    <a:lnTo>
                      <a:pt x="0" y="117653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1" name="任意多边形 30"/>
              <p:cNvSpPr/>
              <p:nvPr/>
            </p:nvSpPr>
            <p:spPr>
              <a:xfrm>
                <a:off x="3430098" y="2432694"/>
                <a:ext cx="550673" cy="256645"/>
              </a:xfrm>
              <a:custGeom>
                <a:avLst/>
                <a:gdLst/>
                <a:ahLst/>
                <a:cxnLst/>
                <a:rect l="0" t="0" r="0" b="0"/>
                <a:pathLst>
                  <a:path w="550673" h="256645">
                    <a:moveTo>
                      <a:pt x="280626" y="0"/>
                    </a:moveTo>
                    <a:lnTo>
                      <a:pt x="550673" y="132627"/>
                    </a:lnTo>
                    <a:lnTo>
                      <a:pt x="276929" y="256645"/>
                    </a:lnTo>
                    <a:lnTo>
                      <a:pt x="0" y="131031"/>
                    </a:lnTo>
                    <a:lnTo>
                      <a:pt x="280626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2" name="任意多边形 31"/>
              <p:cNvSpPr/>
              <p:nvPr/>
            </p:nvSpPr>
            <p:spPr>
              <a:xfrm>
                <a:off x="3977980" y="2979182"/>
                <a:ext cx="41758" cy="67357"/>
              </a:xfrm>
              <a:custGeom>
                <a:avLst/>
                <a:gdLst/>
                <a:ahLst/>
                <a:cxnLst/>
                <a:rect l="0" t="0" r="0" b="0"/>
                <a:pathLst>
                  <a:path w="41758" h="67357">
                    <a:moveTo>
                      <a:pt x="435" y="0"/>
                    </a:moveTo>
                    <a:lnTo>
                      <a:pt x="41323" y="20789"/>
                    </a:lnTo>
                    <a:lnTo>
                      <a:pt x="41758" y="67357"/>
                    </a:lnTo>
                    <a:lnTo>
                      <a:pt x="0" y="46152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F4200"/>
              </a:soli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3" name="任意多边形 32"/>
              <p:cNvSpPr/>
              <p:nvPr/>
            </p:nvSpPr>
            <p:spPr>
              <a:xfrm>
                <a:off x="3430097" y="2563724"/>
                <a:ext cx="280112" cy="624012"/>
              </a:xfrm>
              <a:custGeom>
                <a:avLst/>
                <a:gdLst/>
                <a:ahLst/>
                <a:cxnLst/>
                <a:rect l="0" t="0" r="0" b="0"/>
                <a:pathLst>
                  <a:path w="280112" h="624012">
                    <a:moveTo>
                      <a:pt x="0" y="0"/>
                    </a:moveTo>
                    <a:lnTo>
                      <a:pt x="280112" y="124803"/>
                    </a:lnTo>
                    <a:lnTo>
                      <a:pt x="280112" y="624012"/>
                    </a:lnTo>
                    <a:lnTo>
                      <a:pt x="0" y="499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34" name="任意多边形 33"/>
              <p:cNvSpPr/>
              <p:nvPr/>
            </p:nvSpPr>
            <p:spPr>
              <a:xfrm>
                <a:off x="3444878" y="2584331"/>
                <a:ext cx="250549" cy="583443"/>
              </a:xfrm>
              <a:custGeom>
                <a:avLst/>
                <a:gdLst/>
                <a:ahLst/>
                <a:cxnLst/>
                <a:rect l="0" t="0" r="0" b="0"/>
                <a:pathLst>
                  <a:path w="250549" h="583443">
                    <a:moveTo>
                      <a:pt x="0" y="0"/>
                    </a:moveTo>
                    <a:lnTo>
                      <a:pt x="250549" y="117140"/>
                    </a:lnTo>
                    <a:lnTo>
                      <a:pt x="250549" y="583443"/>
                    </a:lnTo>
                    <a:lnTo>
                      <a:pt x="1770" y="466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noFill/>
                <a:bevel/>
              </a:ln>
            </p:spPr>
          </p:sp>
          <p:sp>
            <p:nvSpPr>
              <p:cNvPr id="35" name="任意多边形 34"/>
              <p:cNvSpPr/>
              <p:nvPr/>
            </p:nvSpPr>
            <p:spPr>
              <a:xfrm>
                <a:off x="3393366" y="2750176"/>
                <a:ext cx="176669" cy="171761"/>
              </a:xfrm>
              <a:custGeom>
                <a:avLst/>
                <a:gdLst/>
                <a:ahLst/>
                <a:cxnLst/>
                <a:rect l="0" t="0" r="0" b="0"/>
                <a:pathLst>
                  <a:path w="176669" h="171761">
                    <a:moveTo>
                      <a:pt x="1724" y="57271"/>
                    </a:moveTo>
                    <a:cubicBezTo>
                      <a:pt x="10390" y="37258"/>
                      <a:pt x="33377" y="27269"/>
                      <a:pt x="54293" y="34427"/>
                    </a:cubicBezTo>
                    <a:lnTo>
                      <a:pt x="99107" y="53887"/>
                    </a:lnTo>
                    <a:lnTo>
                      <a:pt x="99969" y="-264"/>
                    </a:lnTo>
                    <a:lnTo>
                      <a:pt x="176669" y="112269"/>
                    </a:lnTo>
                    <a:lnTo>
                      <a:pt x="98245" y="152036"/>
                    </a:lnTo>
                    <a:lnTo>
                      <a:pt x="98245" y="99577"/>
                    </a:lnTo>
                    <a:lnTo>
                      <a:pt x="52570" y="78424"/>
                    </a:lnTo>
                    <a:cubicBezTo>
                      <a:pt x="33504" y="69480"/>
                      <a:pt x="10648" y="76960"/>
                      <a:pt x="862" y="95347"/>
                    </a:cubicBezTo>
                    <a:cubicBezTo>
                      <a:pt x="6843" y="109937"/>
                      <a:pt x="19181" y="121119"/>
                      <a:pt x="34472" y="125807"/>
                    </a:cubicBezTo>
                    <a:lnTo>
                      <a:pt x="34472" y="171496"/>
                    </a:lnTo>
                    <a:cubicBezTo>
                      <a:pt x="16036" y="163630"/>
                      <a:pt x="3015" y="147010"/>
                      <a:pt x="0" y="127498"/>
                    </a:cubicBezTo>
                    <a:lnTo>
                      <a:pt x="862" y="94501"/>
                    </a:lnTo>
                    <a:lnTo>
                      <a:pt x="1724" y="57271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6" name="任意多边形 35"/>
              <p:cNvSpPr/>
              <p:nvPr/>
            </p:nvSpPr>
            <p:spPr>
              <a:xfrm>
                <a:off x="3454221" y="2589468"/>
                <a:ext cx="245589" cy="474048"/>
              </a:xfrm>
              <a:custGeom>
                <a:avLst/>
                <a:gdLst/>
                <a:ahLst/>
                <a:cxnLst/>
                <a:rect l="0" t="0" r="0" b="0"/>
                <a:pathLst>
                  <a:path w="245589" h="474048">
                    <a:moveTo>
                      <a:pt x="0" y="0"/>
                    </a:moveTo>
                    <a:lnTo>
                      <a:pt x="242918" y="113805"/>
                    </a:lnTo>
                    <a:cubicBezTo>
                      <a:pt x="242918" y="113805"/>
                      <a:pt x="245272" y="472028"/>
                      <a:pt x="245272" y="474048"/>
                    </a:cubicBezTo>
                    <a:cubicBezTo>
                      <a:pt x="245272" y="475678"/>
                      <a:pt x="199840" y="254666"/>
                      <a:pt x="145360" y="180690"/>
                    </a:cubicBezTo>
                    <a:cubicBezTo>
                      <a:pt x="90880" y="106714"/>
                      <a:pt x="-1979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37" name="任意多边形 36"/>
              <p:cNvSpPr/>
              <p:nvPr/>
            </p:nvSpPr>
            <p:spPr>
              <a:xfrm>
                <a:off x="3570039" y="2659239"/>
                <a:ext cx="430430" cy="319946"/>
              </a:xfrm>
              <a:custGeom>
                <a:avLst/>
                <a:gdLst/>
                <a:ahLst/>
                <a:cxnLst/>
                <a:rect l="0" t="0" r="0" b="0"/>
                <a:pathLst>
                  <a:path w="430430" h="319946">
                    <a:moveTo>
                      <a:pt x="0" y="201884"/>
                    </a:moveTo>
                    <a:lnTo>
                      <a:pt x="75042" y="157021"/>
                    </a:lnTo>
                    <a:lnTo>
                      <a:pt x="75042" y="216052"/>
                    </a:lnTo>
                    <a:cubicBezTo>
                      <a:pt x="162394" y="275955"/>
                      <a:pt x="290452" y="269249"/>
                      <a:pt x="368130" y="200704"/>
                    </a:cubicBezTo>
                    <a:cubicBezTo>
                      <a:pt x="397655" y="175275"/>
                      <a:pt x="417804" y="143313"/>
                      <a:pt x="426182" y="108615"/>
                    </a:cubicBezTo>
                    <a:lnTo>
                      <a:pt x="426182" y="93268"/>
                    </a:lnTo>
                    <a:lnTo>
                      <a:pt x="410607" y="50766"/>
                    </a:lnTo>
                    <a:lnTo>
                      <a:pt x="412023" y="0"/>
                    </a:lnTo>
                    <a:lnTo>
                      <a:pt x="423350" y="25973"/>
                    </a:lnTo>
                    <a:lnTo>
                      <a:pt x="430430" y="62573"/>
                    </a:lnTo>
                    <a:lnTo>
                      <a:pt x="427598" y="93268"/>
                    </a:lnTo>
                    <a:lnTo>
                      <a:pt x="426182" y="109796"/>
                    </a:lnTo>
                    <a:lnTo>
                      <a:pt x="429014" y="151118"/>
                    </a:lnTo>
                    <a:cubicBezTo>
                      <a:pt x="420430" y="210111"/>
                      <a:pt x="377527" y="261785"/>
                      <a:pt x="314327" y="289250"/>
                    </a:cubicBezTo>
                    <a:cubicBezTo>
                      <a:pt x="254190" y="314027"/>
                      <a:pt x="183753" y="314462"/>
                      <a:pt x="123182" y="290430"/>
                    </a:cubicBezTo>
                    <a:lnTo>
                      <a:pt x="73626" y="263276"/>
                    </a:lnTo>
                    <a:lnTo>
                      <a:pt x="70794" y="319946"/>
                    </a:lnTo>
                    <a:lnTo>
                      <a:pt x="0" y="201884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38" name="任意多边形 37"/>
              <p:cNvSpPr/>
              <p:nvPr/>
            </p:nvSpPr>
            <p:spPr>
              <a:xfrm>
                <a:off x="3426913" y="2431262"/>
                <a:ext cx="553857" cy="134059"/>
              </a:xfrm>
              <a:custGeom>
                <a:avLst/>
                <a:gdLst/>
                <a:ahLst/>
                <a:cxnLst/>
                <a:rect l="0" t="0" r="0" b="0"/>
                <a:pathLst>
                  <a:path w="553857" h="134059">
                    <a:moveTo>
                      <a:pt x="0" y="126822"/>
                    </a:moveTo>
                    <a:lnTo>
                      <a:pt x="286249" y="-336"/>
                    </a:lnTo>
                    <a:lnTo>
                      <a:pt x="553857" y="133693"/>
                    </a:lnTo>
                    <a:cubicBezTo>
                      <a:pt x="553857" y="133693"/>
                      <a:pt x="428695" y="95008"/>
                      <a:pt x="276928" y="95008"/>
                    </a:cubicBezTo>
                    <a:cubicBezTo>
                      <a:pt x="125303" y="95008"/>
                      <a:pt x="0" y="129077"/>
                      <a:pt x="0" y="1268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39" name="Text 1070"/>
              <p:cNvSpPr txBox="1"/>
              <p:nvPr/>
            </p:nvSpPr>
            <p:spPr>
              <a:xfrm>
                <a:off x="3326575" y="3269253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微信</a:t>
                </a:r>
                <a:endParaRPr 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消息网关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8" name="网关"/>
            <p:cNvGrpSpPr/>
            <p:nvPr/>
          </p:nvGrpSpPr>
          <p:grpSpPr>
            <a:xfrm>
              <a:off x="6754176" y="1895173"/>
              <a:ext cx="760000" cy="1010759"/>
              <a:chOff x="6754176" y="1895173"/>
              <a:chExt cx="760000" cy="1010759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7134627" y="2029232"/>
                <a:ext cx="273745" cy="619225"/>
              </a:xfrm>
              <a:custGeom>
                <a:avLst/>
                <a:gdLst/>
                <a:ahLst/>
                <a:cxnLst/>
                <a:rect l="0" t="0" r="0" b="0"/>
                <a:pathLst>
                  <a:path w="273745" h="619225">
                    <a:moveTo>
                      <a:pt x="0" y="117653"/>
                    </a:moveTo>
                    <a:lnTo>
                      <a:pt x="273745" y="0"/>
                    </a:lnTo>
                    <a:lnTo>
                      <a:pt x="273745" y="501573"/>
                    </a:lnTo>
                    <a:lnTo>
                      <a:pt x="0" y="619225"/>
                    </a:lnTo>
                    <a:lnTo>
                      <a:pt x="0" y="117653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1" name="任意多边形 20"/>
              <p:cNvSpPr/>
              <p:nvPr/>
            </p:nvSpPr>
            <p:spPr>
              <a:xfrm>
                <a:off x="6857698" y="1896605"/>
                <a:ext cx="550673" cy="256645"/>
              </a:xfrm>
              <a:custGeom>
                <a:avLst/>
                <a:gdLst/>
                <a:ahLst/>
                <a:cxnLst/>
                <a:rect l="0" t="0" r="0" b="0"/>
                <a:pathLst>
                  <a:path w="550673" h="256645">
                    <a:moveTo>
                      <a:pt x="280626" y="0"/>
                    </a:moveTo>
                    <a:lnTo>
                      <a:pt x="550673" y="132627"/>
                    </a:lnTo>
                    <a:lnTo>
                      <a:pt x="276929" y="256645"/>
                    </a:lnTo>
                    <a:lnTo>
                      <a:pt x="0" y="131031"/>
                    </a:lnTo>
                    <a:lnTo>
                      <a:pt x="280626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2" name="任意多边形 21"/>
              <p:cNvSpPr/>
              <p:nvPr/>
            </p:nvSpPr>
            <p:spPr>
              <a:xfrm>
                <a:off x="7405580" y="2443093"/>
                <a:ext cx="41758" cy="67357"/>
              </a:xfrm>
              <a:custGeom>
                <a:avLst/>
                <a:gdLst/>
                <a:ahLst/>
                <a:cxnLst/>
                <a:rect l="0" t="0" r="0" b="0"/>
                <a:pathLst>
                  <a:path w="41758" h="67357">
                    <a:moveTo>
                      <a:pt x="435" y="0"/>
                    </a:moveTo>
                    <a:lnTo>
                      <a:pt x="41323" y="20789"/>
                    </a:lnTo>
                    <a:lnTo>
                      <a:pt x="41758" y="67357"/>
                    </a:lnTo>
                    <a:lnTo>
                      <a:pt x="0" y="46152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F4200"/>
              </a:soli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23" name="任意多边形 22"/>
              <p:cNvSpPr/>
              <p:nvPr/>
            </p:nvSpPr>
            <p:spPr>
              <a:xfrm>
                <a:off x="6857697" y="2027635"/>
                <a:ext cx="280112" cy="624012"/>
              </a:xfrm>
              <a:custGeom>
                <a:avLst/>
                <a:gdLst/>
                <a:ahLst/>
                <a:cxnLst/>
                <a:rect l="0" t="0" r="0" b="0"/>
                <a:pathLst>
                  <a:path w="280112" h="624012">
                    <a:moveTo>
                      <a:pt x="0" y="0"/>
                    </a:moveTo>
                    <a:lnTo>
                      <a:pt x="280112" y="124803"/>
                    </a:lnTo>
                    <a:lnTo>
                      <a:pt x="280112" y="624012"/>
                    </a:lnTo>
                    <a:lnTo>
                      <a:pt x="0" y="499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solidFill>
                  <a:srgbClr val="0D0D0D"/>
                </a:solidFill>
                <a:bevel/>
              </a:ln>
            </p:spPr>
          </p:sp>
          <p:sp>
            <p:nvSpPr>
              <p:cNvPr id="24" name="任意多边形 23"/>
              <p:cNvSpPr/>
              <p:nvPr/>
            </p:nvSpPr>
            <p:spPr>
              <a:xfrm>
                <a:off x="6872479" y="2048242"/>
                <a:ext cx="250549" cy="583443"/>
              </a:xfrm>
              <a:custGeom>
                <a:avLst/>
                <a:gdLst/>
                <a:ahLst/>
                <a:cxnLst/>
                <a:rect l="0" t="0" r="0" b="0"/>
                <a:pathLst>
                  <a:path w="250549" h="583443">
                    <a:moveTo>
                      <a:pt x="0" y="0"/>
                    </a:moveTo>
                    <a:lnTo>
                      <a:pt x="250549" y="117140"/>
                    </a:lnTo>
                    <a:lnTo>
                      <a:pt x="250549" y="583443"/>
                    </a:lnTo>
                    <a:lnTo>
                      <a:pt x="1770" y="466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 w="7600" cap="flat">
                <a:noFill/>
                <a:bevel/>
              </a:ln>
            </p:spPr>
          </p:sp>
          <p:sp>
            <p:nvSpPr>
              <p:cNvPr id="25" name="任意多边形 24"/>
              <p:cNvSpPr/>
              <p:nvPr/>
            </p:nvSpPr>
            <p:spPr>
              <a:xfrm>
                <a:off x="6820966" y="2214087"/>
                <a:ext cx="176669" cy="171761"/>
              </a:xfrm>
              <a:custGeom>
                <a:avLst/>
                <a:gdLst/>
                <a:ahLst/>
                <a:cxnLst/>
                <a:rect l="0" t="0" r="0" b="0"/>
                <a:pathLst>
                  <a:path w="176669" h="171761">
                    <a:moveTo>
                      <a:pt x="1724" y="57271"/>
                    </a:moveTo>
                    <a:cubicBezTo>
                      <a:pt x="10390" y="37258"/>
                      <a:pt x="33377" y="27269"/>
                      <a:pt x="54293" y="34427"/>
                    </a:cubicBezTo>
                    <a:lnTo>
                      <a:pt x="99107" y="53887"/>
                    </a:lnTo>
                    <a:lnTo>
                      <a:pt x="99969" y="-264"/>
                    </a:lnTo>
                    <a:lnTo>
                      <a:pt x="176669" y="112269"/>
                    </a:lnTo>
                    <a:lnTo>
                      <a:pt x="98245" y="152036"/>
                    </a:lnTo>
                    <a:lnTo>
                      <a:pt x="98245" y="99577"/>
                    </a:lnTo>
                    <a:lnTo>
                      <a:pt x="52570" y="78424"/>
                    </a:lnTo>
                    <a:cubicBezTo>
                      <a:pt x="33504" y="69480"/>
                      <a:pt x="10648" y="76960"/>
                      <a:pt x="862" y="95347"/>
                    </a:cubicBezTo>
                    <a:cubicBezTo>
                      <a:pt x="6843" y="109937"/>
                      <a:pt x="19181" y="121119"/>
                      <a:pt x="34472" y="125807"/>
                    </a:cubicBezTo>
                    <a:lnTo>
                      <a:pt x="34472" y="171496"/>
                    </a:lnTo>
                    <a:cubicBezTo>
                      <a:pt x="16036" y="163630"/>
                      <a:pt x="3015" y="147010"/>
                      <a:pt x="0" y="127498"/>
                    </a:cubicBezTo>
                    <a:lnTo>
                      <a:pt x="862" y="94501"/>
                    </a:lnTo>
                    <a:lnTo>
                      <a:pt x="1724" y="57271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26" name="任意多边形 25"/>
              <p:cNvSpPr/>
              <p:nvPr/>
            </p:nvSpPr>
            <p:spPr>
              <a:xfrm>
                <a:off x="6881822" y="2053379"/>
                <a:ext cx="245589" cy="474048"/>
              </a:xfrm>
              <a:custGeom>
                <a:avLst/>
                <a:gdLst/>
                <a:ahLst/>
                <a:cxnLst/>
                <a:rect l="0" t="0" r="0" b="0"/>
                <a:pathLst>
                  <a:path w="245589" h="474048">
                    <a:moveTo>
                      <a:pt x="0" y="0"/>
                    </a:moveTo>
                    <a:lnTo>
                      <a:pt x="242918" y="113805"/>
                    </a:lnTo>
                    <a:cubicBezTo>
                      <a:pt x="242918" y="113805"/>
                      <a:pt x="245272" y="472028"/>
                      <a:pt x="245272" y="474048"/>
                    </a:cubicBezTo>
                    <a:cubicBezTo>
                      <a:pt x="245272" y="475678"/>
                      <a:pt x="199840" y="254666"/>
                      <a:pt x="145360" y="180690"/>
                    </a:cubicBezTo>
                    <a:cubicBezTo>
                      <a:pt x="90880" y="106714"/>
                      <a:pt x="-1979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27" name="任意多边形 26"/>
              <p:cNvSpPr/>
              <p:nvPr/>
            </p:nvSpPr>
            <p:spPr>
              <a:xfrm>
                <a:off x="6997640" y="2123150"/>
                <a:ext cx="430430" cy="319946"/>
              </a:xfrm>
              <a:custGeom>
                <a:avLst/>
                <a:gdLst/>
                <a:ahLst/>
                <a:cxnLst/>
                <a:rect l="0" t="0" r="0" b="0"/>
                <a:pathLst>
                  <a:path w="430430" h="319946">
                    <a:moveTo>
                      <a:pt x="0" y="201884"/>
                    </a:moveTo>
                    <a:lnTo>
                      <a:pt x="75042" y="157021"/>
                    </a:lnTo>
                    <a:lnTo>
                      <a:pt x="75042" y="216052"/>
                    </a:lnTo>
                    <a:cubicBezTo>
                      <a:pt x="162394" y="275955"/>
                      <a:pt x="290452" y="269249"/>
                      <a:pt x="368130" y="200704"/>
                    </a:cubicBezTo>
                    <a:cubicBezTo>
                      <a:pt x="397655" y="175275"/>
                      <a:pt x="417804" y="143313"/>
                      <a:pt x="426182" y="108615"/>
                    </a:cubicBezTo>
                    <a:lnTo>
                      <a:pt x="426182" y="93268"/>
                    </a:lnTo>
                    <a:lnTo>
                      <a:pt x="410607" y="50766"/>
                    </a:lnTo>
                    <a:lnTo>
                      <a:pt x="412023" y="0"/>
                    </a:lnTo>
                    <a:lnTo>
                      <a:pt x="423350" y="25973"/>
                    </a:lnTo>
                    <a:lnTo>
                      <a:pt x="430430" y="62573"/>
                    </a:lnTo>
                    <a:lnTo>
                      <a:pt x="427598" y="93268"/>
                    </a:lnTo>
                    <a:lnTo>
                      <a:pt x="426182" y="109796"/>
                    </a:lnTo>
                    <a:lnTo>
                      <a:pt x="429014" y="151118"/>
                    </a:lnTo>
                    <a:cubicBezTo>
                      <a:pt x="420430" y="210111"/>
                      <a:pt x="377527" y="261785"/>
                      <a:pt x="314327" y="289250"/>
                    </a:cubicBezTo>
                    <a:cubicBezTo>
                      <a:pt x="254190" y="314027"/>
                      <a:pt x="183753" y="314462"/>
                      <a:pt x="123182" y="290430"/>
                    </a:cubicBezTo>
                    <a:lnTo>
                      <a:pt x="73626" y="263276"/>
                    </a:lnTo>
                    <a:lnTo>
                      <a:pt x="70794" y="319946"/>
                    </a:lnTo>
                    <a:lnTo>
                      <a:pt x="0" y="201884"/>
                    </a:lnTo>
                    <a:close/>
                  </a:path>
                </a:pathLst>
              </a:custGeom>
              <a:gradFill>
                <a:gsLst>
                  <a:gs pos="0">
                    <a:srgbClr val="FF4200"/>
                  </a:gs>
                  <a:gs pos="100000">
                    <a:srgbClr val="FF6000"/>
                  </a:gs>
                </a:gsLst>
                <a:lin ang="16200000" scaled="0"/>
              </a:gradFill>
              <a:ln w="7600" cap="flat">
                <a:solidFill>
                  <a:srgbClr val="C80F12"/>
                </a:solidFill>
                <a:miter lim="800000"/>
              </a:ln>
            </p:spPr>
          </p:sp>
          <p:sp>
            <p:nvSpPr>
              <p:cNvPr id="28" name="任意多边形 27"/>
              <p:cNvSpPr/>
              <p:nvPr/>
            </p:nvSpPr>
            <p:spPr>
              <a:xfrm>
                <a:off x="6854514" y="1895173"/>
                <a:ext cx="553857" cy="134059"/>
              </a:xfrm>
              <a:custGeom>
                <a:avLst/>
                <a:gdLst/>
                <a:ahLst/>
                <a:cxnLst/>
                <a:rect l="0" t="0" r="0" b="0"/>
                <a:pathLst>
                  <a:path w="553857" h="134059">
                    <a:moveTo>
                      <a:pt x="0" y="126822"/>
                    </a:moveTo>
                    <a:lnTo>
                      <a:pt x="286249" y="-336"/>
                    </a:lnTo>
                    <a:lnTo>
                      <a:pt x="553857" y="133693"/>
                    </a:lnTo>
                    <a:cubicBezTo>
                      <a:pt x="553857" y="133693"/>
                      <a:pt x="428695" y="95008"/>
                      <a:pt x="276928" y="95008"/>
                    </a:cubicBezTo>
                    <a:cubicBezTo>
                      <a:pt x="125303" y="95008"/>
                      <a:pt x="0" y="129077"/>
                      <a:pt x="0" y="1268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29" name="Text 1071"/>
              <p:cNvSpPr txBox="1"/>
              <p:nvPr/>
            </p:nvSpPr>
            <p:spPr>
              <a:xfrm>
                <a:off x="6754176" y="2753932"/>
                <a:ext cx="760000" cy="1520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微信</a:t>
                </a:r>
                <a:endParaRPr 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sz="1600" dirty="0" err="1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公众平台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cxnSp>
          <p:nvCxnSpPr>
            <p:cNvPr id="19" name="Line"/>
            <p:cNvCxnSpPr/>
            <p:nvPr/>
          </p:nvCxnSpPr>
          <p:spPr>
            <a:xfrm rot="5">
              <a:off x="3067447" y="2809163"/>
              <a:ext cx="328255" cy="0"/>
            </a:xfrm>
            <a:prstGeom prst="line">
              <a:avLst/>
            </a:prstGeom>
            <a:ln w="7600" cap="flat">
              <a:solidFill>
                <a:srgbClr val="00AF54"/>
              </a:solidFill>
              <a:bevel/>
            </a:ln>
          </p:spPr>
        </p:cxnSp>
      </p:grpSp>
    </p:spTree>
    <p:extLst>
      <p:ext uri="{BB962C8B-B14F-4D97-AF65-F5344CB8AC3E}">
        <p14:creationId xmlns:p14="http://schemas.microsoft.com/office/powerpoint/2010/main" val="152797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系统组成</a:t>
            </a:r>
            <a:endParaRPr lang="zh-CN" altLang="en-US" dirty="0"/>
          </a:p>
        </p:txBody>
      </p:sp>
      <p:sp>
        <p:nvSpPr>
          <p:cNvPr id="7" name="任意多边形 6"/>
          <p:cNvSpPr/>
          <p:nvPr/>
        </p:nvSpPr>
        <p:spPr>
          <a:xfrm>
            <a:off x="2399130" y="1700808"/>
            <a:ext cx="4500888" cy="979545"/>
          </a:xfrm>
          <a:custGeom>
            <a:avLst/>
            <a:gdLst>
              <a:gd name="rtl" fmla="*/ 30400 w 2584000"/>
              <a:gd name="rtt" fmla="*/ 30400 h 456000"/>
              <a:gd name="rtr" fmla="*/ 2553600 w 2584000"/>
              <a:gd name="rtb" fmla="*/ 425600 h 456000"/>
            </a:gdLst>
            <a:ahLst/>
            <a:cxnLst/>
            <a:rect l="rtl" t="rtt" r="rtr" b="rtb"/>
            <a:pathLst>
              <a:path w="2584000" h="456000">
                <a:moveTo>
                  <a:pt x="82080" y="0"/>
                </a:moveTo>
                <a:lnTo>
                  <a:pt x="2501920" y="0"/>
                </a:lnTo>
                <a:cubicBezTo>
                  <a:pt x="2547254" y="0"/>
                  <a:pt x="2584000" y="36747"/>
                  <a:pt x="2584000" y="82080"/>
                </a:cubicBezTo>
                <a:lnTo>
                  <a:pt x="2584000" y="373920"/>
                </a:lnTo>
                <a:cubicBezTo>
                  <a:pt x="2584000" y="419252"/>
                  <a:pt x="2547254" y="456000"/>
                  <a:pt x="25019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FF9933"/>
              </a:gs>
              <a:gs pos="100000">
                <a:srgbClr val="CC6600"/>
              </a:gs>
            </a:gsLst>
            <a:lin ang="5400000" scaled="0"/>
          </a:gradFill>
          <a:ln w="7600" cap="flat">
            <a:solidFill>
              <a:srgbClr val="CC66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400" dirty="0" err="1">
                <a:solidFill>
                  <a:srgbClr val="FFFFFF"/>
                </a:solidFill>
                <a:latin typeface="+mj-ea"/>
                <a:ea typeface="+mj-ea"/>
              </a:rPr>
              <a:t>微信交互接口</a:t>
            </a:r>
            <a:r>
              <a:rPr sz="2400" dirty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sz="2400" dirty="0" err="1">
                <a:solidFill>
                  <a:srgbClr val="FFFFFF"/>
                </a:solidFill>
                <a:latin typeface="+mj-ea"/>
                <a:ea typeface="+mj-ea"/>
              </a:rPr>
              <a:t>weixin</a:t>
            </a:r>
            <a:r>
              <a:rPr sz="2400" dirty="0">
                <a:solidFill>
                  <a:srgbClr val="FFFFFF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2375368" y="3169535"/>
            <a:ext cx="4500888" cy="979545"/>
          </a:xfrm>
          <a:custGeom>
            <a:avLst/>
            <a:gdLst>
              <a:gd name="rtl" fmla="*/ 30400 w 2584000"/>
              <a:gd name="rtt" fmla="*/ 30400 h 456000"/>
              <a:gd name="rtr" fmla="*/ 2553600 w 2584000"/>
              <a:gd name="rtb" fmla="*/ 425600 h 456000"/>
            </a:gdLst>
            <a:ahLst/>
            <a:cxnLst/>
            <a:rect l="rtl" t="rtt" r="rtr" b="rtb"/>
            <a:pathLst>
              <a:path w="2584000" h="456000">
                <a:moveTo>
                  <a:pt x="82080" y="0"/>
                </a:moveTo>
                <a:lnTo>
                  <a:pt x="2501920" y="0"/>
                </a:lnTo>
                <a:cubicBezTo>
                  <a:pt x="2547254" y="0"/>
                  <a:pt x="2584000" y="36747"/>
                  <a:pt x="2584000" y="82080"/>
                </a:cubicBezTo>
                <a:lnTo>
                  <a:pt x="2584000" y="373920"/>
                </a:lnTo>
                <a:cubicBezTo>
                  <a:pt x="2584000" y="419252"/>
                  <a:pt x="2547254" y="456000"/>
                  <a:pt x="25019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ED75B"/>
              </a:gs>
              <a:gs pos="100000">
                <a:srgbClr val="7BA428"/>
              </a:gs>
            </a:gsLst>
            <a:lin ang="5400000" scaled="0"/>
          </a:gradFill>
          <a:ln w="7600" cap="flat">
            <a:solidFill>
              <a:srgbClr val="7BA42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400" dirty="0" err="1">
                <a:solidFill>
                  <a:srgbClr val="FFFFFF"/>
                </a:solidFill>
                <a:latin typeface="+mj-ea"/>
                <a:ea typeface="+mj-ea"/>
              </a:rPr>
              <a:t>手机页面</a:t>
            </a:r>
            <a:r>
              <a:rPr sz="2400" dirty="0">
                <a:solidFill>
                  <a:srgbClr val="FFFFFF"/>
                </a:solidFill>
                <a:latin typeface="+mj-ea"/>
                <a:ea typeface="+mj-ea"/>
              </a:rPr>
              <a:t>/h5(</a:t>
            </a:r>
            <a:r>
              <a:rPr sz="2400" dirty="0" err="1">
                <a:solidFill>
                  <a:srgbClr val="FFFFFF"/>
                </a:solidFill>
                <a:latin typeface="+mj-ea"/>
                <a:ea typeface="+mj-ea"/>
              </a:rPr>
              <a:t>wap</a:t>
            </a:r>
            <a:r>
              <a:rPr sz="2400" dirty="0">
                <a:solidFill>
                  <a:srgbClr val="FFFFFF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2375368" y="4681703"/>
            <a:ext cx="4500888" cy="979545"/>
          </a:xfrm>
          <a:custGeom>
            <a:avLst/>
            <a:gdLst>
              <a:gd name="rtl" fmla="*/ 30400 w 2584000"/>
              <a:gd name="rtt" fmla="*/ 30400 h 456000"/>
              <a:gd name="rtr" fmla="*/ 2553600 w 2584000"/>
              <a:gd name="rtb" fmla="*/ 425600 h 456000"/>
            </a:gdLst>
            <a:ahLst/>
            <a:cxnLst/>
            <a:rect l="rtl" t="rtt" r="rtr" b="rtb"/>
            <a:pathLst>
              <a:path w="2584000" h="456000">
                <a:moveTo>
                  <a:pt x="82080" y="0"/>
                </a:moveTo>
                <a:lnTo>
                  <a:pt x="2501920" y="0"/>
                </a:lnTo>
                <a:cubicBezTo>
                  <a:pt x="2547254" y="0"/>
                  <a:pt x="2584000" y="36747"/>
                  <a:pt x="2584000" y="82080"/>
                </a:cubicBezTo>
                <a:lnTo>
                  <a:pt x="2584000" y="373920"/>
                </a:lnTo>
                <a:cubicBezTo>
                  <a:pt x="2584000" y="419252"/>
                  <a:pt x="2547254" y="456000"/>
                  <a:pt x="25019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6FBDD1"/>
              </a:gs>
              <a:gs pos="100000">
                <a:srgbClr val="358EA6"/>
              </a:gs>
            </a:gsLst>
            <a:lin ang="5400000" scaled="0"/>
          </a:gradFill>
          <a:ln w="7600" cap="flat">
            <a:solidFill>
              <a:srgbClr val="358EA6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+mj-ea"/>
                <a:ea typeface="+mj-ea"/>
              </a:rPr>
              <a:t>后台信息管理(web)</a:t>
            </a:r>
          </a:p>
        </p:txBody>
      </p:sp>
    </p:spTree>
    <p:extLst>
      <p:ext uri="{BB962C8B-B14F-4D97-AF65-F5344CB8AC3E}">
        <p14:creationId xmlns:p14="http://schemas.microsoft.com/office/powerpoint/2010/main" val="23781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系统优势</a:t>
            </a:r>
            <a:endParaRPr lang="zh-CN" altLang="en-US" dirty="0"/>
          </a:p>
        </p:txBody>
      </p:sp>
      <p:sp>
        <p:nvSpPr>
          <p:cNvPr id="4" name="Basic Rectangle"/>
          <p:cNvSpPr/>
          <p:nvPr/>
        </p:nvSpPr>
        <p:spPr>
          <a:xfrm>
            <a:off x="2323168" y="2996952"/>
            <a:ext cx="4913128" cy="1312880"/>
          </a:xfrm>
          <a:custGeom>
            <a:avLst/>
            <a:gdLst>
              <a:gd name="connsiteX0" fmla="*/ 0 w 1960800"/>
              <a:gd name="connsiteY0" fmla="*/ 296400 h 592800"/>
              <a:gd name="connsiteX1" fmla="*/ 980400 w 1960800"/>
              <a:gd name="connsiteY1" fmla="*/ 0 h 592800"/>
              <a:gd name="connsiteX2" fmla="*/ 1960800 w 1960800"/>
              <a:gd name="connsiteY2" fmla="*/ 296400 h 592800"/>
              <a:gd name="connsiteX3" fmla="*/ 980400 w 1960800"/>
              <a:gd name="connsiteY3" fmla="*/ 592800 h 592800"/>
              <a:gd name="rtl" fmla="*/ 269040 w 1960800"/>
              <a:gd name="rtr" fmla="*/ 1960800 w 196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rtl" t="t" r="rtr" b="b"/>
            <a:pathLst>
              <a:path w="1960800" h="592800">
                <a:moveTo>
                  <a:pt x="0" y="0"/>
                </a:moveTo>
                <a:lnTo>
                  <a:pt x="1960800" y="0"/>
                </a:lnTo>
                <a:lnTo>
                  <a:pt x="1960800" y="592800"/>
                </a:lnTo>
                <a:lnTo>
                  <a:pt x="0" y="592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3BA0BB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l"/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活动可分入口、业务处理、活动奖励三部分，各个部分可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自由组合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Basic Rectangle"/>
          <p:cNvSpPr/>
          <p:nvPr/>
        </p:nvSpPr>
        <p:spPr>
          <a:xfrm>
            <a:off x="2418384" y="3099174"/>
            <a:ext cx="288000" cy="288000"/>
          </a:xfrm>
          <a:custGeom>
            <a:avLst/>
            <a:gdLst/>
            <a:ahLst/>
            <a:cxnLst/>
            <a:rect l="0" t="0" r="0" b="0"/>
            <a:pathLst>
              <a:path w="177840" h="177840">
                <a:moveTo>
                  <a:pt x="0" y="0"/>
                </a:moveTo>
                <a:lnTo>
                  <a:pt x="177840" y="0"/>
                </a:lnTo>
                <a:lnTo>
                  <a:pt x="177840" y="177840"/>
                </a:lnTo>
                <a:lnTo>
                  <a:pt x="0" y="177840"/>
                </a:lnTo>
                <a:close/>
              </a:path>
            </a:pathLst>
          </a:custGeom>
          <a:gradFill>
            <a:gsLst>
              <a:gs pos="100000">
                <a:srgbClr val="4BACC6"/>
              </a:gs>
              <a:gs pos="80000">
                <a:srgbClr val="6FBDD1"/>
              </a:gs>
              <a:gs pos="0">
                <a:srgbClr val="8AC9DA"/>
              </a:gs>
            </a:gsLst>
            <a:path path="shape">
              <a:fillToRect l="50000" t="50000" r="50000" b="50000"/>
            </a:path>
          </a:gradFill>
          <a:ln w="7600" cap="flat">
            <a:solidFill>
              <a:srgbClr val="3BA0BB"/>
            </a:solidFill>
            <a:bevel/>
          </a:ln>
        </p:spPr>
      </p:sp>
      <p:sp>
        <p:nvSpPr>
          <p:cNvPr id="6" name="Basic Rectangle"/>
          <p:cNvSpPr/>
          <p:nvPr/>
        </p:nvSpPr>
        <p:spPr>
          <a:xfrm>
            <a:off x="2323168" y="4653136"/>
            <a:ext cx="4913128" cy="1368152"/>
          </a:xfrm>
          <a:custGeom>
            <a:avLst/>
            <a:gdLst>
              <a:gd name="connsiteX0" fmla="*/ 0 w 1960800"/>
              <a:gd name="connsiteY0" fmla="*/ 296400 h 592800"/>
              <a:gd name="connsiteX1" fmla="*/ 980400 w 1960800"/>
              <a:gd name="connsiteY1" fmla="*/ 0 h 592800"/>
              <a:gd name="connsiteX2" fmla="*/ 1960800 w 1960800"/>
              <a:gd name="connsiteY2" fmla="*/ 296400 h 592800"/>
              <a:gd name="connsiteX3" fmla="*/ 980400 w 1960800"/>
              <a:gd name="connsiteY3" fmla="*/ 592800 h 592800"/>
              <a:gd name="rtl" fmla="*/ 269040 w 1960800"/>
              <a:gd name="rtr" fmla="*/ 1960800 w 196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rtl" t="t" r="rtr" b="b"/>
            <a:pathLst>
              <a:path w="1960800" h="592800">
                <a:moveTo>
                  <a:pt x="0" y="0"/>
                </a:moveTo>
                <a:lnTo>
                  <a:pt x="1960800" y="0"/>
                </a:lnTo>
                <a:lnTo>
                  <a:pt x="1960800" y="592800"/>
                </a:lnTo>
                <a:lnTo>
                  <a:pt x="0" y="592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C64545"/>
            </a:solidFill>
            <a:bevel/>
          </a:ln>
        </p:spPr>
        <p:txBody>
          <a:bodyPr wrap="square" lIns="36000" tIns="18000" rIns="36000" bIns="18000" rtlCol="0" anchor="ctr"/>
          <a:lstStyle/>
          <a:p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深入酒店行业领域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，针对行业特性定制方案，解决业务痛点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Basic Rectangle"/>
          <p:cNvSpPr/>
          <p:nvPr/>
        </p:nvSpPr>
        <p:spPr>
          <a:xfrm>
            <a:off x="2418384" y="4797184"/>
            <a:ext cx="288000" cy="288000"/>
          </a:xfrm>
          <a:custGeom>
            <a:avLst/>
            <a:gdLst/>
            <a:ahLst/>
            <a:cxnLst/>
            <a:rect l="0" t="0" r="0" b="0"/>
            <a:pathLst>
              <a:path w="182400" h="182400">
                <a:moveTo>
                  <a:pt x="91200" y="-22800"/>
                </a:moveTo>
                <a:lnTo>
                  <a:pt x="205200" y="91200"/>
                </a:lnTo>
                <a:lnTo>
                  <a:pt x="91200" y="205200"/>
                </a:lnTo>
                <a:lnTo>
                  <a:pt x="-22800" y="91200"/>
                </a:lnTo>
                <a:close/>
              </a:path>
            </a:pathLst>
          </a:custGeom>
          <a:gradFill>
            <a:gsLst>
              <a:gs pos="100000">
                <a:srgbClr val="CD5C5C"/>
              </a:gs>
              <a:gs pos="80000">
                <a:srgbClr val="D77D7D"/>
              </a:gs>
              <a:gs pos="0">
                <a:srgbClr val="DE9595"/>
              </a:gs>
            </a:gsLst>
            <a:path path="shape">
              <a:fillToRect l="50000" t="50000" r="50000" b="50000"/>
            </a:path>
          </a:gradFill>
          <a:ln w="7600" cap="flat">
            <a:solidFill>
              <a:srgbClr val="C64545"/>
            </a:solidFill>
            <a:bevel/>
          </a:ln>
        </p:spPr>
      </p:sp>
      <p:sp>
        <p:nvSpPr>
          <p:cNvPr id="8" name="TextBox 7"/>
          <p:cNvSpPr txBox="1"/>
          <p:nvPr/>
        </p:nvSpPr>
        <p:spPr>
          <a:xfrm>
            <a:off x="2787256" y="2996952"/>
            <a:ext cx="2576832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活动可组装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6632" y="4653136"/>
            <a:ext cx="18073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行业垂直深化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Basic Rectangle"/>
          <p:cNvSpPr/>
          <p:nvPr/>
        </p:nvSpPr>
        <p:spPr>
          <a:xfrm>
            <a:off x="2323168" y="1268760"/>
            <a:ext cx="4913128" cy="1440000"/>
          </a:xfrm>
          <a:custGeom>
            <a:avLst/>
            <a:gdLst>
              <a:gd name="connsiteX0" fmla="*/ 0 w 1960800"/>
              <a:gd name="connsiteY0" fmla="*/ 296400 h 592800"/>
              <a:gd name="connsiteX1" fmla="*/ 980400 w 1960800"/>
              <a:gd name="connsiteY1" fmla="*/ 0 h 592800"/>
              <a:gd name="connsiteX2" fmla="*/ 1960800 w 1960800"/>
              <a:gd name="connsiteY2" fmla="*/ 296400 h 592800"/>
              <a:gd name="connsiteX3" fmla="*/ 980400 w 1960800"/>
              <a:gd name="connsiteY3" fmla="*/ 592800 h 592800"/>
              <a:gd name="rtl" fmla="*/ 269040 w 1960800"/>
              <a:gd name="rtr" fmla="*/ 1960800 w 196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rtl" t="t" r="rtr" b="b"/>
            <a:pathLst>
              <a:path w="1960800" h="592800">
                <a:moveTo>
                  <a:pt x="0" y="0"/>
                </a:moveTo>
                <a:lnTo>
                  <a:pt x="1960800" y="0"/>
                </a:lnTo>
                <a:lnTo>
                  <a:pt x="1960800" y="592800"/>
                </a:lnTo>
                <a:lnTo>
                  <a:pt x="0" y="592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8BB82D"/>
            </a:solidFill>
            <a:bevel/>
          </a:ln>
        </p:spPr>
        <p:txBody>
          <a:bodyPr wrap="square" lIns="36000" tIns="18000" rIns="36000" bIns="18000" rtlCol="0" anchor="ctr"/>
          <a:lstStyle/>
          <a:p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单用户可建立多个公众号，每个公众号信息、活动单独管理、运营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Basic Rectangle"/>
          <p:cNvSpPr/>
          <p:nvPr/>
        </p:nvSpPr>
        <p:spPr>
          <a:xfrm>
            <a:off x="2411792" y="1412808"/>
            <a:ext cx="288000" cy="288000"/>
          </a:xfrm>
          <a:custGeom>
            <a:avLst/>
            <a:gdLst/>
            <a:ahLst/>
            <a:cxnLst/>
            <a:rect l="0" t="0" r="0" b="0"/>
            <a:pathLst>
              <a:path w="177840" h="177840">
                <a:moveTo>
                  <a:pt x="0" y="0"/>
                </a:moveTo>
                <a:lnTo>
                  <a:pt x="177840" y="0"/>
                </a:lnTo>
                <a:lnTo>
                  <a:pt x="177840" y="177840"/>
                </a:lnTo>
                <a:lnTo>
                  <a:pt x="0" y="177840"/>
                </a:lnTo>
                <a:close/>
              </a:path>
            </a:pathLst>
          </a:custGeom>
          <a:gradFill>
            <a:gsLst>
              <a:gs pos="100000">
                <a:srgbClr val="9ACD32"/>
              </a:gs>
              <a:gs pos="80000">
                <a:srgbClr val="AED75B"/>
              </a:gs>
              <a:gs pos="0">
                <a:srgbClr val="BDDE7A"/>
              </a:gs>
            </a:gsLst>
            <a:path path="shape">
              <a:fillToRect l="50000" t="50000" r="50000" b="50000"/>
            </a:path>
          </a:gradFill>
          <a:ln w="7600" cap="flat">
            <a:solidFill>
              <a:srgbClr val="8BB82D"/>
            </a:solidFill>
            <a:bevel/>
          </a:ln>
        </p:spPr>
      </p:sp>
      <p:sp>
        <p:nvSpPr>
          <p:cNvPr id="12" name="TextBox 11"/>
          <p:cNvSpPr txBox="1"/>
          <p:nvPr/>
        </p:nvSpPr>
        <p:spPr>
          <a:xfrm>
            <a:off x="2787256" y="1310586"/>
            <a:ext cx="23608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单用户多公众号</a:t>
            </a:r>
          </a:p>
        </p:txBody>
      </p:sp>
    </p:spTree>
    <p:extLst>
      <p:ext uri="{BB962C8B-B14F-4D97-AF65-F5344CB8AC3E}">
        <p14:creationId xmlns:p14="http://schemas.microsoft.com/office/powerpoint/2010/main" val="398379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系统功能</a:t>
            </a:r>
            <a:endParaRPr lang="zh-CN" altLang="en-US" dirty="0">
              <a:latin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751329" y="2326672"/>
            <a:ext cx="2873363" cy="617496"/>
          </a:xfrm>
          <a:custGeom>
            <a:avLst/>
            <a:gdLst>
              <a:gd name="rtl" fmla="*/ 30400 w 1960800"/>
              <a:gd name="rtt" fmla="*/ 30400 h 456000"/>
              <a:gd name="rtr" fmla="*/ 1930400 w 1960800"/>
              <a:gd name="rtb" fmla="*/ 425600 h 456000"/>
            </a:gdLst>
            <a:ahLst/>
            <a:cxnLst/>
            <a:rect l="rtl" t="rtt" r="rtr" b="rtb"/>
            <a:pathLst>
              <a:path w="1960800" h="456000">
                <a:moveTo>
                  <a:pt x="82080" y="0"/>
                </a:moveTo>
                <a:lnTo>
                  <a:pt x="1878720" y="0"/>
                </a:lnTo>
                <a:cubicBezTo>
                  <a:pt x="1924054" y="0"/>
                  <a:pt x="1960800" y="36747"/>
                  <a:pt x="1960800" y="82080"/>
                </a:cubicBezTo>
                <a:lnTo>
                  <a:pt x="1960800" y="373920"/>
                </a:lnTo>
                <a:cubicBezTo>
                  <a:pt x="1960800" y="419252"/>
                  <a:pt x="1924054" y="456000"/>
                  <a:pt x="18787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FF9933"/>
              </a:gs>
              <a:gs pos="100000">
                <a:srgbClr val="CC6600"/>
              </a:gs>
            </a:gsLst>
            <a:lin ang="5400000" scaled="0"/>
          </a:gradFill>
          <a:ln w="7600" cap="flat">
            <a:solidFill>
              <a:srgbClr val="CC66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粉丝管理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728793" y="3304373"/>
            <a:ext cx="2895649" cy="617496"/>
          </a:xfrm>
          <a:custGeom>
            <a:avLst/>
            <a:gdLst>
              <a:gd name="rtl" fmla="*/ 30400 w 1976008"/>
              <a:gd name="rtt" fmla="*/ 30400 h 456000"/>
              <a:gd name="rtr" fmla="*/ 1945608 w 1976008"/>
              <a:gd name="rtb" fmla="*/ 425600 h 456000"/>
            </a:gdLst>
            <a:ahLst/>
            <a:cxnLst/>
            <a:rect l="rtl" t="rtt" r="rtr" b="rtb"/>
            <a:pathLst>
              <a:path w="1976008" h="456000">
                <a:moveTo>
                  <a:pt x="82080" y="0"/>
                </a:moveTo>
                <a:lnTo>
                  <a:pt x="1893928" y="0"/>
                </a:lnTo>
                <a:cubicBezTo>
                  <a:pt x="1939262" y="0"/>
                  <a:pt x="1976008" y="36747"/>
                  <a:pt x="1976008" y="82080"/>
                </a:cubicBezTo>
                <a:lnTo>
                  <a:pt x="1976008" y="373920"/>
                </a:lnTo>
                <a:cubicBezTo>
                  <a:pt x="1976008" y="419252"/>
                  <a:pt x="1939262" y="456000"/>
                  <a:pt x="1893928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ED75B"/>
              </a:gs>
              <a:gs pos="100000">
                <a:srgbClr val="7BA428"/>
              </a:gs>
            </a:gsLst>
            <a:lin ang="5400000" scaled="0"/>
          </a:gradFill>
          <a:ln w="7600" cap="flat">
            <a:solidFill>
              <a:srgbClr val="7BA42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素材管理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745696" y="4282075"/>
            <a:ext cx="2884500" cy="617496"/>
          </a:xfrm>
          <a:custGeom>
            <a:avLst/>
            <a:gdLst>
              <a:gd name="rtl" fmla="*/ 30400 w 1968400"/>
              <a:gd name="rtt" fmla="*/ 30400 h 456000"/>
              <a:gd name="rtr" fmla="*/ 1938000 w 1968400"/>
              <a:gd name="rtb" fmla="*/ 425600 h 456000"/>
            </a:gdLst>
            <a:ahLst/>
            <a:cxnLst/>
            <a:rect l="rtl" t="rtt" r="rtr" b="rtb"/>
            <a:pathLst>
              <a:path w="1968400" h="456000">
                <a:moveTo>
                  <a:pt x="82080" y="0"/>
                </a:moveTo>
                <a:lnTo>
                  <a:pt x="1886320" y="0"/>
                </a:lnTo>
                <a:cubicBezTo>
                  <a:pt x="1931654" y="0"/>
                  <a:pt x="1968400" y="36747"/>
                  <a:pt x="1968400" y="82080"/>
                </a:cubicBezTo>
                <a:lnTo>
                  <a:pt x="1968400" y="373920"/>
                </a:lnTo>
                <a:cubicBezTo>
                  <a:pt x="1968400" y="419252"/>
                  <a:pt x="1931654" y="456000"/>
                  <a:pt x="1886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6FBDD1"/>
              </a:gs>
              <a:gs pos="100000">
                <a:srgbClr val="358EA6"/>
              </a:gs>
            </a:gsLst>
            <a:lin ang="5400000" scaled="0"/>
          </a:gradFill>
          <a:ln w="7600" cap="flat">
            <a:solidFill>
              <a:srgbClr val="358EA6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消息管理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762597" y="5259776"/>
            <a:ext cx="2828815" cy="617496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1D979"/>
              </a:gs>
              <a:gs pos="100000">
                <a:srgbClr val="6CB734"/>
              </a:gs>
            </a:gsLst>
            <a:lin ang="5400000" scaled="0"/>
          </a:gradFill>
          <a:ln w="7600" cap="flat">
            <a:solidFill>
              <a:srgbClr val="C1D2E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内容管理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11560" y="1176234"/>
            <a:ext cx="3168352" cy="848357"/>
          </a:xfrm>
          <a:custGeom>
            <a:avLst/>
            <a:gdLst>
              <a:gd name="rtl" fmla="*/ 251378 w 2705600"/>
              <a:gd name="rtr" fmla="*/ 2499822 w 2705600"/>
            </a:gdLst>
            <a:ahLst/>
            <a:cxnLst/>
            <a:rect l="rtl" t="t" r="rtr" b="b"/>
            <a:pathLst>
              <a:path w="2705600" h="572196">
                <a:moveTo>
                  <a:pt x="0" y="0"/>
                </a:moveTo>
                <a:lnTo>
                  <a:pt x="2477022" y="0"/>
                </a:lnTo>
                <a:lnTo>
                  <a:pt x="2705600" y="286098"/>
                </a:lnTo>
                <a:lnTo>
                  <a:pt x="2477022" y="572196"/>
                </a:lnTo>
                <a:lnTo>
                  <a:pt x="0" y="572196"/>
                </a:lnTo>
                <a:lnTo>
                  <a:pt x="228578" y="2860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6B50"/>
              </a:gs>
              <a:gs pos="50000">
                <a:srgbClr val="FF7359"/>
              </a:gs>
              <a:gs pos="100000">
                <a:srgbClr val="FF6347"/>
              </a:gs>
            </a:gsLst>
            <a:lin ang="5400000" scaled="0"/>
          </a:gradFill>
          <a:ln w="7600" cap="flat">
            <a:solidFill>
              <a:srgbClr val="FFFFFF"/>
            </a:solidFill>
            <a:bevel/>
          </a:ln>
          <a:effectLst>
            <a:outerShdw blurRad="30000" dist="21496" dir="2700000" algn="tl">
              <a:srgbClr val="000000">
                <a:alpha val="39000"/>
              </a:srgbClr>
            </a:outerShdw>
          </a:effectLst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400" dirty="0" smtClean="0">
                <a:solidFill>
                  <a:srgbClr val="FFFFFF"/>
                </a:solidFill>
                <a:latin typeface="+mj-ea"/>
                <a:ea typeface="+mj-ea"/>
              </a:rPr>
              <a:t>基础功能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4837671" y="2326669"/>
            <a:ext cx="3021712" cy="617496"/>
          </a:xfrm>
          <a:custGeom>
            <a:avLst/>
            <a:gdLst>
              <a:gd name="rtl" fmla="*/ 30400 w 1960800"/>
              <a:gd name="rtt" fmla="*/ 30400 h 456000"/>
              <a:gd name="rtr" fmla="*/ 1930400 w 1960800"/>
              <a:gd name="rtb" fmla="*/ 425600 h 456000"/>
            </a:gdLst>
            <a:ahLst/>
            <a:cxnLst/>
            <a:rect l="rtl" t="rtt" r="rtr" b="rtb"/>
            <a:pathLst>
              <a:path w="1960800" h="456000">
                <a:moveTo>
                  <a:pt x="82080" y="0"/>
                </a:moveTo>
                <a:lnTo>
                  <a:pt x="1878720" y="0"/>
                </a:lnTo>
                <a:cubicBezTo>
                  <a:pt x="1924054" y="0"/>
                  <a:pt x="1960800" y="36747"/>
                  <a:pt x="1960800" y="82080"/>
                </a:cubicBezTo>
                <a:lnTo>
                  <a:pt x="1960800" y="373920"/>
                </a:lnTo>
                <a:cubicBezTo>
                  <a:pt x="1960800" y="419252"/>
                  <a:pt x="1924054" y="456000"/>
                  <a:pt x="18787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7600" cap="flat">
            <a:solidFill>
              <a:schemeClr val="accent1">
                <a:lumMod val="60000"/>
                <a:lumOff val="40000"/>
              </a:schemeClr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微官网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4809586" y="3304370"/>
            <a:ext cx="3045148" cy="617496"/>
          </a:xfrm>
          <a:custGeom>
            <a:avLst/>
            <a:gdLst>
              <a:gd name="rtl" fmla="*/ 30400 w 1976008"/>
              <a:gd name="rtt" fmla="*/ 30400 h 456000"/>
              <a:gd name="rtr" fmla="*/ 1945608 w 1976008"/>
              <a:gd name="rtb" fmla="*/ 425600 h 456000"/>
            </a:gdLst>
            <a:ahLst/>
            <a:cxnLst/>
            <a:rect l="rtl" t="rtt" r="rtr" b="rtb"/>
            <a:pathLst>
              <a:path w="1976008" h="456000">
                <a:moveTo>
                  <a:pt x="82080" y="0"/>
                </a:moveTo>
                <a:lnTo>
                  <a:pt x="1893928" y="0"/>
                </a:lnTo>
                <a:cubicBezTo>
                  <a:pt x="1939262" y="0"/>
                  <a:pt x="1976008" y="36747"/>
                  <a:pt x="1976008" y="82080"/>
                </a:cubicBezTo>
                <a:lnTo>
                  <a:pt x="1976008" y="373920"/>
                </a:lnTo>
                <a:cubicBezTo>
                  <a:pt x="1976008" y="419252"/>
                  <a:pt x="1939262" y="456000"/>
                  <a:pt x="1893928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5"/>
              </a:gs>
            </a:gsLst>
            <a:lin ang="5400000" scaled="0"/>
          </a:gradFill>
          <a:ln w="7600" cap="flat">
            <a:solidFill>
              <a:schemeClr val="accent5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酒店预定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829265" y="4282072"/>
            <a:ext cx="3033424" cy="617496"/>
          </a:xfrm>
          <a:custGeom>
            <a:avLst/>
            <a:gdLst>
              <a:gd name="rtl" fmla="*/ 30400 w 1968400"/>
              <a:gd name="rtt" fmla="*/ 30400 h 456000"/>
              <a:gd name="rtr" fmla="*/ 1938000 w 1968400"/>
              <a:gd name="rtb" fmla="*/ 425600 h 456000"/>
            </a:gdLst>
            <a:ahLst/>
            <a:cxnLst/>
            <a:rect l="rtl" t="rtt" r="rtr" b="rtb"/>
            <a:pathLst>
              <a:path w="1968400" h="456000">
                <a:moveTo>
                  <a:pt x="82080" y="0"/>
                </a:moveTo>
                <a:lnTo>
                  <a:pt x="1886320" y="0"/>
                </a:lnTo>
                <a:cubicBezTo>
                  <a:pt x="1931654" y="0"/>
                  <a:pt x="1968400" y="36747"/>
                  <a:pt x="1968400" y="82080"/>
                </a:cubicBezTo>
                <a:lnTo>
                  <a:pt x="1968400" y="373920"/>
                </a:lnTo>
                <a:cubicBezTo>
                  <a:pt x="1968400" y="419252"/>
                  <a:pt x="1931654" y="456000"/>
                  <a:pt x="1886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C00000"/>
              </a:gs>
              <a:gs pos="100000">
                <a:srgbClr val="C00000"/>
              </a:gs>
            </a:gsLst>
            <a:lin ang="5400000" scaled="0"/>
          </a:gradFill>
          <a:ln w="7600" cap="flat">
            <a:solidFill>
              <a:srgbClr val="C000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会员管理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4860032" y="5259773"/>
            <a:ext cx="2974864" cy="617496"/>
          </a:xfrm>
          <a:custGeom>
            <a:avLst/>
            <a:gdLst>
              <a:gd name="rtl" fmla="*/ 30400 w 1930400"/>
              <a:gd name="rtt" fmla="*/ 30400 h 456000"/>
              <a:gd name="rtr" fmla="*/ 1900000 w 1930400"/>
              <a:gd name="rtb" fmla="*/ 425600 h 456000"/>
            </a:gdLst>
            <a:ahLst/>
            <a:cxnLst/>
            <a:rect l="rtl" t="rtt" r="rtr" b="rtb"/>
            <a:pathLst>
              <a:path w="1930400" h="456000">
                <a:moveTo>
                  <a:pt x="82080" y="0"/>
                </a:moveTo>
                <a:lnTo>
                  <a:pt x="1848320" y="0"/>
                </a:lnTo>
                <a:cubicBezTo>
                  <a:pt x="1893654" y="0"/>
                  <a:pt x="1930400" y="36747"/>
                  <a:pt x="1930400" y="82080"/>
                </a:cubicBezTo>
                <a:lnTo>
                  <a:pt x="1930400" y="373920"/>
                </a:lnTo>
                <a:cubicBezTo>
                  <a:pt x="1930400" y="419252"/>
                  <a:pt x="1893654" y="456000"/>
                  <a:pt x="1848320" y="456000"/>
                </a:cubicBezTo>
                <a:lnTo>
                  <a:pt x="82080" y="456000"/>
                </a:lnTo>
                <a:cubicBezTo>
                  <a:pt x="36747" y="456000"/>
                  <a:pt x="0" y="419252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7030A0"/>
              </a:gs>
              <a:gs pos="100000">
                <a:srgbClr val="7030A0"/>
              </a:gs>
            </a:gsLst>
            <a:lin ang="5400000" scaled="0"/>
          </a:gradFill>
          <a:ln w="7600" cap="flat">
            <a:solidFill>
              <a:srgbClr val="7030A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营销活动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4624445" y="1176231"/>
            <a:ext cx="3331931" cy="848357"/>
          </a:xfrm>
          <a:custGeom>
            <a:avLst/>
            <a:gdLst>
              <a:gd name="rtl" fmla="*/ 251378 w 2705600"/>
              <a:gd name="rtr" fmla="*/ 2499822 w 2705600"/>
            </a:gdLst>
            <a:ahLst/>
            <a:cxnLst/>
            <a:rect l="rtl" t="t" r="rtr" b="b"/>
            <a:pathLst>
              <a:path w="2705600" h="572196">
                <a:moveTo>
                  <a:pt x="0" y="0"/>
                </a:moveTo>
                <a:lnTo>
                  <a:pt x="2477022" y="0"/>
                </a:lnTo>
                <a:lnTo>
                  <a:pt x="2705600" y="286098"/>
                </a:lnTo>
                <a:lnTo>
                  <a:pt x="2477022" y="572196"/>
                </a:lnTo>
                <a:lnTo>
                  <a:pt x="0" y="572196"/>
                </a:lnTo>
                <a:lnTo>
                  <a:pt x="228578" y="2860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B050"/>
              </a:gs>
              <a:gs pos="50000">
                <a:srgbClr val="00B050"/>
              </a:gs>
              <a:gs pos="100000">
                <a:srgbClr val="00B050"/>
              </a:gs>
            </a:gsLst>
            <a:lin ang="5400000" scaled="0"/>
          </a:gradFill>
          <a:ln w="7600" cap="flat">
            <a:solidFill>
              <a:srgbClr val="FFFFFF"/>
            </a:solidFill>
            <a:bevel/>
          </a:ln>
          <a:effectLst>
            <a:outerShdw blurRad="30000" dist="21496" dir="2700000" algn="tl">
              <a:srgbClr val="000000">
                <a:alpha val="39000"/>
              </a:srgbClr>
            </a:outerShdw>
          </a:effectLst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400" dirty="0" smtClean="0">
                <a:solidFill>
                  <a:srgbClr val="FFFFFF"/>
                </a:solidFill>
                <a:latin typeface="+mj-ea"/>
                <a:ea typeface="+mj-ea"/>
              </a:rPr>
              <a:t>酒店行业</a:t>
            </a:r>
            <a:endParaRPr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548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占位符 7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2055813" y="2090739"/>
            <a:ext cx="1471612" cy="147161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None/>
            </a:pPr>
            <a:r>
              <a:rPr lang="en-US" altLang="zh-CN" sz="7200" i="1" dirty="0" smtClean="0">
                <a:solidFill>
                  <a:schemeClr val="accent1"/>
                </a:solidFill>
                <a:latin typeface="Baskerville Old Face" pitchFamily="18" charset="0"/>
              </a:rPr>
              <a:t>02</a:t>
            </a:r>
            <a:endParaRPr lang="zh-CN" altLang="en-US" sz="7200" i="1" dirty="0">
              <a:solidFill>
                <a:schemeClr val="accent1"/>
              </a:solidFill>
              <a:latin typeface="Baskerville Old Face" pitchFamily="18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3670302" y="3040063"/>
            <a:ext cx="394652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22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698627" y="1901825"/>
            <a:ext cx="765175" cy="766763"/>
          </a:xfrm>
          <a:prstGeom prst="ellipse">
            <a:avLst/>
          </a:prstGeom>
          <a:solidFill>
            <a:schemeClr val="accent1">
              <a:lumMod val="60000"/>
              <a:lumOff val="40000"/>
              <a:alpha val="86000"/>
            </a:schemeClr>
          </a:solidFill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zh-CN" sz="1800" dirty="0" smtClean="0">
                <a:solidFill>
                  <a:schemeClr val="accent1">
                    <a:lumMod val="50000"/>
                  </a:schemeClr>
                </a:solidFill>
              </a:rPr>
              <a:t>Part</a:t>
            </a:r>
            <a:endParaRPr lang="zh-CN" alt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1898650" y="3048002"/>
            <a:ext cx="1765300" cy="677863"/>
          </a:xfrm>
          <a:custGeom>
            <a:avLst/>
            <a:gdLst>
              <a:gd name="connsiteX0" fmla="*/ 0 w 1807014"/>
              <a:gd name="connsiteY0" fmla="*/ 0 h 693278"/>
              <a:gd name="connsiteX1" fmla="*/ 1807014 w 1807014"/>
              <a:gd name="connsiteY1" fmla="*/ 0 h 693278"/>
              <a:gd name="connsiteX2" fmla="*/ 1770122 w 1807014"/>
              <a:gd name="connsiteY2" fmla="*/ 118847 h 693278"/>
              <a:gd name="connsiteX3" fmla="*/ 903507 w 1807014"/>
              <a:gd name="connsiteY3" fmla="*/ 693278 h 693278"/>
              <a:gd name="connsiteX4" fmla="*/ 36892 w 1807014"/>
              <a:gd name="connsiteY4" fmla="*/ 118847 h 693278"/>
              <a:gd name="connsiteX0" fmla="*/ 1807014 w 1898454"/>
              <a:gd name="connsiteY0" fmla="*/ 0 h 693278"/>
              <a:gd name="connsiteX1" fmla="*/ 1770122 w 1898454"/>
              <a:gd name="connsiteY1" fmla="*/ 118847 h 693278"/>
              <a:gd name="connsiteX2" fmla="*/ 903507 w 1898454"/>
              <a:gd name="connsiteY2" fmla="*/ 693278 h 693278"/>
              <a:gd name="connsiteX3" fmla="*/ 36892 w 1898454"/>
              <a:gd name="connsiteY3" fmla="*/ 118847 h 693278"/>
              <a:gd name="connsiteX4" fmla="*/ 0 w 1898454"/>
              <a:gd name="connsiteY4" fmla="*/ 0 h 693278"/>
              <a:gd name="connsiteX5" fmla="*/ 1898454 w 1898454"/>
              <a:gd name="connsiteY5" fmla="*/ 91440 h 693278"/>
              <a:gd name="connsiteX0" fmla="*/ 1807014 w 1807014"/>
              <a:gd name="connsiteY0" fmla="*/ 0 h 693278"/>
              <a:gd name="connsiteX1" fmla="*/ 1770122 w 1807014"/>
              <a:gd name="connsiteY1" fmla="*/ 118847 h 693278"/>
              <a:gd name="connsiteX2" fmla="*/ 903507 w 1807014"/>
              <a:gd name="connsiteY2" fmla="*/ 693278 h 693278"/>
              <a:gd name="connsiteX3" fmla="*/ 36892 w 1807014"/>
              <a:gd name="connsiteY3" fmla="*/ 118847 h 693278"/>
              <a:gd name="connsiteX4" fmla="*/ 0 w 1807014"/>
              <a:gd name="connsiteY4" fmla="*/ 0 h 693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7014" h="693278">
                <a:moveTo>
                  <a:pt x="1807014" y="0"/>
                </a:moveTo>
                <a:lnTo>
                  <a:pt x="1770122" y="118847"/>
                </a:lnTo>
                <a:cubicBezTo>
                  <a:pt x="1627342" y="456416"/>
                  <a:pt x="1293086" y="693278"/>
                  <a:pt x="903507" y="693278"/>
                </a:cubicBezTo>
                <a:cubicBezTo>
                  <a:pt x="513929" y="693278"/>
                  <a:pt x="179672" y="456416"/>
                  <a:pt x="36892" y="11884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>
            <p:custDataLst>
              <p:tags r:id="rId6"/>
            </p:custDataLst>
          </p:nvPr>
        </p:nvCxnSpPr>
        <p:spPr>
          <a:xfrm>
            <a:off x="7940" y="3049588"/>
            <a:ext cx="190023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5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748090" y="2297114"/>
            <a:ext cx="3868737" cy="7508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chemeClr val="accent1"/>
                </a:solidFill>
              </a:rPr>
              <a:t>基础功能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占位符 6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748090" y="3074989"/>
            <a:ext cx="3868737" cy="4238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3B40D"/>
              </a:buClr>
              <a:buSzPct val="80000"/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微软雅黑" panose="020B0503020204020204" pitchFamily="34" charset="-122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200"/>
              </a:spcBef>
              <a:spcAft>
                <a:spcPts val="800"/>
              </a:spcAft>
              <a:buFont typeface="幼圆" panose="02010509060101010101" pitchFamily="49" charset="-122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Rising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159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粉丝管理</a:t>
            </a:r>
            <a:endParaRPr lang="zh-CN" altLang="en-US" dirty="0"/>
          </a:p>
        </p:txBody>
      </p:sp>
      <p:grpSp>
        <p:nvGrpSpPr>
          <p:cNvPr id="9" name="列表"/>
          <p:cNvGrpSpPr/>
          <p:nvPr/>
        </p:nvGrpSpPr>
        <p:grpSpPr>
          <a:xfrm>
            <a:off x="2049780" y="1196752"/>
            <a:ext cx="4898484" cy="1080419"/>
            <a:chOff x="3126100" y="2011600"/>
            <a:chExt cx="2888000" cy="623200"/>
          </a:xfrm>
        </p:grpSpPr>
        <p:grpSp>
          <p:nvGrpSpPr>
            <p:cNvPr id="10" name="组合 9"/>
            <p:cNvGrpSpPr/>
            <p:nvPr/>
          </p:nvGrpSpPr>
          <p:grpSpPr>
            <a:xfrm>
              <a:off x="3126100" y="2011600"/>
              <a:ext cx="2888000" cy="623200"/>
              <a:chOff x="3126100" y="2011600"/>
              <a:chExt cx="2888000" cy="623200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3745500" y="2011600"/>
                <a:ext cx="2272400" cy="623200"/>
              </a:xfrm>
              <a:custGeom>
                <a:avLst/>
                <a:gdLst>
                  <a:gd name="rtl" fmla="*/ 22800 w 2272400"/>
                  <a:gd name="rtr" fmla="*/ 2272400 w 2272400"/>
                </a:gdLst>
                <a:ahLst/>
                <a:cxnLst/>
                <a:rect l="rtl" t="t" r="rtr" b="b"/>
                <a:pathLst>
                  <a:path w="2272400" h="623200">
                    <a:moveTo>
                      <a:pt x="0" y="0"/>
                    </a:moveTo>
                    <a:lnTo>
                      <a:pt x="2272400" y="0"/>
                    </a:lnTo>
                    <a:lnTo>
                      <a:pt x="22724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D8D8D8"/>
                  </a:gs>
                  <a:gs pos="92000">
                    <a:srgbClr val="F1F1F1"/>
                  </a:gs>
                  <a:gs pos="0">
                    <a:srgbClr val="F3F3F3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F29240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l"/>
                <a:r>
                  <a:rPr lang="zh-CN" altLang="en-US" sz="1400" dirty="0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昵称、性别、头像、城市、省份、国家、标签、状态、关注时间</a:t>
                </a:r>
                <a:endParaRPr sz="14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3126100" y="2011600"/>
                <a:ext cx="623200" cy="623200"/>
              </a:xfrm>
              <a:custGeom>
                <a:avLst/>
                <a:gdLst/>
                <a:ahLst/>
                <a:cxnLst/>
                <a:rect l="l" t="t" r="r" b="b"/>
                <a:pathLst>
                  <a:path w="623200" h="623200">
                    <a:moveTo>
                      <a:pt x="0" y="0"/>
                    </a:moveTo>
                    <a:lnTo>
                      <a:pt x="623200" y="0"/>
                    </a:lnTo>
                    <a:lnTo>
                      <a:pt x="6232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F29240"/>
                  </a:gs>
                  <a:gs pos="92000">
                    <a:srgbClr val="F5AD70"/>
                  </a:gs>
                  <a:gs pos="0">
                    <a:srgbClr val="F6B680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F29240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用户列表</a:t>
                </a:r>
                <a:endParaRPr sz="14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126100" y="2748800"/>
              <a:ext cx="2888000" cy="623200"/>
              <a:chOff x="3126100" y="2748800"/>
              <a:chExt cx="2888000" cy="623200"/>
            </a:xfrm>
          </p:grpSpPr>
          <p:sp>
            <p:nvSpPr>
              <p:cNvPr id="18" name="任意多边形 17"/>
              <p:cNvSpPr/>
              <p:nvPr/>
            </p:nvSpPr>
            <p:spPr>
              <a:xfrm>
                <a:off x="3745500" y="2748800"/>
                <a:ext cx="2272400" cy="623200"/>
              </a:xfrm>
              <a:custGeom>
                <a:avLst/>
                <a:gdLst>
                  <a:gd name="rtl" fmla="*/ 22800 w 2272400"/>
                  <a:gd name="rtr" fmla="*/ 2272400 w 2272400"/>
                </a:gdLst>
                <a:ahLst/>
                <a:cxnLst/>
                <a:rect l="rtl" t="t" r="rtr" b="b"/>
                <a:pathLst>
                  <a:path w="2272400" h="623200">
                    <a:moveTo>
                      <a:pt x="0" y="0"/>
                    </a:moveTo>
                    <a:lnTo>
                      <a:pt x="2272400" y="0"/>
                    </a:lnTo>
                    <a:lnTo>
                      <a:pt x="22724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D8D8D8"/>
                  </a:gs>
                  <a:gs pos="92000">
                    <a:srgbClr val="F1F1F1"/>
                  </a:gs>
                  <a:gs pos="0">
                    <a:srgbClr val="F3F3F3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3BA0BB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l"/>
                <a:r>
                  <a:rPr lang="zh-CN" altLang="en-US" sz="1600" dirty="0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标签信息管理，同步微信公众平台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3126100" y="2748800"/>
                <a:ext cx="623200" cy="623200"/>
              </a:xfrm>
              <a:custGeom>
                <a:avLst/>
                <a:gdLst/>
                <a:ahLst/>
                <a:cxnLst/>
                <a:rect l="l" t="t" r="r" b="b"/>
                <a:pathLst>
                  <a:path w="623200" h="623200">
                    <a:moveTo>
                      <a:pt x="0" y="0"/>
                    </a:moveTo>
                    <a:lnTo>
                      <a:pt x="623200" y="0"/>
                    </a:lnTo>
                    <a:lnTo>
                      <a:pt x="6232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3BA0BB"/>
                  </a:gs>
                  <a:gs pos="92000">
                    <a:srgbClr val="5DB4CC"/>
                  </a:gs>
                  <a:gs pos="0">
                    <a:srgbClr val="6FBDD1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3BA0BB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标签管理</a:t>
                </a:r>
                <a:endParaRPr sz="14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126100" y="3486000"/>
              <a:ext cx="2888000" cy="623200"/>
              <a:chOff x="3126100" y="3486000"/>
              <a:chExt cx="2888000" cy="623200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3745500" y="3486000"/>
                <a:ext cx="2272400" cy="623200"/>
              </a:xfrm>
              <a:custGeom>
                <a:avLst/>
                <a:gdLst>
                  <a:gd name="rtl" fmla="*/ 22800 w 2272400"/>
                  <a:gd name="rtr" fmla="*/ 2272400 w 2272400"/>
                </a:gdLst>
                <a:ahLst/>
                <a:cxnLst/>
                <a:rect l="rtl" t="t" r="rtr" b="b"/>
                <a:pathLst>
                  <a:path w="2272400" h="623200">
                    <a:moveTo>
                      <a:pt x="0" y="0"/>
                    </a:moveTo>
                    <a:lnTo>
                      <a:pt x="2272400" y="0"/>
                    </a:lnTo>
                    <a:lnTo>
                      <a:pt x="22724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D8D8D8"/>
                  </a:gs>
                  <a:gs pos="92000">
                    <a:srgbClr val="F1F1F1"/>
                  </a:gs>
                  <a:gs pos="0">
                    <a:srgbClr val="F3F3F3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009D4C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l"/>
                <a:r>
                  <a:rPr lang="zh-CN" altLang="en-US" sz="1600" dirty="0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粉丝打标签，取消标签</a:t>
                </a:r>
                <a:endParaRPr sz="16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3126100" y="3486000"/>
                <a:ext cx="623200" cy="623200"/>
              </a:xfrm>
              <a:custGeom>
                <a:avLst/>
                <a:gdLst/>
                <a:ahLst/>
                <a:cxnLst/>
                <a:rect l="l" t="t" r="r" b="b"/>
                <a:pathLst>
                  <a:path w="623200" h="623200">
                    <a:moveTo>
                      <a:pt x="0" y="0"/>
                    </a:moveTo>
                    <a:lnTo>
                      <a:pt x="623200" y="0"/>
                    </a:lnTo>
                    <a:lnTo>
                      <a:pt x="6232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009D4C"/>
                  </a:gs>
                  <a:gs pos="92000">
                    <a:srgbClr val="19B765"/>
                  </a:gs>
                  <a:gs pos="0">
                    <a:srgbClr val="33BF76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009D4C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标签操作</a:t>
                </a:r>
                <a:endParaRPr sz="14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3126100" y="4223200"/>
              <a:ext cx="2888000" cy="623200"/>
              <a:chOff x="3126100" y="4223200"/>
              <a:chExt cx="2888000" cy="623200"/>
            </a:xfrm>
          </p:grpSpPr>
          <p:sp>
            <p:nvSpPr>
              <p:cNvPr id="14" name="任意多边形 13"/>
              <p:cNvSpPr/>
              <p:nvPr/>
            </p:nvSpPr>
            <p:spPr>
              <a:xfrm>
                <a:off x="3745500" y="4223200"/>
                <a:ext cx="2272400" cy="623200"/>
              </a:xfrm>
              <a:custGeom>
                <a:avLst/>
                <a:gdLst>
                  <a:gd name="rtl" fmla="*/ 22800 w 2272400"/>
                  <a:gd name="rtr" fmla="*/ 2272400 w 2272400"/>
                </a:gdLst>
                <a:ahLst/>
                <a:cxnLst/>
                <a:rect l="rtl" t="t" r="rtr" b="b"/>
                <a:pathLst>
                  <a:path w="2272400" h="623200">
                    <a:moveTo>
                      <a:pt x="0" y="0"/>
                    </a:moveTo>
                    <a:lnTo>
                      <a:pt x="2272400" y="0"/>
                    </a:lnTo>
                    <a:lnTo>
                      <a:pt x="22724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D8D8D8"/>
                  </a:gs>
                  <a:gs pos="92000">
                    <a:srgbClr val="F1F1F1"/>
                  </a:gs>
                  <a:gs pos="0">
                    <a:srgbClr val="F3F3F3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7600" cap="flat">
                <a:solidFill>
                  <a:srgbClr val="C64545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l"/>
                <a:r>
                  <a:rPr lang="zh-CN" altLang="en-US" sz="1400" dirty="0" smtClean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rPr>
                  <a:t>粉丝同步、粉丝信息导出</a:t>
                </a:r>
                <a:endParaRPr sz="1400" dirty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126100" y="4223200"/>
                <a:ext cx="623200" cy="623200"/>
              </a:xfrm>
              <a:custGeom>
                <a:avLst/>
                <a:gdLst/>
                <a:ahLst/>
                <a:cxnLst/>
                <a:rect l="l" t="t" r="r" b="b"/>
                <a:pathLst>
                  <a:path w="623200" h="623200">
                    <a:moveTo>
                      <a:pt x="0" y="0"/>
                    </a:moveTo>
                    <a:lnTo>
                      <a:pt x="623200" y="0"/>
                    </a:lnTo>
                    <a:lnTo>
                      <a:pt x="623200" y="623200"/>
                    </a:lnTo>
                    <a:lnTo>
                      <a:pt x="0" y="6232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C64545"/>
                  </a:gs>
                  <a:gs pos="92000">
                    <a:srgbClr val="D26C6C"/>
                  </a:gs>
                  <a:gs pos="0">
                    <a:srgbClr val="D77D7D"/>
                  </a:gs>
                </a:gsLst>
                <a:path path="rect">
                  <a:fillToRect l="50000" t="50000" r="50000" b="50000"/>
                </a:path>
              </a:gradFill>
              <a:ln w="7600" cap="flat">
                <a:solidFill>
                  <a:srgbClr val="C64545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粉丝操作</a:t>
                </a:r>
                <a:endParaRPr sz="14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200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素材管理</a:t>
            </a:r>
            <a:endParaRPr lang="zh-CN" altLang="en-US" dirty="0"/>
          </a:p>
        </p:txBody>
      </p:sp>
      <p:grpSp>
        <p:nvGrpSpPr>
          <p:cNvPr id="5" name="动态维恩图"/>
          <p:cNvGrpSpPr/>
          <p:nvPr/>
        </p:nvGrpSpPr>
        <p:grpSpPr>
          <a:xfrm>
            <a:off x="3750624" y="2531311"/>
            <a:ext cx="1685472" cy="1689777"/>
            <a:chOff x="4045938" y="3068950"/>
            <a:chExt cx="1064000" cy="1064000"/>
          </a:xfrm>
        </p:grpSpPr>
        <p:sp>
          <p:nvSpPr>
            <p:cNvPr id="6" name="Satellite"/>
            <p:cNvSpPr/>
            <p:nvPr/>
          </p:nvSpPr>
          <p:spPr>
            <a:xfrm>
              <a:off x="4289138" y="3068950"/>
              <a:ext cx="1793600" cy="1793600"/>
            </a:xfrm>
            <a:custGeom>
              <a:avLst/>
              <a:gdLst>
                <a:gd name="rtl" fmla="*/ 699504 w 1793600"/>
                <a:gd name="rtt" fmla="*/ 520144 h 1793600"/>
                <a:gd name="rtr" fmla="*/ 1596304 w 1793600"/>
                <a:gd name="rtb" fmla="*/ 1596304 h 1793600"/>
              </a:gdLst>
              <a:ahLst/>
              <a:cxnLst/>
              <a:rect l="rtl" t="rtt" r="rtr" b="rtb"/>
              <a:pathLst>
                <a:path w="1793600" h="1793600">
                  <a:moveTo>
                    <a:pt x="0" y="896800"/>
                  </a:moveTo>
                  <a:cubicBezTo>
                    <a:pt x="0" y="401512"/>
                    <a:pt x="401512" y="0"/>
                    <a:pt x="896800" y="0"/>
                  </a:cubicBezTo>
                  <a:cubicBezTo>
                    <a:pt x="1392092" y="0"/>
                    <a:pt x="1793600" y="401512"/>
                    <a:pt x="1793600" y="896800"/>
                  </a:cubicBezTo>
                  <a:cubicBezTo>
                    <a:pt x="1793600" y="1392092"/>
                    <a:pt x="1392092" y="1793600"/>
                    <a:pt x="896800" y="1793600"/>
                  </a:cubicBezTo>
                  <a:cubicBezTo>
                    <a:pt x="401512" y="1793600"/>
                    <a:pt x="0" y="1392092"/>
                    <a:pt x="0" y="896800"/>
                  </a:cubicBezTo>
                  <a:close/>
                </a:path>
              </a:pathLst>
            </a:custGeom>
            <a:gradFill>
              <a:gsLst>
                <a:gs pos="100000">
                  <a:srgbClr val="E59E00">
                    <a:alpha val="70000"/>
                  </a:srgbClr>
                </a:gs>
                <a:gs pos="70605">
                  <a:srgbClr val="E59E00">
                    <a:alpha val="70000"/>
                  </a:srgbClr>
                </a:gs>
                <a:gs pos="62132">
                  <a:srgbClr val="FFB719">
                    <a:alpha val="70000"/>
                  </a:srgbClr>
                </a:gs>
                <a:gs pos="0">
                  <a:srgbClr val="FFBF33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  <a:ln w="7600" cap="flat">
              <a:solidFill>
                <a:srgbClr val="FFAF00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平台</a:t>
              </a:r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图文管理</a:t>
              </a:r>
              <a:r>
                <a:rPr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.</a:t>
              </a:r>
              <a:endParaRPr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" name="Satellite"/>
            <p:cNvSpPr/>
            <p:nvPr/>
          </p:nvSpPr>
          <p:spPr>
            <a:xfrm>
              <a:off x="3061212" y="3048293"/>
              <a:ext cx="1793600" cy="1793600"/>
            </a:xfrm>
            <a:custGeom>
              <a:avLst/>
              <a:gdLst>
                <a:gd name="rtl" fmla="*/ 197296 w 1793600"/>
                <a:gd name="rtt" fmla="*/ 520144 h 1793600"/>
                <a:gd name="rtr" fmla="*/ 1094096 w 1793600"/>
                <a:gd name="rtb" fmla="*/ 1596304 h 1793600"/>
              </a:gdLst>
              <a:ahLst/>
              <a:cxnLst/>
              <a:rect l="rtl" t="rtt" r="rtr" b="rtb"/>
              <a:pathLst>
                <a:path w="1793600" h="1793600">
                  <a:moveTo>
                    <a:pt x="0" y="896800"/>
                  </a:moveTo>
                  <a:cubicBezTo>
                    <a:pt x="0" y="401512"/>
                    <a:pt x="401512" y="0"/>
                    <a:pt x="896800" y="0"/>
                  </a:cubicBezTo>
                  <a:cubicBezTo>
                    <a:pt x="1392092" y="0"/>
                    <a:pt x="1793600" y="401512"/>
                    <a:pt x="1793600" y="896800"/>
                  </a:cubicBezTo>
                  <a:cubicBezTo>
                    <a:pt x="1793600" y="1392092"/>
                    <a:pt x="1392092" y="1793600"/>
                    <a:pt x="896800" y="1793600"/>
                  </a:cubicBezTo>
                  <a:cubicBezTo>
                    <a:pt x="401512" y="1793600"/>
                    <a:pt x="0" y="1392092"/>
                    <a:pt x="0" y="896800"/>
                  </a:cubicBezTo>
                  <a:close/>
                </a:path>
              </a:pathLst>
            </a:custGeom>
            <a:gradFill>
              <a:gsLst>
                <a:gs pos="100000">
                  <a:srgbClr val="FF8554">
                    <a:alpha val="70000"/>
                  </a:srgbClr>
                </a:gs>
                <a:gs pos="70605">
                  <a:srgbClr val="FF8554">
                    <a:alpha val="70000"/>
                  </a:srgbClr>
                </a:gs>
                <a:gs pos="62132">
                  <a:srgbClr val="FFA987">
                    <a:alpha val="70000"/>
                  </a:srgbClr>
                </a:gs>
                <a:gs pos="0">
                  <a:srgbClr val="FFB395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  <a:ln w="7600" cap="flat">
              <a:solidFill>
                <a:srgbClr val="FFA07A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微信</a:t>
              </a:r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图文管理</a:t>
              </a:r>
              <a:r>
                <a:rPr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.</a:t>
              </a:r>
              <a:endParaRPr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8" name="Satellite"/>
            <p:cNvSpPr/>
            <p:nvPr/>
          </p:nvSpPr>
          <p:spPr>
            <a:xfrm>
              <a:off x="3693064" y="1995207"/>
              <a:ext cx="1793600" cy="1793600"/>
            </a:xfrm>
            <a:custGeom>
              <a:avLst/>
              <a:gdLst>
                <a:gd name="rtl" fmla="*/ 269040 w 1793600"/>
                <a:gd name="rtt" fmla="*/ 197296 h 1793600"/>
                <a:gd name="rtr" fmla="*/ 1524560 w 1793600"/>
                <a:gd name="rtb" fmla="*/ 986480 h 1793600"/>
              </a:gdLst>
              <a:ahLst/>
              <a:cxnLst/>
              <a:rect l="rtl" t="rtt" r="rtr" b="rtb"/>
              <a:pathLst>
                <a:path w="1793600" h="1793600">
                  <a:moveTo>
                    <a:pt x="0" y="896800"/>
                  </a:moveTo>
                  <a:cubicBezTo>
                    <a:pt x="0" y="401512"/>
                    <a:pt x="401512" y="0"/>
                    <a:pt x="896800" y="0"/>
                  </a:cubicBezTo>
                  <a:cubicBezTo>
                    <a:pt x="1392092" y="0"/>
                    <a:pt x="1793600" y="401512"/>
                    <a:pt x="1793600" y="896800"/>
                  </a:cubicBezTo>
                  <a:cubicBezTo>
                    <a:pt x="1793600" y="1392092"/>
                    <a:pt x="1392092" y="1793600"/>
                    <a:pt x="896800" y="1793600"/>
                  </a:cubicBezTo>
                  <a:cubicBezTo>
                    <a:pt x="401512" y="1793600"/>
                    <a:pt x="0" y="1392092"/>
                    <a:pt x="0" y="896800"/>
                  </a:cubicBezTo>
                  <a:close/>
                </a:path>
              </a:pathLst>
            </a:custGeom>
            <a:gradFill>
              <a:gsLst>
                <a:gs pos="100000">
                  <a:srgbClr val="6FE96F">
                    <a:alpha val="70000"/>
                  </a:srgbClr>
                </a:gs>
                <a:gs pos="70605">
                  <a:srgbClr val="6FE96F">
                    <a:alpha val="70000"/>
                  </a:srgbClr>
                </a:gs>
                <a:gs pos="62132">
                  <a:srgbClr val="9BF09B">
                    <a:alpha val="70000"/>
                  </a:srgbClr>
                </a:gs>
                <a:gs pos="0">
                  <a:srgbClr val="A6F1A6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  <a:ln w="7600" cap="flat">
              <a:solidFill>
                <a:srgbClr val="90EE90"/>
              </a:solidFill>
              <a:bevel/>
            </a:ln>
          </p:spPr>
          <p:txBody>
            <a:bodyPr wrap="square" lIns="36000" tIns="18000" rIns="36000" bIns="18000" rtlCol="0" anchor="ctr"/>
            <a:lstStyle/>
            <a:p>
              <a:pPr algn="ctr"/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endParaRPr lang="en-US" altLang="zh-CN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图片管理</a:t>
              </a:r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（图片新增、微信平台同步）</a:t>
              </a:r>
              <a:endParaRPr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31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消息管理</a:t>
            </a:r>
            <a:endParaRPr lang="zh-CN" altLang="en-US" dirty="0">
              <a:latin typeface="+mj-ea"/>
            </a:endParaRPr>
          </a:p>
        </p:txBody>
      </p:sp>
      <p:grpSp>
        <p:nvGrpSpPr>
          <p:cNvPr id="4" name="流程"/>
          <p:cNvGrpSpPr/>
          <p:nvPr/>
        </p:nvGrpSpPr>
        <p:grpSpPr>
          <a:xfrm>
            <a:off x="423449" y="2636148"/>
            <a:ext cx="2601192" cy="1800963"/>
            <a:chOff x="2094400" y="3163000"/>
            <a:chExt cx="1550400" cy="843600"/>
          </a:xfrm>
        </p:grpSpPr>
        <p:grpSp>
          <p:nvGrpSpPr>
            <p:cNvPr id="5" name="组合 4"/>
            <p:cNvGrpSpPr/>
            <p:nvPr/>
          </p:nvGrpSpPr>
          <p:grpSpPr>
            <a:xfrm>
              <a:off x="2094400" y="3163000"/>
              <a:ext cx="1550400" cy="843600"/>
              <a:chOff x="2094400" y="3163000"/>
              <a:chExt cx="1550400" cy="843600"/>
            </a:xfrm>
          </p:grpSpPr>
          <p:sp>
            <p:nvSpPr>
              <p:cNvPr id="11" name="任意多边形 10"/>
              <p:cNvSpPr/>
              <p:nvPr/>
            </p:nvSpPr>
            <p:spPr>
              <a:xfrm>
                <a:off x="2094400" y="3163000"/>
                <a:ext cx="1550400" cy="843600"/>
              </a:xfrm>
              <a:custGeom>
                <a:avLst/>
                <a:gdLst>
                  <a:gd name="rtl" fmla="*/ 30400 w 1550400"/>
                  <a:gd name="rtt" fmla="*/ 30400 h 843600"/>
                  <a:gd name="rtr" fmla="*/ 1520000 w 1550400"/>
                  <a:gd name="rtb" fmla="*/ 813200 h 843600"/>
                </a:gdLst>
                <a:ahLst/>
                <a:cxnLst/>
                <a:rect l="rtl" t="rtt" r="rtr" b="rtb"/>
                <a:pathLst>
                  <a:path w="1550400" h="843600">
                    <a:moveTo>
                      <a:pt x="91200" y="0"/>
                    </a:moveTo>
                    <a:lnTo>
                      <a:pt x="1459200" y="0"/>
                    </a:lnTo>
                    <a:cubicBezTo>
                      <a:pt x="1509573" y="0"/>
                      <a:pt x="1550400" y="40830"/>
                      <a:pt x="1550400" y="91200"/>
                    </a:cubicBezTo>
                    <a:lnTo>
                      <a:pt x="1550400" y="752400"/>
                    </a:lnTo>
                    <a:cubicBezTo>
                      <a:pt x="1550400" y="802773"/>
                      <a:pt x="1509573" y="843600"/>
                      <a:pt x="1459200" y="843600"/>
                    </a:cubicBezTo>
                    <a:lnTo>
                      <a:pt x="91200" y="843600"/>
                    </a:lnTo>
                    <a:cubicBezTo>
                      <a:pt x="40830" y="843600"/>
                      <a:pt x="0" y="802773"/>
                      <a:pt x="0" y="752400"/>
                    </a:cubicBezTo>
                    <a:lnTo>
                      <a:pt x="0" y="91200"/>
                    </a:lnTo>
                    <a:cubicBezTo>
                      <a:pt x="0" y="40830"/>
                      <a:pt x="40830" y="0"/>
                      <a:pt x="91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933"/>
                  </a:gs>
                  <a:gs pos="100000">
                    <a:srgbClr val="CC6600"/>
                  </a:gs>
                </a:gsLst>
                <a:lin ang="5400000" scaled="0"/>
              </a:gradFill>
              <a:ln w="7600" cap="flat">
                <a:solidFill>
                  <a:srgbClr val="CC6600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20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关键词管理</a:t>
                </a:r>
                <a:endParaRPr sz="20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>
                <a:off x="3489760" y="2851400"/>
                <a:ext cx="462080" cy="231040"/>
              </a:xfrm>
              <a:custGeom>
                <a:avLst/>
                <a:gdLst/>
                <a:ahLst/>
                <a:cxnLst/>
                <a:rect l="0" t="0" r="0" b="0"/>
                <a:pathLst>
                  <a:path w="462080" h="231040">
                    <a:moveTo>
                      <a:pt x="0" y="231040"/>
                    </a:moveTo>
                    <a:arcTo wR="231040" hR="231040" stAng="10800000" swAng="10800000"/>
                    <a:lnTo>
                      <a:pt x="508288" y="231040"/>
                    </a:lnTo>
                    <a:lnTo>
                      <a:pt x="434355" y="288800"/>
                    </a:lnTo>
                    <a:lnTo>
                      <a:pt x="369664" y="231040"/>
                    </a:lnTo>
                    <a:arcTo wR="184832" hR="184832" stAng="0" swAng="-10800000"/>
                    <a:lnTo>
                      <a:pt x="0" y="231040"/>
                    </a:lnTo>
                    <a:close/>
                  </a:path>
                </a:pathLst>
              </a:custGeom>
              <a:gradFill>
                <a:gsLst>
                  <a:gs pos="0">
                    <a:srgbClr val="FF9933"/>
                  </a:gs>
                  <a:gs pos="100000">
                    <a:srgbClr val="CC6600"/>
                  </a:gs>
                </a:gsLst>
                <a:lin ang="5400000" scaled="0"/>
              </a:gradFill>
              <a:ln w="7600" cap="flat">
                <a:solidFill>
                  <a:srgbClr val="CC6600"/>
                </a:solidFill>
                <a:bevel/>
              </a:ln>
            </p:spPr>
          </p:sp>
        </p:grpSp>
        <p:grpSp>
          <p:nvGrpSpPr>
            <p:cNvPr id="6" name="组合 5"/>
            <p:cNvGrpSpPr/>
            <p:nvPr/>
          </p:nvGrpSpPr>
          <p:grpSpPr>
            <a:xfrm>
              <a:off x="3796800" y="3163000"/>
              <a:ext cx="1550400" cy="843600"/>
              <a:chOff x="3796800" y="3163000"/>
              <a:chExt cx="1550400" cy="843600"/>
            </a:xfrm>
          </p:grpSpPr>
          <p:sp>
            <p:nvSpPr>
              <p:cNvPr id="9" name="任意多边形 8"/>
              <p:cNvSpPr/>
              <p:nvPr/>
            </p:nvSpPr>
            <p:spPr>
              <a:xfrm>
                <a:off x="3796800" y="3163000"/>
                <a:ext cx="1550400" cy="843600"/>
              </a:xfrm>
              <a:custGeom>
                <a:avLst/>
                <a:gdLst>
                  <a:gd name="rtl" fmla="*/ 30400 w 1550400"/>
                  <a:gd name="rtt" fmla="*/ 30400 h 843600"/>
                  <a:gd name="rtr" fmla="*/ 1520000 w 1550400"/>
                  <a:gd name="rtb" fmla="*/ 813200 h 843600"/>
                </a:gdLst>
                <a:ahLst/>
                <a:cxnLst/>
                <a:rect l="rtl" t="rtt" r="rtr" b="rtb"/>
                <a:pathLst>
                  <a:path w="1550400" h="843600">
                    <a:moveTo>
                      <a:pt x="91200" y="0"/>
                    </a:moveTo>
                    <a:lnTo>
                      <a:pt x="1459200" y="0"/>
                    </a:lnTo>
                    <a:cubicBezTo>
                      <a:pt x="1509573" y="0"/>
                      <a:pt x="1550400" y="40830"/>
                      <a:pt x="1550400" y="91200"/>
                    </a:cubicBezTo>
                    <a:lnTo>
                      <a:pt x="1550400" y="752400"/>
                    </a:lnTo>
                    <a:cubicBezTo>
                      <a:pt x="1550400" y="802773"/>
                      <a:pt x="1509573" y="843600"/>
                      <a:pt x="1459200" y="843600"/>
                    </a:cubicBezTo>
                    <a:lnTo>
                      <a:pt x="91200" y="843600"/>
                    </a:lnTo>
                    <a:cubicBezTo>
                      <a:pt x="40830" y="843600"/>
                      <a:pt x="0" y="802773"/>
                      <a:pt x="0" y="752400"/>
                    </a:cubicBezTo>
                    <a:lnTo>
                      <a:pt x="0" y="91200"/>
                    </a:lnTo>
                    <a:cubicBezTo>
                      <a:pt x="0" y="40830"/>
                      <a:pt x="40830" y="0"/>
                      <a:pt x="91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ED75B"/>
                  </a:gs>
                  <a:gs pos="100000">
                    <a:srgbClr val="7BA428"/>
                  </a:gs>
                </a:gsLst>
                <a:lin ang="5400000" scaled="0"/>
              </a:gradFill>
              <a:ln w="7600" cap="flat">
                <a:solidFill>
                  <a:srgbClr val="7BA428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20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渠道二维码</a:t>
                </a:r>
                <a:endParaRPr sz="20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5192160" y="2851400"/>
                <a:ext cx="462080" cy="231040"/>
              </a:xfrm>
              <a:custGeom>
                <a:avLst/>
                <a:gdLst/>
                <a:ahLst/>
                <a:cxnLst/>
                <a:rect l="0" t="0" r="0" b="0"/>
                <a:pathLst>
                  <a:path w="462080" h="231040">
                    <a:moveTo>
                      <a:pt x="0" y="231040"/>
                    </a:moveTo>
                    <a:arcTo wR="231040" hR="231040" stAng="10800000" swAng="10800000"/>
                    <a:lnTo>
                      <a:pt x="508288" y="231040"/>
                    </a:lnTo>
                    <a:lnTo>
                      <a:pt x="434355" y="288800"/>
                    </a:lnTo>
                    <a:lnTo>
                      <a:pt x="369664" y="231040"/>
                    </a:lnTo>
                    <a:arcTo wR="184832" hR="184832" stAng="0" swAng="-10800000"/>
                    <a:lnTo>
                      <a:pt x="0" y="231040"/>
                    </a:lnTo>
                    <a:close/>
                  </a:path>
                </a:pathLst>
              </a:custGeom>
              <a:gradFill>
                <a:gsLst>
                  <a:gs pos="0">
                    <a:srgbClr val="AED75B"/>
                  </a:gs>
                  <a:gs pos="100000">
                    <a:srgbClr val="7BA428"/>
                  </a:gs>
                </a:gsLst>
                <a:lin ang="5400000" scaled="0"/>
              </a:gradFill>
              <a:ln w="7600" cap="flat">
                <a:solidFill>
                  <a:srgbClr val="7BA428"/>
                </a:solidFill>
                <a:bevel/>
              </a:ln>
            </p:spPr>
          </p:sp>
        </p:grpSp>
        <p:grpSp>
          <p:nvGrpSpPr>
            <p:cNvPr id="7" name="组合 6"/>
            <p:cNvGrpSpPr/>
            <p:nvPr/>
          </p:nvGrpSpPr>
          <p:grpSpPr>
            <a:xfrm>
              <a:off x="5499200" y="3163000"/>
              <a:ext cx="1550400" cy="843600"/>
              <a:chOff x="5499200" y="3163000"/>
              <a:chExt cx="1550400" cy="843600"/>
            </a:xfrm>
          </p:grpSpPr>
          <p:sp>
            <p:nvSpPr>
              <p:cNvPr id="8" name="任意多边形 7"/>
              <p:cNvSpPr/>
              <p:nvPr/>
            </p:nvSpPr>
            <p:spPr>
              <a:xfrm>
                <a:off x="5499200" y="3163000"/>
                <a:ext cx="1550400" cy="843600"/>
              </a:xfrm>
              <a:custGeom>
                <a:avLst/>
                <a:gdLst>
                  <a:gd name="rtl" fmla="*/ 30400 w 1550400"/>
                  <a:gd name="rtt" fmla="*/ 30400 h 843600"/>
                  <a:gd name="rtr" fmla="*/ 1520000 w 1550400"/>
                  <a:gd name="rtb" fmla="*/ 813200 h 843600"/>
                </a:gdLst>
                <a:ahLst/>
                <a:cxnLst/>
                <a:rect l="rtl" t="rtt" r="rtr" b="rtb"/>
                <a:pathLst>
                  <a:path w="1550400" h="843600">
                    <a:moveTo>
                      <a:pt x="91200" y="0"/>
                    </a:moveTo>
                    <a:lnTo>
                      <a:pt x="1459200" y="0"/>
                    </a:lnTo>
                    <a:cubicBezTo>
                      <a:pt x="1509573" y="0"/>
                      <a:pt x="1550400" y="40830"/>
                      <a:pt x="1550400" y="91200"/>
                    </a:cubicBezTo>
                    <a:lnTo>
                      <a:pt x="1550400" y="752400"/>
                    </a:lnTo>
                    <a:cubicBezTo>
                      <a:pt x="1550400" y="802773"/>
                      <a:pt x="1509573" y="843600"/>
                      <a:pt x="1459200" y="843600"/>
                    </a:cubicBezTo>
                    <a:lnTo>
                      <a:pt x="91200" y="843600"/>
                    </a:lnTo>
                    <a:cubicBezTo>
                      <a:pt x="40830" y="843600"/>
                      <a:pt x="0" y="802773"/>
                      <a:pt x="0" y="752400"/>
                    </a:cubicBezTo>
                    <a:lnTo>
                      <a:pt x="0" y="91200"/>
                    </a:lnTo>
                    <a:cubicBezTo>
                      <a:pt x="0" y="40830"/>
                      <a:pt x="40830" y="0"/>
                      <a:pt x="912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6FBDD1"/>
                  </a:gs>
                  <a:gs pos="100000">
                    <a:srgbClr val="358EA6"/>
                  </a:gs>
                </a:gsLst>
                <a:lin ang="5400000" scaled="0"/>
              </a:gradFill>
              <a:ln w="7600" cap="flat">
                <a:solidFill>
                  <a:srgbClr val="358EA6"/>
                </a:solidFill>
                <a:bevel/>
              </a:ln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lang="zh-CN" altLang="en-US" sz="2000" dirty="0" smtClean="0">
                    <a:solidFill>
                      <a:srgbClr val="FFFFFF"/>
                    </a:solidFill>
                    <a:latin typeface="+mj-ea"/>
                    <a:ea typeface="+mj-ea"/>
                  </a:rPr>
                  <a:t>自定义菜单</a:t>
                </a:r>
                <a:endParaRPr sz="20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31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内容管理</a:t>
            </a:r>
            <a:endParaRPr lang="zh-CN" altLang="en-US" dirty="0">
              <a:latin typeface="+mj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31640" y="2401581"/>
            <a:ext cx="2664296" cy="2179548"/>
            <a:chOff x="2161661" y="3696900"/>
            <a:chExt cx="1656800" cy="1375600"/>
          </a:xfrm>
        </p:grpSpPr>
        <p:sp>
          <p:nvSpPr>
            <p:cNvPr id="16" name="任意多边形 15"/>
            <p:cNvSpPr/>
            <p:nvPr/>
          </p:nvSpPr>
          <p:spPr>
            <a:xfrm>
              <a:off x="2161661" y="3696900"/>
              <a:ext cx="1656800" cy="1375600"/>
            </a:xfrm>
            <a:custGeom>
              <a:avLst/>
              <a:gdLst/>
              <a:ahLst/>
              <a:cxnLst/>
              <a:rect l="0" t="0" r="0" b="0"/>
              <a:pathLst>
                <a:path w="1656800" h="1375600">
                  <a:moveTo>
                    <a:pt x="0" y="687800"/>
                  </a:moveTo>
                  <a:cubicBezTo>
                    <a:pt x="0" y="307939"/>
                    <a:pt x="307073" y="0"/>
                    <a:pt x="685869" y="0"/>
                  </a:cubicBezTo>
                  <a:cubicBezTo>
                    <a:pt x="1031244" y="0"/>
                    <a:pt x="1316989" y="255994"/>
                    <a:pt x="1364732" y="589091"/>
                  </a:cubicBezTo>
                  <a:cubicBezTo>
                    <a:pt x="1435412" y="589543"/>
                    <a:pt x="1442997" y="589874"/>
                    <a:pt x="1442997" y="589874"/>
                  </a:cubicBezTo>
                  <a:lnTo>
                    <a:pt x="1442214" y="474556"/>
                  </a:lnTo>
                  <a:lnTo>
                    <a:pt x="1656800" y="689349"/>
                  </a:lnTo>
                  <a:lnTo>
                    <a:pt x="1442214" y="904142"/>
                  </a:lnTo>
                  <a:lnTo>
                    <a:pt x="1442997" y="786592"/>
                  </a:lnTo>
                  <a:cubicBezTo>
                    <a:pt x="1442997" y="786592"/>
                    <a:pt x="1437890" y="785437"/>
                    <a:pt x="1364732" y="786509"/>
                  </a:cubicBezTo>
                  <a:cubicBezTo>
                    <a:pt x="1316989" y="1119602"/>
                    <a:pt x="1031244" y="1375600"/>
                    <a:pt x="685869" y="1375600"/>
                  </a:cubicBezTo>
                  <a:cubicBezTo>
                    <a:pt x="307073" y="1375600"/>
                    <a:pt x="0" y="1067663"/>
                    <a:pt x="0" y="687800"/>
                  </a:cubicBezTo>
                  <a:close/>
                </a:path>
              </a:pathLst>
            </a:custGeom>
            <a:gradFill>
              <a:gsLst>
                <a:gs pos="0">
                  <a:srgbClr val="99DFF8"/>
                </a:gs>
                <a:gs pos="45000">
                  <a:srgbClr val="8CDBF8"/>
                </a:gs>
                <a:gs pos="100000">
                  <a:srgbClr val="00AEEE"/>
                </a:gs>
              </a:gsLst>
              <a:lin ang="0" scaled="0"/>
            </a:gradFill>
            <a:ln w="11400" cap="flat">
              <a:gradFill>
                <a:gsLst>
                  <a:gs pos="0">
                    <a:srgbClr val="26B9F1"/>
                  </a:gs>
                  <a:gs pos="45000">
                    <a:srgbClr val="0DB3EE"/>
                  </a:gs>
                  <a:gs pos="100000">
                    <a:srgbClr val="0082B2"/>
                  </a:gs>
                </a:gsLst>
                <a:lin ang="0" scaled="0"/>
              </a:gradFill>
              <a:bevel/>
            </a:ln>
          </p:spPr>
        </p:sp>
        <p:sp>
          <p:nvSpPr>
            <p:cNvPr id="17" name="任意多边形 16"/>
            <p:cNvSpPr/>
            <p:nvPr/>
          </p:nvSpPr>
          <p:spPr>
            <a:xfrm>
              <a:off x="2244890" y="3777180"/>
              <a:ext cx="1211630" cy="1215042"/>
            </a:xfrm>
            <a:custGeom>
              <a:avLst/>
              <a:gdLst/>
              <a:ahLst/>
              <a:cxnLst/>
              <a:rect l="0" t="0" r="0" b="0"/>
              <a:pathLst>
                <a:path w="1211630" h="1215042">
                  <a:moveTo>
                    <a:pt x="0" y="607520"/>
                  </a:moveTo>
                  <a:cubicBezTo>
                    <a:pt x="0" y="271996"/>
                    <a:pt x="271233" y="0"/>
                    <a:pt x="605817" y="0"/>
                  </a:cubicBezTo>
                  <a:cubicBezTo>
                    <a:pt x="940401" y="0"/>
                    <a:pt x="1211630" y="271996"/>
                    <a:pt x="1211630" y="607520"/>
                  </a:cubicBezTo>
                  <a:cubicBezTo>
                    <a:pt x="1211630" y="943046"/>
                    <a:pt x="940401" y="1215042"/>
                    <a:pt x="605817" y="1215042"/>
                  </a:cubicBezTo>
                  <a:cubicBezTo>
                    <a:pt x="271233" y="1215042"/>
                    <a:pt x="0" y="943046"/>
                    <a:pt x="0" y="607520"/>
                  </a:cubicBezTo>
                  <a:close/>
                </a:path>
              </a:pathLst>
            </a:custGeom>
            <a:solidFill>
              <a:srgbClr val="FFFFFF"/>
            </a:solidFill>
            <a:ln w="11400" cap="flat">
              <a:gradFill>
                <a:gsLst>
                  <a:gs pos="0">
                    <a:srgbClr val="26B9F1"/>
                  </a:gs>
                  <a:gs pos="100000">
                    <a:srgbClr val="00AEEE"/>
                  </a:gs>
                </a:gsLst>
                <a:lin ang="0" scaled="0"/>
              </a:gradFill>
              <a:bevel/>
            </a:ln>
          </p:spPr>
        </p:sp>
        <p:sp>
          <p:nvSpPr>
            <p:cNvPr id="18" name="Text 215"/>
            <p:cNvSpPr txBox="1"/>
            <p:nvPr/>
          </p:nvSpPr>
          <p:spPr>
            <a:xfrm>
              <a:off x="2244890" y="3777180"/>
              <a:ext cx="1211630" cy="1215042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栏目管理</a:t>
              </a:r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（新闻、公告）</a:t>
              </a:r>
              <a:endParaRPr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92080" y="2401581"/>
            <a:ext cx="2664296" cy="2179548"/>
            <a:chOff x="3932461" y="3696900"/>
            <a:chExt cx="1656800" cy="1375600"/>
          </a:xfrm>
        </p:grpSpPr>
        <p:sp>
          <p:nvSpPr>
            <p:cNvPr id="13" name="任意多边形 12"/>
            <p:cNvSpPr/>
            <p:nvPr/>
          </p:nvSpPr>
          <p:spPr>
            <a:xfrm>
              <a:off x="3932461" y="3696900"/>
              <a:ext cx="1656800" cy="1375600"/>
            </a:xfrm>
            <a:custGeom>
              <a:avLst/>
              <a:gdLst/>
              <a:ahLst/>
              <a:cxnLst/>
              <a:rect l="0" t="0" r="0" b="0"/>
              <a:pathLst>
                <a:path w="1656800" h="1375600">
                  <a:moveTo>
                    <a:pt x="0" y="687800"/>
                  </a:moveTo>
                  <a:cubicBezTo>
                    <a:pt x="0" y="307939"/>
                    <a:pt x="307073" y="0"/>
                    <a:pt x="685869" y="0"/>
                  </a:cubicBezTo>
                  <a:cubicBezTo>
                    <a:pt x="1031244" y="0"/>
                    <a:pt x="1316989" y="255994"/>
                    <a:pt x="1364732" y="589091"/>
                  </a:cubicBezTo>
                  <a:cubicBezTo>
                    <a:pt x="1435412" y="589543"/>
                    <a:pt x="1442997" y="589874"/>
                    <a:pt x="1442997" y="589874"/>
                  </a:cubicBezTo>
                  <a:lnTo>
                    <a:pt x="1442214" y="474556"/>
                  </a:lnTo>
                  <a:lnTo>
                    <a:pt x="1656800" y="689349"/>
                  </a:lnTo>
                  <a:lnTo>
                    <a:pt x="1442214" y="904142"/>
                  </a:lnTo>
                  <a:lnTo>
                    <a:pt x="1442997" y="786592"/>
                  </a:lnTo>
                  <a:cubicBezTo>
                    <a:pt x="1442997" y="786592"/>
                    <a:pt x="1437890" y="785437"/>
                    <a:pt x="1364732" y="786509"/>
                  </a:cubicBezTo>
                  <a:cubicBezTo>
                    <a:pt x="1316989" y="1119602"/>
                    <a:pt x="1031244" y="1375600"/>
                    <a:pt x="685869" y="1375600"/>
                  </a:cubicBezTo>
                  <a:cubicBezTo>
                    <a:pt x="307073" y="1375600"/>
                    <a:pt x="0" y="1067663"/>
                    <a:pt x="0" y="687800"/>
                  </a:cubicBezTo>
                  <a:close/>
                </a:path>
              </a:pathLst>
            </a:custGeom>
            <a:gradFill>
              <a:gsLst>
                <a:gs pos="0">
                  <a:srgbClr val="FFC3E1"/>
                </a:gs>
                <a:gs pos="45000">
                  <a:srgbClr val="FFBCDD"/>
                </a:gs>
                <a:gs pos="100000">
                  <a:srgbClr val="FF69B4"/>
                </a:gs>
              </a:gsLst>
              <a:lin ang="0" scaled="0"/>
            </a:gradFill>
            <a:ln w="11400" cap="flat">
              <a:gradFill>
                <a:gsLst>
                  <a:gs pos="0">
                    <a:srgbClr val="FF7FBF"/>
                  </a:gs>
                  <a:gs pos="45000">
                    <a:srgbClr val="FF70B8"/>
                  </a:gs>
                  <a:gs pos="100000">
                    <a:srgbClr val="FF0F87"/>
                  </a:gs>
                </a:gsLst>
                <a:lin ang="0" scaled="0"/>
              </a:gradFill>
              <a:bevel/>
            </a:ln>
          </p:spPr>
        </p:sp>
        <p:sp>
          <p:nvSpPr>
            <p:cNvPr id="14" name="任意多边形 13"/>
            <p:cNvSpPr/>
            <p:nvPr/>
          </p:nvSpPr>
          <p:spPr>
            <a:xfrm>
              <a:off x="4015690" y="3777180"/>
              <a:ext cx="1211630" cy="1215042"/>
            </a:xfrm>
            <a:custGeom>
              <a:avLst/>
              <a:gdLst/>
              <a:ahLst/>
              <a:cxnLst/>
              <a:rect l="0" t="0" r="0" b="0"/>
              <a:pathLst>
                <a:path w="1211630" h="1215042">
                  <a:moveTo>
                    <a:pt x="0" y="607520"/>
                  </a:moveTo>
                  <a:cubicBezTo>
                    <a:pt x="0" y="271996"/>
                    <a:pt x="271233" y="0"/>
                    <a:pt x="605817" y="0"/>
                  </a:cubicBezTo>
                  <a:cubicBezTo>
                    <a:pt x="940401" y="0"/>
                    <a:pt x="1211630" y="271996"/>
                    <a:pt x="1211630" y="607520"/>
                  </a:cubicBezTo>
                  <a:cubicBezTo>
                    <a:pt x="1211630" y="943046"/>
                    <a:pt x="940401" y="1215042"/>
                    <a:pt x="605817" y="1215042"/>
                  </a:cubicBezTo>
                  <a:cubicBezTo>
                    <a:pt x="271233" y="1215042"/>
                    <a:pt x="0" y="943046"/>
                    <a:pt x="0" y="607520"/>
                  </a:cubicBezTo>
                  <a:close/>
                </a:path>
              </a:pathLst>
            </a:custGeom>
            <a:solidFill>
              <a:srgbClr val="FFFFFF"/>
            </a:solidFill>
            <a:ln w="11400" cap="flat">
              <a:gradFill>
                <a:gsLst>
                  <a:gs pos="0">
                    <a:srgbClr val="FF7FBF"/>
                  </a:gs>
                  <a:gs pos="100000">
                    <a:srgbClr val="FF69B4"/>
                  </a:gs>
                </a:gsLst>
                <a:lin ang="0" scaled="0"/>
              </a:gradFill>
              <a:bevel/>
            </a:ln>
          </p:spPr>
        </p:sp>
        <p:sp>
          <p:nvSpPr>
            <p:cNvPr id="15" name="Text 216"/>
            <p:cNvSpPr txBox="1"/>
            <p:nvPr/>
          </p:nvSpPr>
          <p:spPr>
            <a:xfrm>
              <a:off x="4015690" y="3777180"/>
              <a:ext cx="1211630" cy="1215042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列表项管理</a:t>
              </a:r>
              <a:endParaRPr lang="en-US" altLang="zh-CN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zh-CN" altLang="en-US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（详情页）</a:t>
              </a:r>
              <a:endParaRPr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0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占位符 7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2055813" y="2090739"/>
            <a:ext cx="1471612" cy="147161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charset="0"/>
              <a:buNone/>
            </a:pPr>
            <a:r>
              <a:rPr lang="en-US" altLang="zh-CN" sz="7200" i="1" dirty="0" smtClean="0">
                <a:solidFill>
                  <a:schemeClr val="accent1"/>
                </a:solidFill>
                <a:latin typeface="Baskerville Old Face" pitchFamily="18" charset="0"/>
              </a:rPr>
              <a:t>03</a:t>
            </a:r>
            <a:endParaRPr lang="zh-CN" altLang="en-US" sz="7200" i="1" dirty="0">
              <a:solidFill>
                <a:schemeClr val="accent1"/>
              </a:solidFill>
              <a:latin typeface="Baskerville Old Face" pitchFamily="18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3670302" y="3040063"/>
            <a:ext cx="394652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22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698627" y="1901825"/>
            <a:ext cx="765175" cy="766763"/>
          </a:xfrm>
          <a:prstGeom prst="ellipse">
            <a:avLst/>
          </a:prstGeom>
          <a:solidFill>
            <a:schemeClr val="accent1">
              <a:lumMod val="60000"/>
              <a:lumOff val="40000"/>
              <a:alpha val="86000"/>
            </a:schemeClr>
          </a:solidFill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zh-CN" sz="1800" dirty="0" smtClean="0">
                <a:solidFill>
                  <a:schemeClr val="accent1">
                    <a:lumMod val="50000"/>
                  </a:schemeClr>
                </a:solidFill>
              </a:rPr>
              <a:t>Part</a:t>
            </a:r>
            <a:endParaRPr lang="zh-CN" alt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1898650" y="3048002"/>
            <a:ext cx="1765300" cy="677863"/>
          </a:xfrm>
          <a:custGeom>
            <a:avLst/>
            <a:gdLst>
              <a:gd name="connsiteX0" fmla="*/ 0 w 1807014"/>
              <a:gd name="connsiteY0" fmla="*/ 0 h 693278"/>
              <a:gd name="connsiteX1" fmla="*/ 1807014 w 1807014"/>
              <a:gd name="connsiteY1" fmla="*/ 0 h 693278"/>
              <a:gd name="connsiteX2" fmla="*/ 1770122 w 1807014"/>
              <a:gd name="connsiteY2" fmla="*/ 118847 h 693278"/>
              <a:gd name="connsiteX3" fmla="*/ 903507 w 1807014"/>
              <a:gd name="connsiteY3" fmla="*/ 693278 h 693278"/>
              <a:gd name="connsiteX4" fmla="*/ 36892 w 1807014"/>
              <a:gd name="connsiteY4" fmla="*/ 118847 h 693278"/>
              <a:gd name="connsiteX0" fmla="*/ 1807014 w 1898454"/>
              <a:gd name="connsiteY0" fmla="*/ 0 h 693278"/>
              <a:gd name="connsiteX1" fmla="*/ 1770122 w 1898454"/>
              <a:gd name="connsiteY1" fmla="*/ 118847 h 693278"/>
              <a:gd name="connsiteX2" fmla="*/ 903507 w 1898454"/>
              <a:gd name="connsiteY2" fmla="*/ 693278 h 693278"/>
              <a:gd name="connsiteX3" fmla="*/ 36892 w 1898454"/>
              <a:gd name="connsiteY3" fmla="*/ 118847 h 693278"/>
              <a:gd name="connsiteX4" fmla="*/ 0 w 1898454"/>
              <a:gd name="connsiteY4" fmla="*/ 0 h 693278"/>
              <a:gd name="connsiteX5" fmla="*/ 1898454 w 1898454"/>
              <a:gd name="connsiteY5" fmla="*/ 91440 h 693278"/>
              <a:gd name="connsiteX0" fmla="*/ 1807014 w 1807014"/>
              <a:gd name="connsiteY0" fmla="*/ 0 h 693278"/>
              <a:gd name="connsiteX1" fmla="*/ 1770122 w 1807014"/>
              <a:gd name="connsiteY1" fmla="*/ 118847 h 693278"/>
              <a:gd name="connsiteX2" fmla="*/ 903507 w 1807014"/>
              <a:gd name="connsiteY2" fmla="*/ 693278 h 693278"/>
              <a:gd name="connsiteX3" fmla="*/ 36892 w 1807014"/>
              <a:gd name="connsiteY3" fmla="*/ 118847 h 693278"/>
              <a:gd name="connsiteX4" fmla="*/ 0 w 1807014"/>
              <a:gd name="connsiteY4" fmla="*/ 0 h 693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7014" h="693278">
                <a:moveTo>
                  <a:pt x="1807014" y="0"/>
                </a:moveTo>
                <a:lnTo>
                  <a:pt x="1770122" y="118847"/>
                </a:lnTo>
                <a:cubicBezTo>
                  <a:pt x="1627342" y="456416"/>
                  <a:pt x="1293086" y="693278"/>
                  <a:pt x="903507" y="693278"/>
                </a:cubicBezTo>
                <a:cubicBezTo>
                  <a:pt x="513929" y="693278"/>
                  <a:pt x="179672" y="456416"/>
                  <a:pt x="36892" y="11884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>
            <p:custDataLst>
              <p:tags r:id="rId6"/>
            </p:custDataLst>
          </p:nvPr>
        </p:nvCxnSpPr>
        <p:spPr>
          <a:xfrm>
            <a:off x="7940" y="3049588"/>
            <a:ext cx="190023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5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748090" y="2297114"/>
            <a:ext cx="3868737" cy="7508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chemeClr val="accent1"/>
                </a:solidFill>
              </a:rPr>
              <a:t>酒店行业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占位符 6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748090" y="3074989"/>
            <a:ext cx="3868737" cy="4238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3B40D"/>
              </a:buClr>
              <a:buSzPct val="80000"/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微软雅黑" panose="020B0503020204020204" pitchFamily="34" charset="-122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200"/>
              </a:spcBef>
              <a:spcAft>
                <a:spcPts val="800"/>
              </a:spcAft>
              <a:buFont typeface="幼圆" panose="02010509060101010101" pitchFamily="49" charset="-122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Rising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56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微官网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76056" y="1484785"/>
            <a:ext cx="3621326" cy="468052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多套模版供用户选择；</a:t>
            </a:r>
            <a:endParaRPr lang="en-US" altLang="zh-CN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每个模版都多彩皮肤，适配酒店风格</a:t>
            </a:r>
            <a:endParaRPr lang="en-US" altLang="zh-CN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酒店菜单项文字、图标自由替换，跳转事件自定义</a:t>
            </a:r>
            <a:endParaRPr lang="en-US" altLang="zh-CN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强大丰富的背景音乐库，同时支持本地上传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3" y="1268760"/>
            <a:ext cx="2889321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酒店预约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55975" y="1125537"/>
            <a:ext cx="4342847" cy="4895851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altLang="zh-CN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酒店预约风格同步微官网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打通支付环节，支持网上缴费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酒店预约关联会员积分，为顾客提供更优服务品质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zh-CN" altLang="en-US" dirty="0"/>
          </a:p>
          <a:p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2050" name="Picture 2" descr="D:\冉思\酒店平台\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60"/>
            <a:ext cx="2550225" cy="45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56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会员管理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355975" y="1125537"/>
            <a:ext cx="4342847" cy="4895851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altLang="zh-CN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全方位会员信息记录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针对会员提供私人管家服务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连通积分商城，提高公众号用户粘性和趣味性</a:t>
            </a:r>
            <a:endParaRPr lang="zh-CN" altLang="en-US" dirty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3074" name="Picture 2" descr="D:\冉思\酒店平台\图片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44" y="1104529"/>
            <a:ext cx="2767832" cy="491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6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营销活动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355975" y="1125537"/>
            <a:ext cx="4342847" cy="489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06" indent="-257106" algn="l" rtl="0" eaLnBrk="1" fontAlgn="base" hangingPunct="1">
              <a:spcBef>
                <a:spcPts val="1800"/>
              </a:spcBef>
              <a:spcAft>
                <a:spcPct val="0"/>
              </a:spcAft>
              <a:buChar char="•"/>
              <a:defRPr sz="20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7820" indent="-214255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 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021" indent="-171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9830" indent="-17140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639" indent="-17140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447" indent="-171404" algn="l" defTabSz="6856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56" indent="-171404" algn="l" defTabSz="6856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064" indent="-171404" algn="l" defTabSz="6856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873" indent="-171404" algn="l" defTabSz="6856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丰富多样的吸粉活动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现场活动：集合摇一摇、微信墙、跑马灯等等</a:t>
            </a: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endParaRPr lang="en-US" altLang="zh-CN" dirty="0" smtClean="0">
              <a:latin typeface="+mj-ea"/>
              <a:ea typeface="+mj-ea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 smtClean="0">
                <a:latin typeface="+mj-ea"/>
                <a:ea typeface="+mj-ea"/>
              </a:rPr>
              <a:t>不定期线上活动：大转盘、微投票、红包、有奖竞答等等</a:t>
            </a:r>
            <a:endParaRPr lang="en-US" altLang="zh-CN" dirty="0" smtClean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7" name="Picture 2" descr="http://rs.weiximen.com/resources/images/slyder_adventures_templates/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49226"/>
            <a:ext cx="2832314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2233613" y="2936875"/>
            <a:ext cx="2312987" cy="23114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3"/>
            </p:custDataLst>
          </p:nvPr>
        </p:nvSpPr>
        <p:spPr>
          <a:xfrm>
            <a:off x="5156200" y="3906838"/>
            <a:ext cx="1317625" cy="1317625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824538" y="3624263"/>
            <a:ext cx="887412" cy="8890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555875" y="1268413"/>
            <a:ext cx="4052888" cy="4052887"/>
          </a:xfrm>
          <a:prstGeom prst="ellipse">
            <a:avLst/>
          </a:prstGeom>
          <a:solidFill>
            <a:schemeClr val="accent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4800"/>
          </a:p>
        </p:txBody>
      </p:sp>
      <p:sp>
        <p:nvSpPr>
          <p:cNvPr id="2054" name="矩形 3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87675" y="2290763"/>
            <a:ext cx="313213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r>
              <a:rPr lang="zh-CN" altLang="en-US" sz="6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谢谢大家</a:t>
            </a:r>
            <a:endParaRPr lang="en-US" altLang="zh-CN" sz="6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3009169" y="3966652"/>
            <a:ext cx="3132427" cy="435290"/>
          </a:xfrm>
          <a:prstGeom prst="rect">
            <a:avLst/>
          </a:prstGeom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smtClean="0">
                <a:solidFill>
                  <a:prstClr val="white">
                    <a:alpha val="74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@RISING</a:t>
            </a:r>
            <a:endParaRPr lang="en-US" altLang="zh-CN" sz="1600" dirty="0">
              <a:solidFill>
                <a:prstClr val="white">
                  <a:alpha val="74000"/>
                </a:prst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901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2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Freeform 2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文本框 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35638"/>
  <p:tag name="MH_LIBRARY" val="GRAPHIC"/>
  <p:tag name="MH_ORDER" val="文本框 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2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Freeform 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标题 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Freeform 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标题 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2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Freeform 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Straight Connector 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标题 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40039"/>
  <p:tag name="MH_LIBRARY" val="GRAPHIC"/>
  <p:tag name="MH_ORDER" val="文本占位符 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Oval 2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Oval 2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Oval 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Oval 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矩形 3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5009"/>
  <p:tag name="MH_LIBRARY" val="GRAPHIC"/>
  <p:tag name="MH_ORDER" val="Rectangle 33"/>
</p:tagLst>
</file>

<file path=ppt/theme/theme1.xml><?xml version="1.0" encoding="utf-8"?>
<a:theme xmlns:a="http://schemas.openxmlformats.org/drawingml/2006/main" name="A000120141114A22KWBG">
  <a:themeElements>
    <a:clrScheme name="自定义 1">
      <a:dk1>
        <a:srgbClr val="3D3F41"/>
      </a:dk1>
      <a:lt1>
        <a:srgbClr val="FFFFFF"/>
      </a:lt1>
      <a:dk2>
        <a:srgbClr val="3D3F41"/>
      </a:dk2>
      <a:lt2>
        <a:srgbClr val="FFFFFF"/>
      </a:lt2>
      <a:accent1>
        <a:srgbClr val="04AEDA"/>
      </a:accent1>
      <a:accent2>
        <a:srgbClr val="628EE3"/>
      </a:accent2>
      <a:accent3>
        <a:srgbClr val="2BC3B5"/>
      </a:accent3>
      <a:accent4>
        <a:srgbClr val="92D050"/>
      </a:accent4>
      <a:accent5>
        <a:srgbClr val="CEB9A3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5">
      <a:majorFont>
        <a:latin typeface="Arial Black"/>
        <a:ea typeface="微软雅黑"/>
        <a:cs typeface=""/>
      </a:majorFont>
      <a:minorFont>
        <a:latin typeface="Aria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A1D979"/>
            </a:gs>
            <a:gs pos="100000">
              <a:srgbClr val="6CB734"/>
            </a:gs>
          </a:gsLst>
          <a:lin ang="5400000" scaled="0"/>
        </a:gradFill>
        <a:ln w="7600" cap="flat">
          <a:solidFill>
            <a:srgbClr val="C1D2E8"/>
          </a:solidFill>
          <a:bevel/>
        </a:ln>
      </a:spPr>
      <a:bodyPr wrap="square" lIns="36000" tIns="18000" rIns="36000" bIns="18000" rtlCol="0" anchor="ctr"/>
      <a:lstStyle>
        <a:defPPr algn="ctr">
          <a:defRPr sz="2000" dirty="0" smtClean="0">
            <a:solidFill>
              <a:srgbClr val="FFFFFF"/>
            </a:solidFill>
            <a:latin typeface="+mj-ea"/>
            <a:ea typeface="+mj-ea"/>
          </a:defRPr>
        </a:defPPr>
      </a:lstStyle>
    </a:sp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A000120141114A22PPBG</Template>
  <TotalTime>434</TotalTime>
  <Words>595</Words>
  <Application>Microsoft Office PowerPoint</Application>
  <PresentationFormat>全屏显示(4:3)</PresentationFormat>
  <Paragraphs>127</Paragraphs>
  <Slides>19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A000120141114A22KWBG</vt:lpstr>
      <vt:lpstr>微盟星空平台</vt:lpstr>
      <vt:lpstr>PowerPoint 演示文稿</vt:lpstr>
      <vt:lpstr>PowerPoint 演示文稿</vt:lpstr>
      <vt:lpstr>产品背景</vt:lpstr>
      <vt:lpstr>网络结构图</vt:lpstr>
      <vt:lpstr>系统组成</vt:lpstr>
      <vt:lpstr>系统优势</vt:lpstr>
      <vt:lpstr>系统功能</vt:lpstr>
      <vt:lpstr>PowerPoint 演示文稿</vt:lpstr>
      <vt:lpstr>粉丝管理</vt:lpstr>
      <vt:lpstr>素材管理</vt:lpstr>
      <vt:lpstr>消息管理</vt:lpstr>
      <vt:lpstr>内容管理</vt:lpstr>
      <vt:lpstr>PowerPoint 演示文稿</vt:lpstr>
      <vt:lpstr>微官网</vt:lpstr>
      <vt:lpstr>酒店预约</vt:lpstr>
      <vt:lpstr>会员管理</vt:lpstr>
      <vt:lpstr>营销活动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微信综合平台介绍</dc:title>
  <dc:creator>server001</dc:creator>
  <cp:lastModifiedBy>server001</cp:lastModifiedBy>
  <cp:revision>101</cp:revision>
  <dcterms:created xsi:type="dcterms:W3CDTF">2016-10-22T05:51:10Z</dcterms:created>
  <dcterms:modified xsi:type="dcterms:W3CDTF">2016-10-27T09:02:08Z</dcterms:modified>
</cp:coreProperties>
</file>