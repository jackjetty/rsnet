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4"/>
  </p:notesMasterIdLst>
  <p:sldIdLst>
    <p:sldId id="256" r:id="rId2"/>
    <p:sldId id="258" r:id="rId3"/>
    <p:sldId id="259" r:id="rId4"/>
    <p:sldId id="278" r:id="rId5"/>
    <p:sldId id="261" r:id="rId6"/>
    <p:sldId id="262" r:id="rId7"/>
    <p:sldId id="264" r:id="rId8"/>
    <p:sldId id="257" r:id="rId9"/>
    <p:sldId id="269" r:id="rId10"/>
    <p:sldId id="274" r:id="rId11"/>
    <p:sldId id="268" r:id="rId12"/>
    <p:sldId id="270" r:id="rId13"/>
    <p:sldId id="272" r:id="rId14"/>
    <p:sldId id="271" r:id="rId15"/>
    <p:sldId id="267" r:id="rId16"/>
    <p:sldId id="276" r:id="rId17"/>
    <p:sldId id="275" r:id="rId18"/>
    <p:sldId id="277" r:id="rId19"/>
    <p:sldId id="279" r:id="rId20"/>
    <p:sldId id="281" r:id="rId21"/>
    <p:sldId id="284" r:id="rId22"/>
    <p:sldId id="283" r:id="rId2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50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E9B189-9A8F-463A-89B5-E8C573FCB2D5}" type="datetimeFigureOut">
              <a:rPr lang="zh-CN" altLang="en-US" smtClean="0"/>
              <a:t>2016/10/28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620D46-3330-4E7F-A5F9-F1C6E0B6E84A}" type="slidenum">
              <a:rPr lang="zh-CN" altLang="en-US" smtClean="0"/>
              <a:t>‹#›</a:t>
            </a:fld>
            <a:endParaRPr lang="zh-CN" altLang="en-US"/>
          </a:p>
        </p:txBody>
      </p:sp>
    </p:spTree>
    <p:extLst>
      <p:ext uri="{BB962C8B-B14F-4D97-AF65-F5344CB8AC3E}">
        <p14:creationId xmlns:p14="http://schemas.microsoft.com/office/powerpoint/2010/main" val="749080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模板来自于 </a:t>
            </a:r>
            <a:r>
              <a:rPr lang="en-US" altLang="zh-CN" smtClean="0"/>
              <a:t>http://meihua.docer.com/</a:t>
            </a:r>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itchFamily="34" charset="0"/>
                <a:ea typeface="宋体" pitchFamily="2" charset="-122"/>
              </a:defRPr>
            </a:lvl1pPr>
            <a:lvl2pPr marL="742950" indent="-285750">
              <a:defRPr>
                <a:solidFill>
                  <a:schemeClr val="tx1"/>
                </a:solidFill>
                <a:latin typeface="Arial Narrow" pitchFamily="34" charset="0"/>
                <a:ea typeface="宋体" pitchFamily="2" charset="-122"/>
              </a:defRPr>
            </a:lvl2pPr>
            <a:lvl3pPr marL="1143000" indent="-228600">
              <a:defRPr>
                <a:solidFill>
                  <a:schemeClr val="tx1"/>
                </a:solidFill>
                <a:latin typeface="Arial Narrow" pitchFamily="34" charset="0"/>
                <a:ea typeface="宋体" pitchFamily="2" charset="-122"/>
              </a:defRPr>
            </a:lvl3pPr>
            <a:lvl4pPr marL="1600200" indent="-228600">
              <a:defRPr>
                <a:solidFill>
                  <a:schemeClr val="tx1"/>
                </a:solidFill>
                <a:latin typeface="Arial Narrow" pitchFamily="34" charset="0"/>
                <a:ea typeface="宋体" pitchFamily="2" charset="-122"/>
              </a:defRPr>
            </a:lvl4pPr>
            <a:lvl5pPr marL="2057400" indent="-228600">
              <a:defRPr>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Narrow" pitchFamily="34" charset="0"/>
                <a:ea typeface="宋体" pitchFamily="2" charset="-122"/>
              </a:defRPr>
            </a:lvl9pPr>
          </a:lstStyle>
          <a:p>
            <a:fld id="{28CDD194-11D1-4DC1-8489-6EFA644698A5}" type="slidenum">
              <a:rPr lang="zh-CN" altLang="en-US">
                <a:latin typeface="Calibri" pitchFamily="34" charset="0"/>
              </a:rPr>
              <a:pPr/>
              <a:t>2</a:t>
            </a:fld>
            <a:endParaRPr lang="zh-CN" alt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C:\Users\iamisis\Desktop\崔老师的PPT\bghome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PPECLOGO-eff-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8175" y="4548188"/>
            <a:ext cx="626106"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descr="PPECLOGO-eff-0-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25443" y="4522789"/>
            <a:ext cx="579684"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descr="PPECLOGO-eff-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18625" y="5105401"/>
            <a:ext cx="309482" cy="24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PPECLOGO-eff-0-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35061" y="4559301"/>
            <a:ext cx="23687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PPECLOGO-eff-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09009" y="5146677"/>
            <a:ext cx="116651" cy="9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8" descr="PPECLOGO-eff-0-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7132" y="4351339"/>
            <a:ext cx="579684"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9" descr="PPECLOGO-eff-5-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6818" y="4749801"/>
            <a:ext cx="872501"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0" descr="PPECLOGO-eff-5-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654268" y="4868864"/>
            <a:ext cx="1083187"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1" descr="PPECLOGO-eff-5-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318193" y="4446590"/>
            <a:ext cx="65943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2" descr="PPECLOGO-eff-0-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170729" y="5013325"/>
            <a:ext cx="308292" cy="2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3" descr="PPECLOGO-eff-0-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125226" y="4219575"/>
            <a:ext cx="308292" cy="2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4" descr="PPECLOGO-eff2-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10485" y="4508501"/>
            <a:ext cx="1002245"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5" descr="PPECLOGO-eff2-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32951" y="4459288"/>
            <a:ext cx="258299"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6" descr="PPECLOGO-eff2-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11159" y="4824414"/>
            <a:ext cx="41542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7" descr="PPECLOGO-eff2-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34912" y="4562475"/>
            <a:ext cx="21306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8" descr="PPECLOGO-eff2-1-3"/>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234870" y="4900614"/>
            <a:ext cx="166644"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2591317" y="4509047"/>
            <a:ext cx="5919437" cy="893763"/>
          </a:xfrm>
        </p:spPr>
        <p:txBody>
          <a:bodyPr/>
          <a:lstStyle>
            <a:lvl1pPr algn="l">
              <a:defRPr sz="2800" b="1">
                <a:solidFill>
                  <a:schemeClr val="bg1"/>
                </a:solidFill>
              </a:defRPr>
            </a:lvl1pPr>
          </a:lstStyle>
          <a:p>
            <a:pPr lvl="0"/>
            <a:r>
              <a:rPr lang="zh-CN" altLang="en-US" noProof="0" smtClean="0"/>
              <a:t>单击此处编辑母版标题样式</a:t>
            </a:r>
          </a:p>
        </p:txBody>
      </p:sp>
      <p:sp>
        <p:nvSpPr>
          <p:cNvPr id="3075" name="Rectangle 3"/>
          <p:cNvSpPr>
            <a:spLocks noGrp="1" noChangeArrowheads="1"/>
          </p:cNvSpPr>
          <p:nvPr>
            <p:ph type="subTitle" idx="1"/>
          </p:nvPr>
        </p:nvSpPr>
        <p:spPr>
          <a:xfrm>
            <a:off x="4532529" y="5378333"/>
            <a:ext cx="3983111" cy="530224"/>
          </a:xfrm>
        </p:spPr>
        <p:txBody>
          <a:bodyPr/>
          <a:lstStyle>
            <a:lvl1pPr marL="0" indent="0" algn="r">
              <a:buFontTx/>
              <a:buNone/>
              <a:defRPr>
                <a:solidFill>
                  <a:schemeClr val="bg1"/>
                </a:solidFill>
              </a:defRPr>
            </a:lvl1pPr>
          </a:lstStyle>
          <a:p>
            <a:pPr lvl="0"/>
            <a:r>
              <a:rPr lang="zh-CN" altLang="en-US" noProof="0" smtClean="0"/>
              <a:t>单击此处编辑母版副标题样式</a:t>
            </a:r>
          </a:p>
        </p:txBody>
      </p:sp>
      <p:sp>
        <p:nvSpPr>
          <p:cNvPr id="27" name="Rectangle 4"/>
          <p:cNvSpPr>
            <a:spLocks noGrp="1" noChangeArrowheads="1"/>
          </p:cNvSpPr>
          <p:nvPr>
            <p:ph type="dt" sz="half" idx="10"/>
          </p:nvPr>
        </p:nvSpPr>
        <p:spPr/>
        <p:txBody>
          <a:bodyPr/>
          <a:lstStyle>
            <a:lvl1pPr>
              <a:defRPr smtClean="0"/>
            </a:lvl1pPr>
          </a:lstStyle>
          <a:p>
            <a:fld id="{530820CF-B880-4189-942D-D702A7CBA730}" type="datetimeFigureOut">
              <a:rPr lang="zh-CN" altLang="en-US" smtClean="0"/>
              <a:t>2016/10/28</a:t>
            </a:fld>
            <a:endParaRPr lang="zh-CN" altLang="en-US"/>
          </a:p>
        </p:txBody>
      </p:sp>
      <p:sp>
        <p:nvSpPr>
          <p:cNvPr id="28" name="Rectangle 5"/>
          <p:cNvSpPr>
            <a:spLocks noGrp="1" noChangeArrowheads="1"/>
          </p:cNvSpPr>
          <p:nvPr>
            <p:ph type="ftr" sz="quarter" idx="11"/>
          </p:nvPr>
        </p:nvSpPr>
        <p:spPr/>
        <p:txBody>
          <a:bodyPr/>
          <a:lstStyle>
            <a:lvl1pPr>
              <a:defRPr smtClean="0"/>
            </a:lvl1pPr>
          </a:lstStyle>
          <a:p>
            <a:endParaRPr lang="zh-CN" altLang="en-US"/>
          </a:p>
        </p:txBody>
      </p:sp>
      <p:sp>
        <p:nvSpPr>
          <p:cNvPr id="29" name="Rectangle 6"/>
          <p:cNvSpPr>
            <a:spLocks noGrp="1" noChangeArrowheads="1"/>
          </p:cNvSpPr>
          <p:nvPr>
            <p:ph type="sldNum" sz="quarter" idx="12"/>
          </p:nvPr>
        </p:nvSpPr>
        <p:spPr/>
        <p:txBody>
          <a:bodyPr/>
          <a:lstStyle>
            <a:lvl1pPr>
              <a:defRPr smtClean="0"/>
            </a:lvl1pPr>
          </a:lstStyle>
          <a:p>
            <a:fld id="{0C913308-F349-4B6D-A68A-DD1791B4A57B}" type="slidenum">
              <a:rPr lang="zh-CN" altLang="en-US" smtClean="0"/>
              <a:t>‹#›</a:t>
            </a:fld>
            <a:endParaRPr lang="zh-CN" altLang="en-US"/>
          </a:p>
        </p:txBody>
      </p:sp>
      <p:pic>
        <p:nvPicPr>
          <p:cNvPr id="30" name="Picture 3" descr="D:\TDDOWNLOAD\win8风格图标\PNG\Communications\Blue\MB_0018_note1.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859921" y="2790449"/>
            <a:ext cx="690383"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6" descr="C:\Users\iamisis\Desktop\MetroStation_2.0_XiaZaiBa\metrostation_by_yankoa-d312tty\PNG\Others\Blue\MB_0001_pin.pn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374679" y="2774971"/>
            <a:ext cx="699905" cy="698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8" descr="C:\Users\iamisis\Desktop\MetroStation_2.0_XiaZaiBa\metrostation_by_yankoa-d312tty\PNG\Network\Blue\MB_0036_search.png"/>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074584" y="2790449"/>
            <a:ext cx="688002" cy="683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7" descr="C:\Users\iamisis\Desktop\MetroStation_2.0_XiaZaiBa\metrostation_by_yankoa-d312tty\PNG\Suites\Blue\MB_0029_programs.png"/>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762586" y="2774971"/>
            <a:ext cx="698715" cy="698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4" descr="C:\Users\iamisis\Desktop\MetroStation_2.0_XiaZaiBa\metrostation_by_yankoa-d312tty\PNG\Media\Blue\MB_0018_viewer.png"/>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461301" y="2774971"/>
            <a:ext cx="698715" cy="698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9" descr="C:\Users\iamisis\Desktop\MetroStation_2.0_XiaZaiBa\metrostation_by_yankoa-d312tty\PNG\Navigation\blue\MB_0014_world1.pn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160016" y="2783305"/>
            <a:ext cx="699905" cy="698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543534"/>
      </p:ext>
    </p:extLst>
  </p:cSld>
  <p:clrMapOvr>
    <a:masterClrMapping/>
  </p:clrMapOvr>
  <p:extLst mod="1">
    <p:ext uri="{DCECCB84-F9BA-43D5-87BE-67443E8EF086}">
      <p15:sldGuideLst xmlns="" xmlns:p15="http://schemas.microsoft.com/office/powerpoint/2012/main">
        <p15:guide id="1" orient="horz" pos="1620">
          <p15:clr>
            <a:srgbClr val="FBAE40"/>
          </p15:clr>
        </p15:guide>
        <p15:guide id="2" pos="496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2016/10/28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350577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4" name="Picture 2" descr="C:\Users\iamisis\Desktop\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3727" y="1709740"/>
            <a:ext cx="7887027" cy="2852737"/>
          </a:xfrm>
        </p:spPr>
        <p:txBody>
          <a:bodyPr anchor="b"/>
          <a:lstStyle>
            <a:lvl1pPr>
              <a:defRPr sz="4499"/>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727" y="4589464"/>
            <a:ext cx="7887027" cy="1500187"/>
          </a:xfrm>
        </p:spPr>
        <p:txBody>
          <a:bodyPr/>
          <a:lstStyle>
            <a:lvl1pPr marL="0" indent="0">
              <a:buNone/>
              <a:defRPr sz="1800"/>
            </a:lvl1pPr>
            <a:lvl2pPr marL="342809" indent="0">
              <a:buNone/>
              <a:defRPr sz="1500"/>
            </a:lvl2pPr>
            <a:lvl3pPr marL="685617" indent="0">
              <a:buNone/>
              <a:defRPr sz="1350"/>
            </a:lvl3pPr>
            <a:lvl4pPr marL="1028426" indent="0">
              <a:buNone/>
              <a:defRPr sz="1200"/>
            </a:lvl4pPr>
            <a:lvl5pPr marL="1371234" indent="0">
              <a:buNone/>
              <a:defRPr sz="1200"/>
            </a:lvl5pPr>
            <a:lvl6pPr marL="1714043" indent="0">
              <a:buNone/>
              <a:defRPr sz="1200"/>
            </a:lvl6pPr>
            <a:lvl7pPr marL="2056851" indent="0">
              <a:buNone/>
              <a:defRPr sz="1200"/>
            </a:lvl7pPr>
            <a:lvl8pPr marL="2399660" indent="0">
              <a:buNone/>
              <a:defRPr sz="1200"/>
            </a:lvl8pPr>
            <a:lvl9pPr marL="2742468" indent="0">
              <a:buNone/>
              <a:defRPr sz="12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smtClean="0"/>
            </a:lvl1pPr>
          </a:lstStyle>
          <a:p>
            <a:fld id="{530820CF-B880-4189-942D-D702A7CBA730}" type="datetimeFigureOut">
              <a:rPr lang="zh-CN" altLang="en-US" smtClean="0"/>
              <a:t>2016/10/28</a:t>
            </a:fld>
            <a:endParaRPr lang="zh-CN" altLang="en-US"/>
          </a:p>
        </p:txBody>
      </p:sp>
      <p:sp>
        <p:nvSpPr>
          <p:cNvPr id="6" name="页脚占位符 4"/>
          <p:cNvSpPr>
            <a:spLocks noGrp="1"/>
          </p:cNvSpPr>
          <p:nvPr>
            <p:ph type="ftr" sz="quarter" idx="11"/>
          </p:nvPr>
        </p:nvSpPr>
        <p:spPr/>
        <p:txBody>
          <a:bodyPr/>
          <a:lstStyle>
            <a:lvl1pPr>
              <a:defRPr smtClean="0"/>
            </a:lvl1pPr>
          </a:lstStyle>
          <a:p>
            <a:endParaRPr lang="zh-CN" altLang="en-US"/>
          </a:p>
        </p:txBody>
      </p:sp>
      <p:sp>
        <p:nvSpPr>
          <p:cNvPr id="7" name="灯片编号占位符 5"/>
          <p:cNvSpPr>
            <a:spLocks noGrp="1"/>
          </p:cNvSpPr>
          <p:nvPr>
            <p:ph type="sldNum" sz="quarter" idx="12"/>
          </p:nvPr>
        </p:nvSpPr>
        <p:spPr/>
        <p:txBody>
          <a:bodyPr/>
          <a:lstStyle>
            <a:lvl1pPr>
              <a:defRPr smtClean="0"/>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6745472"/>
      </p:ext>
    </p:extLst>
  </p:cSld>
  <p:clrMapOvr>
    <a:masterClrMapping/>
  </p:clrMapOvr>
  <p:extLst mod="1">
    <p:ext uri="{DCECCB84-F9BA-43D5-87BE-67443E8EF086}">
      <p15:sldGuideLst xmlns=""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984" y="1125537"/>
            <a:ext cx="4057784"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1039" y="1125537"/>
            <a:ext cx="4057784"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2016/10/28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928076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679" y="365125"/>
            <a:ext cx="7887027"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677" y="1681163"/>
            <a:ext cx="3868524" cy="82391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677" y="2505075"/>
            <a:ext cx="3868524"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37" y="1681163"/>
            <a:ext cx="3887569" cy="82391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37" y="2505075"/>
            <a:ext cx="3887569"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2016/10/28</a:t>
            </a:fld>
            <a:endParaRPr lang="zh-CN" altLang="en-US"/>
          </a:p>
        </p:txBody>
      </p:sp>
      <p:sp>
        <p:nvSpPr>
          <p:cNvPr id="8" name="Rectangle 5"/>
          <p:cNvSpPr>
            <a:spLocks noGrp="1" noChangeArrowheads="1"/>
          </p:cNvSpPr>
          <p:nvPr>
            <p:ph type="ftr" sz="quarter" idx="11"/>
          </p:nvPr>
        </p:nvSpPr>
        <p:spPr>
          <a:ln/>
        </p:spPr>
        <p:txBody>
          <a:bodyPr/>
          <a:lstStyle>
            <a:lvl1pPr>
              <a:defRPr/>
            </a:lvl1pPr>
          </a:lstStyle>
          <a:p>
            <a:endParaRPr lang="zh-CN" altLang="en-US"/>
          </a:p>
        </p:txBody>
      </p:sp>
      <p:sp>
        <p:nvSpPr>
          <p:cNvPr id="9"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255635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2016/10/28</a:t>
            </a:fld>
            <a:endParaRPr lang="zh-CN" altLang="en-US"/>
          </a:p>
        </p:txBody>
      </p:sp>
      <p:sp>
        <p:nvSpPr>
          <p:cNvPr id="4" name="Rectangle 5"/>
          <p:cNvSpPr>
            <a:spLocks noGrp="1" noChangeArrowheads="1"/>
          </p:cNvSpPr>
          <p:nvPr>
            <p:ph type="ftr" sz="quarter" idx="11"/>
          </p:nvPr>
        </p:nvSpPr>
        <p:spPr>
          <a:ln/>
        </p:spPr>
        <p:txBody>
          <a:bodyPr/>
          <a:lstStyle>
            <a:lvl1pPr>
              <a:defRPr/>
            </a:lvl1pPr>
          </a:lstStyle>
          <a:p>
            <a:endParaRPr lang="zh-CN" altLang="en-US"/>
          </a:p>
        </p:txBody>
      </p:sp>
      <p:sp>
        <p:nvSpPr>
          <p:cNvPr id="5"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596713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2" descr="C:\Users\iamisis\Desktop\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日期占位符 1"/>
          <p:cNvSpPr>
            <a:spLocks noGrp="1"/>
          </p:cNvSpPr>
          <p:nvPr>
            <p:ph type="dt" sz="half" idx="10"/>
          </p:nvPr>
        </p:nvSpPr>
        <p:spPr/>
        <p:txBody>
          <a:bodyPr/>
          <a:lstStyle>
            <a:lvl1pPr>
              <a:defRPr smtClean="0"/>
            </a:lvl1pPr>
          </a:lstStyle>
          <a:p>
            <a:fld id="{530820CF-B880-4189-942D-D702A7CBA730}" type="datetimeFigureOut">
              <a:rPr lang="zh-CN" altLang="en-US" smtClean="0"/>
              <a:t>2016/10/28</a:t>
            </a:fld>
            <a:endParaRPr lang="zh-CN" altLang="en-US"/>
          </a:p>
        </p:txBody>
      </p:sp>
      <p:sp>
        <p:nvSpPr>
          <p:cNvPr id="4" name="页脚占位符 2"/>
          <p:cNvSpPr>
            <a:spLocks noGrp="1"/>
          </p:cNvSpPr>
          <p:nvPr>
            <p:ph type="ftr" sz="quarter" idx="11"/>
          </p:nvPr>
        </p:nvSpPr>
        <p:spPr/>
        <p:txBody>
          <a:bodyPr/>
          <a:lstStyle>
            <a:lvl1pPr>
              <a:defRPr smtClean="0"/>
            </a:lvl1pPr>
          </a:lstStyle>
          <a:p>
            <a:endParaRPr lang="zh-CN" altLang="en-US"/>
          </a:p>
        </p:txBody>
      </p:sp>
      <p:sp>
        <p:nvSpPr>
          <p:cNvPr id="5" name="灯片编号占位符 3"/>
          <p:cNvSpPr>
            <a:spLocks noGrp="1"/>
          </p:cNvSpPr>
          <p:nvPr>
            <p:ph type="sldNum" sz="quarter" idx="12"/>
          </p:nvPr>
        </p:nvSpPr>
        <p:spPr/>
        <p:txBody>
          <a:bodyPr/>
          <a:lstStyle>
            <a:lvl1pPr>
              <a:defRPr smtClean="0"/>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42440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678" y="457200"/>
            <a:ext cx="2949601" cy="1600200"/>
          </a:xfrm>
        </p:spPr>
        <p:txBody>
          <a:bodyPr anchor="b"/>
          <a:lstStyle>
            <a:lvl1pPr>
              <a:defRPr sz="2399"/>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570" y="987426"/>
            <a:ext cx="4629135" cy="4873625"/>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678" y="2057401"/>
            <a:ext cx="2949601" cy="3811588"/>
          </a:xfrm>
        </p:spPr>
        <p:txBody>
          <a:bodyPr/>
          <a:lstStyle>
            <a:lvl1pPr marL="0" indent="0">
              <a:buNone/>
              <a:defRPr sz="1200"/>
            </a:lvl1pPr>
            <a:lvl2pPr marL="342809" indent="0">
              <a:buNone/>
              <a:defRPr sz="1050"/>
            </a:lvl2pPr>
            <a:lvl3pPr marL="685617" indent="0">
              <a:buNone/>
              <a:defRPr sz="900"/>
            </a:lvl3pPr>
            <a:lvl4pPr marL="1028426" indent="0">
              <a:buNone/>
              <a:defRPr sz="750"/>
            </a:lvl4pPr>
            <a:lvl5pPr marL="1371234" indent="0">
              <a:buNone/>
              <a:defRPr sz="750"/>
            </a:lvl5pPr>
            <a:lvl6pPr marL="1714043" indent="0">
              <a:buNone/>
              <a:defRPr sz="750"/>
            </a:lvl6pPr>
            <a:lvl7pPr marL="2056851" indent="0">
              <a:buNone/>
              <a:defRPr sz="750"/>
            </a:lvl7pPr>
            <a:lvl8pPr marL="2399660" indent="0">
              <a:buNone/>
              <a:defRPr sz="750"/>
            </a:lvl8pPr>
            <a:lvl9pPr marL="2742468" indent="0">
              <a:buNone/>
              <a:defRPr sz="75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2016/10/28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863635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678" y="457200"/>
            <a:ext cx="2949601" cy="1600200"/>
          </a:xfrm>
        </p:spPr>
        <p:txBody>
          <a:bodyPr anchor="b"/>
          <a:lstStyle>
            <a:lvl1pPr>
              <a:defRPr sz="2399"/>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570" y="987426"/>
            <a:ext cx="4629135" cy="4873625"/>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pPr lvl="0"/>
            <a:r>
              <a:rPr lang="zh-CN" altLang="en-US" noProof="0" smtClean="0"/>
              <a:t>单击图标添加图片</a:t>
            </a:r>
          </a:p>
        </p:txBody>
      </p:sp>
      <p:sp>
        <p:nvSpPr>
          <p:cNvPr id="4" name="文本占位符 3"/>
          <p:cNvSpPr>
            <a:spLocks noGrp="1"/>
          </p:cNvSpPr>
          <p:nvPr>
            <p:ph type="body" sz="half" idx="2"/>
          </p:nvPr>
        </p:nvSpPr>
        <p:spPr>
          <a:xfrm>
            <a:off x="629678" y="2057401"/>
            <a:ext cx="2949601" cy="3811588"/>
          </a:xfrm>
        </p:spPr>
        <p:txBody>
          <a:bodyPr/>
          <a:lstStyle>
            <a:lvl1pPr marL="0" indent="0">
              <a:buNone/>
              <a:defRPr sz="1200"/>
            </a:lvl1pPr>
            <a:lvl2pPr marL="342809" indent="0">
              <a:buNone/>
              <a:defRPr sz="1050"/>
            </a:lvl2pPr>
            <a:lvl3pPr marL="685617" indent="0">
              <a:buNone/>
              <a:defRPr sz="900"/>
            </a:lvl3pPr>
            <a:lvl4pPr marL="1028426" indent="0">
              <a:buNone/>
              <a:defRPr sz="750"/>
            </a:lvl4pPr>
            <a:lvl5pPr marL="1371234" indent="0">
              <a:buNone/>
              <a:defRPr sz="750"/>
            </a:lvl5pPr>
            <a:lvl6pPr marL="1714043" indent="0">
              <a:buNone/>
              <a:defRPr sz="750"/>
            </a:lvl6pPr>
            <a:lvl7pPr marL="2056851" indent="0">
              <a:buNone/>
              <a:defRPr sz="750"/>
            </a:lvl7pPr>
            <a:lvl8pPr marL="2399660" indent="0">
              <a:buNone/>
              <a:defRPr sz="750"/>
            </a:lvl8pPr>
            <a:lvl9pPr marL="2742468" indent="0">
              <a:buNone/>
              <a:defRPr sz="75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2016/10/28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535672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2016/10/28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196156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1958" y="260350"/>
            <a:ext cx="2056864" cy="539115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986" y="260350"/>
            <a:ext cx="6058703" cy="539115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2016/10/28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51728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C:\Users\iamisis\Desktop\00.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468985" y="391886"/>
            <a:ext cx="8229838" cy="444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p>
        </p:txBody>
      </p:sp>
      <p:sp>
        <p:nvSpPr>
          <p:cNvPr id="1028" name="Rectangle 3"/>
          <p:cNvSpPr>
            <a:spLocks noGrp="1" noChangeArrowheads="1"/>
          </p:cNvSpPr>
          <p:nvPr>
            <p:ph type="body" idx="1"/>
          </p:nvPr>
        </p:nvSpPr>
        <p:spPr bwMode="auto">
          <a:xfrm>
            <a:off x="468985" y="1125537"/>
            <a:ext cx="8229838" cy="4895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p:txBody>
      </p:sp>
      <p:sp>
        <p:nvSpPr>
          <p:cNvPr id="2" name="Rectangle 4"/>
          <p:cNvSpPr>
            <a:spLocks noGrp="1" noChangeArrowheads="1"/>
          </p:cNvSpPr>
          <p:nvPr>
            <p:ph type="dt" sz="half" idx="2"/>
          </p:nvPr>
        </p:nvSpPr>
        <p:spPr bwMode="auto">
          <a:xfrm>
            <a:off x="457082" y="6245225"/>
            <a:ext cx="2134235" cy="476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50" smtClean="0"/>
            </a:lvl1pPr>
          </a:lstStyle>
          <a:p>
            <a:fld id="{530820CF-B880-4189-942D-D702A7CBA730}" type="datetimeFigureOut">
              <a:rPr lang="zh-CN" altLang="en-US" smtClean="0"/>
              <a:t>2016/10/28</a:t>
            </a:fld>
            <a:endParaRPr lang="zh-CN" altLang="en-US"/>
          </a:p>
        </p:txBody>
      </p:sp>
      <p:sp>
        <p:nvSpPr>
          <p:cNvPr id="1029" name="Rectangle 5"/>
          <p:cNvSpPr>
            <a:spLocks noGrp="1" noChangeArrowheads="1"/>
          </p:cNvSpPr>
          <p:nvPr>
            <p:ph type="ftr" sz="quarter" idx="3"/>
          </p:nvPr>
        </p:nvSpPr>
        <p:spPr bwMode="auto">
          <a:xfrm>
            <a:off x="3124577" y="6245225"/>
            <a:ext cx="2894846" cy="476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50" smtClean="0"/>
            </a:lvl1pPr>
          </a:lstStyle>
          <a:p>
            <a:endParaRPr lang="zh-CN" altLang="en-US"/>
          </a:p>
        </p:txBody>
      </p:sp>
      <p:sp>
        <p:nvSpPr>
          <p:cNvPr id="1030" name="Rectangle 6"/>
          <p:cNvSpPr>
            <a:spLocks noGrp="1" noChangeArrowheads="1"/>
          </p:cNvSpPr>
          <p:nvPr>
            <p:ph type="sldNum" sz="quarter" idx="4"/>
          </p:nvPr>
        </p:nvSpPr>
        <p:spPr bwMode="auto">
          <a:xfrm>
            <a:off x="6552685" y="6245225"/>
            <a:ext cx="2134234" cy="476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50" smtClean="0"/>
            </a:lvl1pPr>
          </a:lstStyle>
          <a:p>
            <a:fld id="{0C913308-F349-4B6D-A68A-DD1791B4A57B}" type="slidenum">
              <a:rPr lang="zh-CN" altLang="en-US" smtClean="0"/>
              <a:t>‹#›</a:t>
            </a:fld>
            <a:endParaRPr lang="zh-CN" altLang="en-US"/>
          </a:p>
        </p:txBody>
      </p:sp>
      <p:sp>
        <p:nvSpPr>
          <p:cNvPr id="1032" name="直接连接符 10"/>
          <p:cNvSpPr>
            <a:spLocks noChangeShapeType="1"/>
          </p:cNvSpPr>
          <p:nvPr/>
        </p:nvSpPr>
        <p:spPr bwMode="auto">
          <a:xfrm flipH="1">
            <a:off x="160693" y="842491"/>
            <a:ext cx="2322304" cy="0"/>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033" name="Rectangle 7"/>
          <p:cNvSpPr>
            <a:spLocks noChangeArrowheads="1"/>
          </p:cNvSpPr>
          <p:nvPr/>
        </p:nvSpPr>
        <p:spPr bwMode="auto">
          <a:xfrm>
            <a:off x="1" y="804391"/>
            <a:ext cx="161883" cy="71437"/>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sz="1350">
              <a:solidFill>
                <a:srgbClr val="000000"/>
              </a:solidFill>
              <a:latin typeface="Calibri" panose="020F0502020204030204" pitchFamily="34" charset="0"/>
              <a:sym typeface="宋体" panose="02010600030101010101" pitchFamily="2" charset="-122"/>
            </a:endParaRPr>
          </a:p>
        </p:txBody>
      </p:sp>
    </p:spTree>
    <p:extLst>
      <p:ext uri="{BB962C8B-B14F-4D97-AF65-F5344CB8AC3E}">
        <p14:creationId xmlns:p14="http://schemas.microsoft.com/office/powerpoint/2010/main" val="218538721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fontAlgn="base" hangingPunct="1">
        <a:spcBef>
          <a:spcPct val="0"/>
        </a:spcBef>
        <a:spcAft>
          <a:spcPct val="0"/>
        </a:spcAft>
        <a:defRPr sz="2400" kern="1200">
          <a:solidFill>
            <a:schemeClr val="accent1"/>
          </a:solidFill>
          <a:latin typeface="+mj-lt"/>
          <a:ea typeface="+mj-ea"/>
          <a:cs typeface="+mj-cs"/>
        </a:defRPr>
      </a:lvl1pPr>
      <a:lvl2pPr algn="l" rtl="0" eaLnBrk="1" fontAlgn="base" hangingPunct="1">
        <a:spcBef>
          <a:spcPct val="0"/>
        </a:spcBef>
        <a:spcAft>
          <a:spcPct val="0"/>
        </a:spcAft>
        <a:defRPr sz="1800">
          <a:solidFill>
            <a:schemeClr val="accent1"/>
          </a:solidFill>
          <a:latin typeface="Arial Black" panose="020B0A04020102020204" pitchFamily="34" charset="0"/>
          <a:ea typeface="微软雅黑" panose="020B0503020204020204" pitchFamily="34" charset="-122"/>
          <a:cs typeface="宋体" panose="02010600030101010101" pitchFamily="2" charset="-122"/>
        </a:defRPr>
      </a:lvl2pPr>
      <a:lvl3pPr algn="l" rtl="0" eaLnBrk="1" fontAlgn="base" hangingPunct="1">
        <a:spcBef>
          <a:spcPct val="0"/>
        </a:spcBef>
        <a:spcAft>
          <a:spcPct val="0"/>
        </a:spcAft>
        <a:defRPr sz="1800">
          <a:solidFill>
            <a:schemeClr val="accent1"/>
          </a:solidFill>
          <a:latin typeface="Arial Black" panose="020B0A04020102020204" pitchFamily="34" charset="0"/>
          <a:ea typeface="微软雅黑" panose="020B0503020204020204" pitchFamily="34" charset="-122"/>
          <a:cs typeface="宋体" panose="02010600030101010101" pitchFamily="2" charset="-122"/>
        </a:defRPr>
      </a:lvl3pPr>
      <a:lvl4pPr algn="l" rtl="0" eaLnBrk="1" fontAlgn="base" hangingPunct="1">
        <a:spcBef>
          <a:spcPct val="0"/>
        </a:spcBef>
        <a:spcAft>
          <a:spcPct val="0"/>
        </a:spcAft>
        <a:defRPr sz="1800">
          <a:solidFill>
            <a:schemeClr val="accent1"/>
          </a:solidFill>
          <a:latin typeface="Arial Black" panose="020B0A04020102020204" pitchFamily="34" charset="0"/>
          <a:ea typeface="微软雅黑" panose="020B0503020204020204" pitchFamily="34" charset="-122"/>
          <a:cs typeface="宋体" panose="02010600030101010101" pitchFamily="2" charset="-122"/>
        </a:defRPr>
      </a:lvl4pPr>
      <a:lvl5pPr algn="l" rtl="0" eaLnBrk="1" fontAlgn="base" hangingPunct="1">
        <a:spcBef>
          <a:spcPct val="0"/>
        </a:spcBef>
        <a:spcAft>
          <a:spcPct val="0"/>
        </a:spcAft>
        <a:defRPr sz="1800">
          <a:solidFill>
            <a:schemeClr val="accent1"/>
          </a:solidFill>
          <a:latin typeface="Arial Black" panose="020B0A04020102020204" pitchFamily="34" charset="0"/>
          <a:ea typeface="微软雅黑" panose="020B0503020204020204" pitchFamily="34" charset="-122"/>
          <a:cs typeface="宋体" panose="02010600030101010101" pitchFamily="2" charset="-122"/>
        </a:defRPr>
      </a:lvl5pPr>
      <a:lvl6pPr marL="342809" algn="l" rtl="0" eaLnBrk="1" fontAlgn="base" hangingPunct="1">
        <a:spcBef>
          <a:spcPct val="0"/>
        </a:spcBef>
        <a:spcAft>
          <a:spcPct val="0"/>
        </a:spcAft>
        <a:defRPr sz="1800">
          <a:solidFill>
            <a:schemeClr val="tx2"/>
          </a:solidFill>
          <a:latin typeface="Arial" panose="020B0604020202020204" pitchFamily="34" charset="0"/>
          <a:ea typeface="微软雅黑" panose="020B0503020204020204" pitchFamily="34" charset="-122"/>
          <a:cs typeface="宋体" panose="02010600030101010101" pitchFamily="2" charset="-122"/>
        </a:defRPr>
      </a:lvl6pPr>
      <a:lvl7pPr marL="685617" algn="l" rtl="0" eaLnBrk="1" fontAlgn="base" hangingPunct="1">
        <a:spcBef>
          <a:spcPct val="0"/>
        </a:spcBef>
        <a:spcAft>
          <a:spcPct val="0"/>
        </a:spcAft>
        <a:defRPr sz="1800">
          <a:solidFill>
            <a:schemeClr val="tx2"/>
          </a:solidFill>
          <a:latin typeface="Arial" panose="020B0604020202020204" pitchFamily="34" charset="0"/>
          <a:ea typeface="微软雅黑" panose="020B0503020204020204" pitchFamily="34" charset="-122"/>
          <a:cs typeface="宋体" panose="02010600030101010101" pitchFamily="2" charset="-122"/>
        </a:defRPr>
      </a:lvl7pPr>
      <a:lvl8pPr marL="1028426" algn="l" rtl="0" eaLnBrk="1" fontAlgn="base" hangingPunct="1">
        <a:spcBef>
          <a:spcPct val="0"/>
        </a:spcBef>
        <a:spcAft>
          <a:spcPct val="0"/>
        </a:spcAft>
        <a:defRPr sz="1800">
          <a:solidFill>
            <a:schemeClr val="tx2"/>
          </a:solidFill>
          <a:latin typeface="Arial" panose="020B0604020202020204" pitchFamily="34" charset="0"/>
          <a:ea typeface="微软雅黑" panose="020B0503020204020204" pitchFamily="34" charset="-122"/>
          <a:cs typeface="宋体" panose="02010600030101010101" pitchFamily="2" charset="-122"/>
        </a:defRPr>
      </a:lvl8pPr>
      <a:lvl9pPr marL="1371234" algn="l" rtl="0" eaLnBrk="1" fontAlgn="base" hangingPunct="1">
        <a:spcBef>
          <a:spcPct val="0"/>
        </a:spcBef>
        <a:spcAft>
          <a:spcPct val="0"/>
        </a:spcAft>
        <a:defRPr sz="1800">
          <a:solidFill>
            <a:schemeClr val="tx2"/>
          </a:solidFill>
          <a:latin typeface="Arial" panose="020B0604020202020204" pitchFamily="34" charset="0"/>
          <a:ea typeface="微软雅黑" panose="020B0503020204020204" pitchFamily="34" charset="-122"/>
          <a:cs typeface="宋体" panose="02010600030101010101" pitchFamily="2" charset="-122"/>
        </a:defRPr>
      </a:lvl9pPr>
    </p:titleStyle>
    <p:bodyStyle>
      <a:lvl1pPr marL="257106" indent="-257106" algn="l" rtl="0" eaLnBrk="1" fontAlgn="base" hangingPunct="1">
        <a:spcBef>
          <a:spcPts val="1800"/>
        </a:spcBef>
        <a:spcAft>
          <a:spcPct val="0"/>
        </a:spcAft>
        <a:buChar char="•"/>
        <a:defRPr sz="2000" kern="1200">
          <a:solidFill>
            <a:schemeClr val="accent1">
              <a:lumMod val="75000"/>
            </a:schemeClr>
          </a:solidFill>
          <a:latin typeface="+mn-lt"/>
          <a:ea typeface="+mn-ea"/>
          <a:cs typeface="+mn-cs"/>
        </a:defRPr>
      </a:lvl1pPr>
      <a:lvl2pPr marL="267820" indent="-214255" algn="l" rtl="0" eaLnBrk="1" fontAlgn="base" hangingPunct="1">
        <a:lnSpc>
          <a:spcPct val="120000"/>
        </a:lnSpc>
        <a:spcBef>
          <a:spcPct val="20000"/>
        </a:spcBef>
        <a:spcAft>
          <a:spcPct val="0"/>
        </a:spcAft>
        <a:buFont typeface="Arial" panose="020B0604020202020204" pitchFamily="34" charset="0"/>
        <a:buChar char=" "/>
        <a:defRPr sz="1600" kern="1200">
          <a:solidFill>
            <a:schemeClr val="tx1"/>
          </a:solidFill>
          <a:latin typeface="+mn-lt"/>
          <a:ea typeface="+mn-ea"/>
          <a:cs typeface="+mn-cs"/>
        </a:defRPr>
      </a:lvl2pPr>
      <a:lvl3pPr marL="857021" indent="-171404" algn="l" rtl="0" eaLnBrk="1" fontAlgn="base" hangingPunct="1">
        <a:spcBef>
          <a:spcPct val="20000"/>
        </a:spcBef>
        <a:spcAft>
          <a:spcPct val="0"/>
        </a:spcAft>
        <a:buChar char="•"/>
        <a:defRPr sz="1200" kern="1200">
          <a:solidFill>
            <a:schemeClr val="tx1"/>
          </a:solidFill>
          <a:latin typeface="+mn-lt"/>
          <a:ea typeface="+mn-ea"/>
          <a:cs typeface="+mn-cs"/>
        </a:defRPr>
      </a:lvl3pPr>
      <a:lvl4pPr marL="1199830" indent="-171404" algn="l" rtl="0" eaLnBrk="1" fontAlgn="base" hangingPunct="1">
        <a:spcBef>
          <a:spcPct val="20000"/>
        </a:spcBef>
        <a:spcAft>
          <a:spcPct val="0"/>
        </a:spcAft>
        <a:buChar char="–"/>
        <a:defRPr sz="1050" kern="1200">
          <a:solidFill>
            <a:schemeClr val="tx1"/>
          </a:solidFill>
          <a:latin typeface="+mn-lt"/>
          <a:ea typeface="+mn-ea"/>
          <a:cs typeface="+mn-cs"/>
        </a:defRPr>
      </a:lvl4pPr>
      <a:lvl5pPr marL="1542639" indent="-171404" algn="l" rtl="0" eaLnBrk="1" fontAlgn="base" hangingPunct="1">
        <a:spcBef>
          <a:spcPct val="20000"/>
        </a:spcBef>
        <a:spcAft>
          <a:spcPct val="0"/>
        </a:spcAft>
        <a:buChar char="»"/>
        <a:defRPr sz="1050" kern="1200">
          <a:solidFill>
            <a:schemeClr val="tx1"/>
          </a:solidFill>
          <a:latin typeface="+mn-lt"/>
          <a:ea typeface="+mn-ea"/>
          <a:cs typeface="+mn-cs"/>
        </a:defRPr>
      </a:lvl5pPr>
      <a:lvl6pPr marL="1885447"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256"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064"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3873"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extLst mod="1">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6" Type="http://schemas.openxmlformats.org/officeDocument/2006/relationships/notesSlide" Target="../notesSlides/notesSlide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7.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9"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9.JPG"/><Relationship Id="rId7" Type="http://schemas.openxmlformats.org/officeDocument/2006/relationships/image" Target="../media/image33.JPG"/><Relationship Id="rId2" Type="http://schemas.openxmlformats.org/officeDocument/2006/relationships/image" Target="../media/image28.JPG"/><Relationship Id="rId1" Type="http://schemas.openxmlformats.org/officeDocument/2006/relationships/slideLayout" Target="../slideLayouts/slideLayout2.xml"/><Relationship Id="rId6" Type="http://schemas.openxmlformats.org/officeDocument/2006/relationships/image" Target="../media/image32.JPG"/><Relationship Id="rId5" Type="http://schemas.openxmlformats.org/officeDocument/2006/relationships/image" Target="../media/image31.JPG"/><Relationship Id="rId4" Type="http://schemas.openxmlformats.org/officeDocument/2006/relationships/image" Target="../media/image30.JPG"/></Relationships>
</file>

<file path=ppt/slides/_rels/slide1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jpg"/></Relationships>
</file>

<file path=ppt/slides/_rels/slide11.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46.xml"/><Relationship Id="rId3" Type="http://schemas.openxmlformats.org/officeDocument/2006/relationships/tags" Target="../tags/tag41.xml"/><Relationship Id="rId7" Type="http://schemas.openxmlformats.org/officeDocument/2006/relationships/tags" Target="../tags/tag45.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9"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hyperlink" Target="http://www.eyefulpresentations.co.uk/" TargetMode="External"/><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hyperlink" Target="mailto:info@eyefulpresentations.co.uk" TargetMode="Externa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20.xml.rels><?xml version="1.0" encoding="UTF-8" standalone="yes"?>
<Relationships xmlns="http://schemas.openxmlformats.org/package/2006/relationships"><Relationship Id="rId8" Type="http://schemas.openxmlformats.org/officeDocument/2006/relationships/tags" Target="../tags/tag54.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9"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latin typeface="微软雅黑" pitchFamily="34" charset="-122"/>
                <a:ea typeface="微软雅黑" pitchFamily="34" charset="-122"/>
              </a:rPr>
              <a:t>腾</a:t>
            </a:r>
            <a:r>
              <a:rPr lang="zh-CN" altLang="en-US" dirty="0" smtClean="0">
                <a:latin typeface="微软雅黑" pitchFamily="34" charset="-122"/>
                <a:ea typeface="微软雅黑" pitchFamily="34" charset="-122"/>
              </a:rPr>
              <a:t>讯服务商评审</a:t>
            </a:r>
            <a:r>
              <a:rPr lang="en-US" altLang="zh-CN" dirty="0" smtClean="0">
                <a:latin typeface="微软雅黑" pitchFamily="34" charset="-122"/>
                <a:ea typeface="微软雅黑" pitchFamily="34" charset="-122"/>
              </a:rPr>
              <a:t/>
            </a:r>
            <a:br>
              <a:rPr lang="en-US" altLang="zh-CN" dirty="0" smtClean="0">
                <a:latin typeface="微软雅黑" pitchFamily="34" charset="-122"/>
                <a:ea typeface="微软雅黑" pitchFamily="34" charset="-122"/>
              </a:rPr>
            </a:br>
            <a:endParaRPr lang="zh-CN" altLang="en-US" dirty="0">
              <a:latin typeface="微软雅黑" pitchFamily="34" charset="-122"/>
              <a:ea typeface="微软雅黑" pitchFamily="34" charset="-122"/>
            </a:endParaRPr>
          </a:p>
        </p:txBody>
      </p:sp>
      <p:sp>
        <p:nvSpPr>
          <p:cNvPr id="3" name="副标题 2"/>
          <p:cNvSpPr>
            <a:spLocks noGrp="1"/>
          </p:cNvSpPr>
          <p:nvPr>
            <p:ph type="subTitle" idx="1"/>
          </p:nvPr>
        </p:nvSpPr>
        <p:spPr/>
        <p:txBody>
          <a:bodyPr/>
          <a:lstStyle/>
          <a:p>
            <a:pPr algn="ctr"/>
            <a:r>
              <a:rPr lang="zh-CN" altLang="en-US" dirty="0" smtClean="0">
                <a:latin typeface="微软雅黑" pitchFamily="34" charset="-122"/>
                <a:ea typeface="微软雅黑" pitchFamily="34" charset="-122"/>
              </a:rPr>
              <a:t>杭州冉思 </a:t>
            </a:r>
            <a:r>
              <a:rPr lang="en-US" altLang="zh-CN" dirty="0" smtClean="0">
                <a:latin typeface="微软雅黑" pitchFamily="34" charset="-122"/>
                <a:ea typeface="微软雅黑" pitchFamily="34" charset="-122"/>
              </a:rPr>
              <a:t>· 2016-11</a:t>
            </a:r>
            <a:endParaRPr lang="zh-CN" altLang="en-US" dirty="0">
              <a:latin typeface="微软雅黑" pitchFamily="34" charset="-122"/>
              <a:ea typeface="微软雅黑" pitchFamily="34" charset="-122"/>
            </a:endParaRPr>
          </a:p>
        </p:txBody>
      </p:sp>
      <p:pic>
        <p:nvPicPr>
          <p:cNvPr id="5" name="Picture 2" descr="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84368" y="116632"/>
            <a:ext cx="1008141" cy="94354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45872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任意多边形 11"/>
          <p:cNvSpPr/>
          <p:nvPr>
            <p:custDataLst>
              <p:tags r:id="rId2"/>
            </p:custDataLst>
          </p:nvPr>
        </p:nvSpPr>
        <p:spPr>
          <a:xfrm>
            <a:off x="4340225" y="618232"/>
            <a:ext cx="3878263" cy="762000"/>
          </a:xfrm>
          <a:custGeom>
            <a:avLst/>
            <a:gdLst>
              <a:gd name="connsiteX0" fmla="*/ 2 w 3878508"/>
              <a:gd name="connsiteY0" fmla="*/ 0 h 762904"/>
              <a:gd name="connsiteX1" fmla="*/ 3497056 w 3878508"/>
              <a:gd name="connsiteY1" fmla="*/ 0 h 762904"/>
              <a:gd name="connsiteX2" fmla="*/ 3878508 w 3878508"/>
              <a:gd name="connsiteY2" fmla="*/ 381452 h 762904"/>
              <a:gd name="connsiteX3" fmla="*/ 3878507 w 3878508"/>
              <a:gd name="connsiteY3" fmla="*/ 381452 h 762904"/>
              <a:gd name="connsiteX4" fmla="*/ 3497055 w 3878508"/>
              <a:gd name="connsiteY4" fmla="*/ 762904 h 762904"/>
              <a:gd name="connsiteX5" fmla="*/ 0 w 3878508"/>
              <a:gd name="connsiteY5" fmla="*/ 762903 h 762904"/>
              <a:gd name="connsiteX6" fmla="*/ 51426 w 3878508"/>
              <a:gd name="connsiteY6" fmla="*/ 720474 h 762904"/>
              <a:gd name="connsiteX7" fmla="*/ 191853 w 3878508"/>
              <a:gd name="connsiteY7" fmla="*/ 381451 h 762904"/>
              <a:gd name="connsiteX8" fmla="*/ 51426 w 3878508"/>
              <a:gd name="connsiteY8" fmla="*/ 42429 h 76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508" h="762904">
                <a:moveTo>
                  <a:pt x="2" y="0"/>
                </a:moveTo>
                <a:lnTo>
                  <a:pt x="3497056" y="0"/>
                </a:lnTo>
                <a:cubicBezTo>
                  <a:pt x="3707726" y="0"/>
                  <a:pt x="3878508" y="170782"/>
                  <a:pt x="3878508" y="381452"/>
                </a:cubicBezTo>
                <a:lnTo>
                  <a:pt x="3878507" y="381452"/>
                </a:lnTo>
                <a:cubicBezTo>
                  <a:pt x="3878507" y="592122"/>
                  <a:pt x="3707725" y="762904"/>
                  <a:pt x="3497055" y="762904"/>
                </a:cubicBezTo>
                <a:lnTo>
                  <a:pt x="0" y="762903"/>
                </a:lnTo>
                <a:lnTo>
                  <a:pt x="51426" y="720474"/>
                </a:lnTo>
                <a:cubicBezTo>
                  <a:pt x="138189" y="633710"/>
                  <a:pt x="191853" y="513848"/>
                  <a:pt x="191853" y="381451"/>
                </a:cubicBezTo>
                <a:cubicBezTo>
                  <a:pt x="191853" y="249055"/>
                  <a:pt x="138189" y="129192"/>
                  <a:pt x="51426" y="42429"/>
                </a:cubicBezTo>
                <a:close/>
              </a:path>
            </a:pathLst>
          </a:custGeom>
          <a:solidFill>
            <a:schemeClr val="accent1">
              <a:lumMod val="20000"/>
              <a:lumOff val="80000"/>
            </a:schemeClr>
          </a:solidFill>
          <a:ln w="25400" cap="flat" cmpd="sng" algn="ctr">
            <a:noFill/>
            <a:prstDash val="solid"/>
          </a:ln>
          <a:effectLst/>
        </p:spPr>
        <p:txBody>
          <a:bodyPr lIns="396000" tIns="0" rIns="0" bIns="0" anchor="ctr">
            <a:normAutofit/>
          </a:bodyPr>
          <a:lstStyle/>
          <a:p>
            <a:pPr eaLnBrk="1" fontAlgn="auto" hangingPunct="1">
              <a:lnSpc>
                <a:spcPct val="130000"/>
              </a:lnSpc>
              <a:spcBef>
                <a:spcPts val="0"/>
              </a:spcBef>
              <a:spcAft>
                <a:spcPts val="0"/>
              </a:spcAft>
              <a:defRPr/>
            </a:pPr>
            <a:r>
              <a:rPr lang="zh-CN" altLang="en-US" sz="2400" kern="0" dirty="0" smtClean="0">
                <a:solidFill>
                  <a:srgbClr val="3A3A3A"/>
                </a:solidFill>
                <a:latin typeface="微软雅黑" pitchFamily="34" charset="-122"/>
                <a:ea typeface="微软雅黑" pitchFamily="34" charset="-122"/>
                <a:cs typeface="Arial" pitchFamily="34" charset="0"/>
              </a:rPr>
              <a:t>公司概况</a:t>
            </a:r>
            <a:endParaRPr lang="zh-CN" altLang="en-US" sz="2400" kern="0" dirty="0">
              <a:solidFill>
                <a:srgbClr val="3A3A3A"/>
              </a:solidFill>
              <a:latin typeface="微软雅黑" pitchFamily="34" charset="-122"/>
              <a:ea typeface="微软雅黑" pitchFamily="34" charset="-122"/>
              <a:cs typeface="Arial" pitchFamily="34" charset="0"/>
            </a:endParaRPr>
          </a:p>
        </p:txBody>
      </p:sp>
      <p:sp>
        <p:nvSpPr>
          <p:cNvPr id="42" name="KSO_GT1"/>
          <p:cNvSpPr/>
          <p:nvPr>
            <p:custDataLst>
              <p:tags r:id="rId3"/>
            </p:custDataLst>
          </p:nvPr>
        </p:nvSpPr>
        <p:spPr>
          <a:xfrm>
            <a:off x="3670300" y="618232"/>
            <a:ext cx="763588" cy="762000"/>
          </a:xfrm>
          <a:prstGeom prst="ellipse">
            <a:avLst/>
          </a:prstGeom>
          <a:solidFill>
            <a:srgbClr val="FFFFFF"/>
          </a:solidFill>
          <a:ln w="57150" cap="flat" cmpd="sng" algn="ctr">
            <a:solidFill>
              <a:schemeClr val="accent1"/>
            </a:solidFill>
            <a:prstDash val="solid"/>
          </a:ln>
          <a:effectLst/>
        </p:spPr>
        <p:txBody>
          <a:bodyPr anchor="ctr"/>
          <a:lstStyle/>
          <a:p>
            <a:pPr eaLnBrk="1" fontAlgn="auto" hangingPunct="1">
              <a:spcBef>
                <a:spcPts val="0"/>
              </a:spcBef>
              <a:spcAft>
                <a:spcPts val="0"/>
              </a:spcAft>
              <a:defRPr/>
            </a:pPr>
            <a:r>
              <a:rPr lang="en-US" altLang="zh-CN" sz="4000" i="1" kern="0" dirty="0">
                <a:solidFill>
                  <a:schemeClr val="accent1"/>
                </a:solidFill>
                <a:latin typeface="微软雅黑" pitchFamily="34" charset="-122"/>
                <a:ea typeface="微软雅黑" pitchFamily="34" charset="-122"/>
              </a:rPr>
              <a:t>1</a:t>
            </a:r>
          </a:p>
        </p:txBody>
      </p:sp>
      <p:sp>
        <p:nvSpPr>
          <p:cNvPr id="13" name="任意多边形 12"/>
          <p:cNvSpPr/>
          <p:nvPr>
            <p:custDataLst>
              <p:tags r:id="rId4"/>
            </p:custDataLst>
          </p:nvPr>
        </p:nvSpPr>
        <p:spPr>
          <a:xfrm>
            <a:off x="4340225" y="1786632"/>
            <a:ext cx="3878263" cy="762000"/>
          </a:xfrm>
          <a:custGeom>
            <a:avLst/>
            <a:gdLst>
              <a:gd name="connsiteX0" fmla="*/ 2 w 3878508"/>
              <a:gd name="connsiteY0" fmla="*/ 0 h 762904"/>
              <a:gd name="connsiteX1" fmla="*/ 3497056 w 3878508"/>
              <a:gd name="connsiteY1" fmla="*/ 0 h 762904"/>
              <a:gd name="connsiteX2" fmla="*/ 3878508 w 3878508"/>
              <a:gd name="connsiteY2" fmla="*/ 381452 h 762904"/>
              <a:gd name="connsiteX3" fmla="*/ 3878507 w 3878508"/>
              <a:gd name="connsiteY3" fmla="*/ 381452 h 762904"/>
              <a:gd name="connsiteX4" fmla="*/ 3497055 w 3878508"/>
              <a:gd name="connsiteY4" fmla="*/ 762904 h 762904"/>
              <a:gd name="connsiteX5" fmla="*/ 0 w 3878508"/>
              <a:gd name="connsiteY5" fmla="*/ 762903 h 762904"/>
              <a:gd name="connsiteX6" fmla="*/ 51426 w 3878508"/>
              <a:gd name="connsiteY6" fmla="*/ 720474 h 762904"/>
              <a:gd name="connsiteX7" fmla="*/ 191853 w 3878508"/>
              <a:gd name="connsiteY7" fmla="*/ 381451 h 762904"/>
              <a:gd name="connsiteX8" fmla="*/ 51426 w 3878508"/>
              <a:gd name="connsiteY8" fmla="*/ 42429 h 76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508" h="762904">
                <a:moveTo>
                  <a:pt x="2" y="0"/>
                </a:moveTo>
                <a:lnTo>
                  <a:pt x="3497056" y="0"/>
                </a:lnTo>
                <a:cubicBezTo>
                  <a:pt x="3707726" y="0"/>
                  <a:pt x="3878508" y="170782"/>
                  <a:pt x="3878508" y="381452"/>
                </a:cubicBezTo>
                <a:lnTo>
                  <a:pt x="3878507" y="381452"/>
                </a:lnTo>
                <a:cubicBezTo>
                  <a:pt x="3878507" y="592122"/>
                  <a:pt x="3707725" y="762904"/>
                  <a:pt x="3497055" y="762904"/>
                </a:cubicBezTo>
                <a:lnTo>
                  <a:pt x="0" y="762903"/>
                </a:lnTo>
                <a:lnTo>
                  <a:pt x="51426" y="720474"/>
                </a:lnTo>
                <a:cubicBezTo>
                  <a:pt x="138189" y="633710"/>
                  <a:pt x="191853" y="513848"/>
                  <a:pt x="191853" y="381451"/>
                </a:cubicBezTo>
                <a:cubicBezTo>
                  <a:pt x="191853" y="249055"/>
                  <a:pt x="138189" y="129192"/>
                  <a:pt x="51426" y="42429"/>
                </a:cubicBezTo>
                <a:close/>
              </a:path>
            </a:pathLst>
          </a:custGeom>
          <a:solidFill>
            <a:schemeClr val="accent1">
              <a:lumMod val="20000"/>
              <a:lumOff val="80000"/>
            </a:schemeClr>
          </a:solidFill>
          <a:ln w="25400" cap="flat" cmpd="sng" algn="ctr">
            <a:noFill/>
            <a:prstDash val="solid"/>
          </a:ln>
          <a:effectLst/>
        </p:spPr>
        <p:txBody>
          <a:bodyPr lIns="396000" tIns="0" rIns="0" bIns="0" anchor="ctr">
            <a:normAutofit/>
          </a:bodyPr>
          <a:lstStyle/>
          <a:p>
            <a:pPr eaLnBrk="1" fontAlgn="auto" hangingPunct="1">
              <a:lnSpc>
                <a:spcPct val="130000"/>
              </a:lnSpc>
              <a:spcBef>
                <a:spcPts val="0"/>
              </a:spcBef>
              <a:spcAft>
                <a:spcPts val="0"/>
              </a:spcAft>
              <a:defRPr/>
            </a:pPr>
            <a:r>
              <a:rPr lang="zh-CN" altLang="en-US" sz="2400" kern="0" dirty="0" smtClean="0">
                <a:solidFill>
                  <a:srgbClr val="3A3A3A"/>
                </a:solidFill>
                <a:latin typeface="微软雅黑" pitchFamily="34" charset="-122"/>
                <a:ea typeface="微软雅黑" pitchFamily="34" charset="-122"/>
                <a:cs typeface="Arial" pitchFamily="34" charset="0"/>
              </a:rPr>
              <a:t>成功案例</a:t>
            </a:r>
            <a:endParaRPr lang="zh-CN" altLang="en-US" sz="2400" kern="0" dirty="0">
              <a:solidFill>
                <a:srgbClr val="3A3A3A"/>
              </a:solidFill>
              <a:latin typeface="微软雅黑" pitchFamily="34" charset="-122"/>
              <a:ea typeface="微软雅黑" pitchFamily="34" charset="-122"/>
              <a:cs typeface="Arial" pitchFamily="34" charset="0"/>
            </a:endParaRPr>
          </a:p>
        </p:txBody>
      </p:sp>
      <p:sp>
        <p:nvSpPr>
          <p:cNvPr id="14" name="KSO_GT1"/>
          <p:cNvSpPr/>
          <p:nvPr>
            <p:custDataLst>
              <p:tags r:id="rId5"/>
            </p:custDataLst>
          </p:nvPr>
        </p:nvSpPr>
        <p:spPr>
          <a:xfrm>
            <a:off x="3670300" y="1786632"/>
            <a:ext cx="763588" cy="762000"/>
          </a:xfrm>
          <a:prstGeom prst="ellipse">
            <a:avLst/>
          </a:prstGeom>
          <a:solidFill>
            <a:srgbClr val="FFFFFF"/>
          </a:solidFill>
          <a:ln w="57150" cap="flat" cmpd="sng" algn="ctr">
            <a:solidFill>
              <a:schemeClr val="accent1"/>
            </a:solidFill>
            <a:prstDash val="solid"/>
          </a:ln>
          <a:effectLst/>
        </p:spPr>
        <p:txBody>
          <a:bodyPr anchor="ctr"/>
          <a:lstStyle/>
          <a:p>
            <a:pPr eaLnBrk="1" fontAlgn="auto" hangingPunct="1">
              <a:spcBef>
                <a:spcPts val="0"/>
              </a:spcBef>
              <a:spcAft>
                <a:spcPts val="0"/>
              </a:spcAft>
              <a:defRPr/>
            </a:pPr>
            <a:r>
              <a:rPr lang="en-US" altLang="zh-CN" sz="4000" i="1" kern="0" dirty="0">
                <a:solidFill>
                  <a:schemeClr val="accent1"/>
                </a:solidFill>
                <a:latin typeface="微软雅黑" pitchFamily="34" charset="-122"/>
                <a:ea typeface="微软雅黑" pitchFamily="34" charset="-122"/>
              </a:rPr>
              <a:t>2</a:t>
            </a:r>
          </a:p>
        </p:txBody>
      </p:sp>
      <p:sp>
        <p:nvSpPr>
          <p:cNvPr id="15" name="任意多边形 14"/>
          <p:cNvSpPr/>
          <p:nvPr>
            <p:custDataLst>
              <p:tags r:id="rId6"/>
            </p:custDataLst>
          </p:nvPr>
        </p:nvSpPr>
        <p:spPr>
          <a:xfrm>
            <a:off x="4340225" y="2955032"/>
            <a:ext cx="3878263" cy="762000"/>
          </a:xfrm>
          <a:custGeom>
            <a:avLst/>
            <a:gdLst>
              <a:gd name="connsiteX0" fmla="*/ 2 w 3878508"/>
              <a:gd name="connsiteY0" fmla="*/ 0 h 762904"/>
              <a:gd name="connsiteX1" fmla="*/ 3497056 w 3878508"/>
              <a:gd name="connsiteY1" fmla="*/ 0 h 762904"/>
              <a:gd name="connsiteX2" fmla="*/ 3878508 w 3878508"/>
              <a:gd name="connsiteY2" fmla="*/ 381452 h 762904"/>
              <a:gd name="connsiteX3" fmla="*/ 3878507 w 3878508"/>
              <a:gd name="connsiteY3" fmla="*/ 381452 h 762904"/>
              <a:gd name="connsiteX4" fmla="*/ 3497055 w 3878508"/>
              <a:gd name="connsiteY4" fmla="*/ 762904 h 762904"/>
              <a:gd name="connsiteX5" fmla="*/ 0 w 3878508"/>
              <a:gd name="connsiteY5" fmla="*/ 762903 h 762904"/>
              <a:gd name="connsiteX6" fmla="*/ 51426 w 3878508"/>
              <a:gd name="connsiteY6" fmla="*/ 720474 h 762904"/>
              <a:gd name="connsiteX7" fmla="*/ 191853 w 3878508"/>
              <a:gd name="connsiteY7" fmla="*/ 381451 h 762904"/>
              <a:gd name="connsiteX8" fmla="*/ 51426 w 3878508"/>
              <a:gd name="connsiteY8" fmla="*/ 42429 h 76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508" h="762904">
                <a:moveTo>
                  <a:pt x="2" y="0"/>
                </a:moveTo>
                <a:lnTo>
                  <a:pt x="3497056" y="0"/>
                </a:lnTo>
                <a:cubicBezTo>
                  <a:pt x="3707726" y="0"/>
                  <a:pt x="3878508" y="170782"/>
                  <a:pt x="3878508" y="381452"/>
                </a:cubicBezTo>
                <a:lnTo>
                  <a:pt x="3878507" y="381452"/>
                </a:lnTo>
                <a:cubicBezTo>
                  <a:pt x="3878507" y="592122"/>
                  <a:pt x="3707725" y="762904"/>
                  <a:pt x="3497055" y="762904"/>
                </a:cubicBezTo>
                <a:lnTo>
                  <a:pt x="0" y="762903"/>
                </a:lnTo>
                <a:lnTo>
                  <a:pt x="51426" y="720474"/>
                </a:lnTo>
                <a:cubicBezTo>
                  <a:pt x="138189" y="633710"/>
                  <a:pt x="191853" y="513848"/>
                  <a:pt x="191853" y="381451"/>
                </a:cubicBezTo>
                <a:cubicBezTo>
                  <a:pt x="191853" y="249055"/>
                  <a:pt x="138189" y="129192"/>
                  <a:pt x="51426" y="42429"/>
                </a:cubicBezTo>
                <a:close/>
              </a:path>
            </a:pathLst>
          </a:custGeom>
          <a:solidFill>
            <a:schemeClr val="accent1">
              <a:lumMod val="20000"/>
              <a:lumOff val="80000"/>
            </a:schemeClr>
          </a:solidFill>
          <a:ln w="25400" cap="flat" cmpd="sng" algn="ctr">
            <a:noFill/>
            <a:prstDash val="solid"/>
          </a:ln>
          <a:effectLst/>
        </p:spPr>
        <p:txBody>
          <a:bodyPr lIns="396000" tIns="0" rIns="0" bIns="0" anchor="ctr">
            <a:normAutofit/>
          </a:bodyPr>
          <a:lstStyle/>
          <a:p>
            <a:pPr eaLnBrk="1" fontAlgn="auto" hangingPunct="1">
              <a:lnSpc>
                <a:spcPct val="130000"/>
              </a:lnSpc>
              <a:spcBef>
                <a:spcPts val="0"/>
              </a:spcBef>
              <a:spcAft>
                <a:spcPts val="0"/>
              </a:spcAft>
              <a:defRPr/>
            </a:pPr>
            <a:r>
              <a:rPr lang="en-US" altLang="zh-CN" sz="2400" kern="0" dirty="0" smtClean="0">
                <a:solidFill>
                  <a:srgbClr val="3A3A3A"/>
                </a:solidFill>
                <a:latin typeface="微软雅黑" pitchFamily="34" charset="-122"/>
                <a:ea typeface="微软雅黑" pitchFamily="34" charset="-122"/>
                <a:cs typeface="Arial" pitchFamily="34" charset="0"/>
              </a:rPr>
              <a:t>Demo</a:t>
            </a:r>
            <a:r>
              <a:rPr lang="zh-CN" altLang="en-US" sz="2400" kern="0" dirty="0" smtClean="0">
                <a:solidFill>
                  <a:srgbClr val="3A3A3A"/>
                </a:solidFill>
                <a:latin typeface="微软雅黑" pitchFamily="34" charset="-122"/>
                <a:ea typeface="微软雅黑" pitchFamily="34" charset="-122"/>
                <a:cs typeface="Arial" pitchFamily="34" charset="0"/>
              </a:rPr>
              <a:t>演示</a:t>
            </a:r>
            <a:endParaRPr lang="zh-CN" altLang="en-US" sz="2400" kern="0" dirty="0">
              <a:solidFill>
                <a:srgbClr val="3A3A3A"/>
              </a:solidFill>
              <a:latin typeface="微软雅黑" pitchFamily="34" charset="-122"/>
              <a:ea typeface="微软雅黑" pitchFamily="34" charset="-122"/>
              <a:cs typeface="Arial" pitchFamily="34" charset="0"/>
            </a:endParaRPr>
          </a:p>
        </p:txBody>
      </p:sp>
      <p:sp>
        <p:nvSpPr>
          <p:cNvPr id="16" name="KSO_GT1"/>
          <p:cNvSpPr/>
          <p:nvPr>
            <p:custDataLst>
              <p:tags r:id="rId7"/>
            </p:custDataLst>
          </p:nvPr>
        </p:nvSpPr>
        <p:spPr>
          <a:xfrm>
            <a:off x="3670300" y="2955032"/>
            <a:ext cx="763588" cy="762000"/>
          </a:xfrm>
          <a:prstGeom prst="ellipse">
            <a:avLst/>
          </a:prstGeom>
          <a:solidFill>
            <a:srgbClr val="FFFFFF"/>
          </a:solidFill>
          <a:ln w="57150" cap="flat" cmpd="sng" algn="ctr">
            <a:solidFill>
              <a:schemeClr val="accent1"/>
            </a:solidFill>
            <a:prstDash val="solid"/>
          </a:ln>
          <a:effectLst/>
        </p:spPr>
        <p:txBody>
          <a:bodyPr anchor="ctr"/>
          <a:lstStyle/>
          <a:p>
            <a:pPr eaLnBrk="1" fontAlgn="auto" hangingPunct="1">
              <a:spcBef>
                <a:spcPts val="0"/>
              </a:spcBef>
              <a:spcAft>
                <a:spcPts val="0"/>
              </a:spcAft>
              <a:defRPr/>
            </a:pPr>
            <a:r>
              <a:rPr lang="en-US" altLang="zh-CN" sz="4000" i="1" kern="0" dirty="0">
                <a:solidFill>
                  <a:schemeClr val="accent1"/>
                </a:solidFill>
                <a:latin typeface="微软雅黑" pitchFamily="34" charset="-122"/>
                <a:ea typeface="微软雅黑" pitchFamily="34" charset="-122"/>
              </a:rPr>
              <a:t>3</a:t>
            </a:r>
          </a:p>
        </p:txBody>
      </p:sp>
      <p:sp>
        <p:nvSpPr>
          <p:cNvPr id="3080" name="文本框 8"/>
          <p:cNvSpPr txBox="1">
            <a:spLocks noChangeArrowheads="1"/>
          </p:cNvSpPr>
          <p:nvPr>
            <p:custDataLst>
              <p:tags r:id="rId8"/>
            </p:custDataLst>
          </p:nvPr>
        </p:nvSpPr>
        <p:spPr bwMode="auto">
          <a:xfrm>
            <a:off x="1604844" y="2466975"/>
            <a:ext cx="800219"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Narrow" pitchFamily="34" charset="0"/>
                <a:ea typeface="宋体" pitchFamily="2" charset="-122"/>
              </a:defRPr>
            </a:lvl1pPr>
            <a:lvl2pPr marL="742950" indent="-285750">
              <a:defRPr>
                <a:solidFill>
                  <a:schemeClr val="tx1"/>
                </a:solidFill>
                <a:latin typeface="Arial Narrow" pitchFamily="34" charset="0"/>
                <a:ea typeface="宋体" pitchFamily="2" charset="-122"/>
              </a:defRPr>
            </a:lvl2pPr>
            <a:lvl3pPr marL="1143000" indent="-228600">
              <a:defRPr>
                <a:solidFill>
                  <a:schemeClr val="tx1"/>
                </a:solidFill>
                <a:latin typeface="Arial Narrow" pitchFamily="34" charset="0"/>
                <a:ea typeface="宋体" pitchFamily="2" charset="-122"/>
              </a:defRPr>
            </a:lvl3pPr>
            <a:lvl4pPr marL="1600200" indent="-228600">
              <a:defRPr>
                <a:solidFill>
                  <a:schemeClr val="tx1"/>
                </a:solidFill>
                <a:latin typeface="Arial Narrow" pitchFamily="34" charset="0"/>
                <a:ea typeface="宋体" pitchFamily="2" charset="-122"/>
              </a:defRPr>
            </a:lvl4pPr>
            <a:lvl5pPr marL="2057400" indent="-228600">
              <a:defRPr>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Narrow" pitchFamily="34" charset="0"/>
                <a:ea typeface="宋体" pitchFamily="2" charset="-122"/>
              </a:defRPr>
            </a:lvl9pPr>
          </a:lstStyle>
          <a:p>
            <a:r>
              <a:rPr lang="en-US" altLang="zh-CN" sz="4000" dirty="0">
                <a:solidFill>
                  <a:srgbClr val="DEDEDE"/>
                </a:solidFill>
                <a:latin typeface="微软雅黑" pitchFamily="34" charset="-122"/>
                <a:ea typeface="微软雅黑" pitchFamily="34" charset="-122"/>
              </a:rPr>
              <a:t>Contents</a:t>
            </a:r>
          </a:p>
        </p:txBody>
      </p:sp>
      <p:sp>
        <p:nvSpPr>
          <p:cNvPr id="10" name="椭圆 9"/>
          <p:cNvSpPr/>
          <p:nvPr>
            <p:custDataLst>
              <p:tags r:id="rId9"/>
            </p:custDataLst>
          </p:nvPr>
        </p:nvSpPr>
        <p:spPr>
          <a:xfrm>
            <a:off x="1401763" y="1497013"/>
            <a:ext cx="869950" cy="869950"/>
          </a:xfrm>
          <a:prstGeom prst="ellipse">
            <a:avLst/>
          </a:prstGeom>
          <a:solidFill>
            <a:srgbClr val="FFFFFF"/>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3600" b="1" dirty="0">
                <a:solidFill>
                  <a:schemeClr val="accent1"/>
                </a:solidFill>
                <a:latin typeface="微软雅黑" pitchFamily="34" charset="-122"/>
                <a:ea typeface="微软雅黑" pitchFamily="34" charset="-122"/>
              </a:rPr>
              <a:t>目</a:t>
            </a:r>
          </a:p>
        </p:txBody>
      </p:sp>
      <p:sp>
        <p:nvSpPr>
          <p:cNvPr id="11" name="椭圆 10"/>
          <p:cNvSpPr/>
          <p:nvPr>
            <p:custDataLst>
              <p:tags r:id="rId10"/>
            </p:custDataLst>
          </p:nvPr>
        </p:nvSpPr>
        <p:spPr>
          <a:xfrm>
            <a:off x="1119188" y="2176463"/>
            <a:ext cx="649287" cy="649287"/>
          </a:xfrm>
          <a:prstGeom prst="ellips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3600" b="1" dirty="0">
                <a:solidFill>
                  <a:srgbClr val="FFFFFF"/>
                </a:solidFill>
                <a:latin typeface="微软雅黑" pitchFamily="34" charset="-122"/>
                <a:ea typeface="微软雅黑" pitchFamily="34" charset="-122"/>
              </a:rPr>
              <a:t>录</a:t>
            </a:r>
          </a:p>
        </p:txBody>
      </p:sp>
      <p:sp>
        <p:nvSpPr>
          <p:cNvPr id="17" name="任意多边形 16"/>
          <p:cNvSpPr/>
          <p:nvPr>
            <p:custDataLst>
              <p:tags r:id="rId11"/>
            </p:custDataLst>
          </p:nvPr>
        </p:nvSpPr>
        <p:spPr>
          <a:xfrm>
            <a:off x="4305821" y="4149080"/>
            <a:ext cx="3878263" cy="762000"/>
          </a:xfrm>
          <a:custGeom>
            <a:avLst/>
            <a:gdLst>
              <a:gd name="connsiteX0" fmla="*/ 2 w 3878508"/>
              <a:gd name="connsiteY0" fmla="*/ 0 h 762904"/>
              <a:gd name="connsiteX1" fmla="*/ 3497056 w 3878508"/>
              <a:gd name="connsiteY1" fmla="*/ 0 h 762904"/>
              <a:gd name="connsiteX2" fmla="*/ 3878508 w 3878508"/>
              <a:gd name="connsiteY2" fmla="*/ 381452 h 762904"/>
              <a:gd name="connsiteX3" fmla="*/ 3878507 w 3878508"/>
              <a:gd name="connsiteY3" fmla="*/ 381452 h 762904"/>
              <a:gd name="connsiteX4" fmla="*/ 3497055 w 3878508"/>
              <a:gd name="connsiteY4" fmla="*/ 762904 h 762904"/>
              <a:gd name="connsiteX5" fmla="*/ 0 w 3878508"/>
              <a:gd name="connsiteY5" fmla="*/ 762903 h 762904"/>
              <a:gd name="connsiteX6" fmla="*/ 51426 w 3878508"/>
              <a:gd name="connsiteY6" fmla="*/ 720474 h 762904"/>
              <a:gd name="connsiteX7" fmla="*/ 191853 w 3878508"/>
              <a:gd name="connsiteY7" fmla="*/ 381451 h 762904"/>
              <a:gd name="connsiteX8" fmla="*/ 51426 w 3878508"/>
              <a:gd name="connsiteY8" fmla="*/ 42429 h 76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508" h="762904">
                <a:moveTo>
                  <a:pt x="2" y="0"/>
                </a:moveTo>
                <a:lnTo>
                  <a:pt x="3497056" y="0"/>
                </a:lnTo>
                <a:cubicBezTo>
                  <a:pt x="3707726" y="0"/>
                  <a:pt x="3878508" y="170782"/>
                  <a:pt x="3878508" y="381452"/>
                </a:cubicBezTo>
                <a:lnTo>
                  <a:pt x="3878507" y="381452"/>
                </a:lnTo>
                <a:cubicBezTo>
                  <a:pt x="3878507" y="592122"/>
                  <a:pt x="3707725" y="762904"/>
                  <a:pt x="3497055" y="762904"/>
                </a:cubicBezTo>
                <a:lnTo>
                  <a:pt x="0" y="762903"/>
                </a:lnTo>
                <a:lnTo>
                  <a:pt x="51426" y="720474"/>
                </a:lnTo>
                <a:cubicBezTo>
                  <a:pt x="138189" y="633710"/>
                  <a:pt x="191853" y="513848"/>
                  <a:pt x="191853" y="381451"/>
                </a:cubicBezTo>
                <a:cubicBezTo>
                  <a:pt x="191853" y="249055"/>
                  <a:pt x="138189" y="129192"/>
                  <a:pt x="51426" y="42429"/>
                </a:cubicBezTo>
                <a:close/>
              </a:path>
            </a:pathLst>
          </a:custGeom>
          <a:solidFill>
            <a:schemeClr val="accent1">
              <a:lumMod val="20000"/>
              <a:lumOff val="80000"/>
            </a:schemeClr>
          </a:solidFill>
          <a:ln w="25400" cap="flat" cmpd="sng" algn="ctr">
            <a:noFill/>
            <a:prstDash val="solid"/>
          </a:ln>
          <a:effectLst/>
        </p:spPr>
        <p:txBody>
          <a:bodyPr lIns="396000" tIns="0" rIns="0" bIns="0" anchor="ctr">
            <a:normAutofit/>
          </a:bodyPr>
          <a:lstStyle/>
          <a:p>
            <a:pPr eaLnBrk="1" fontAlgn="auto" hangingPunct="1">
              <a:lnSpc>
                <a:spcPct val="130000"/>
              </a:lnSpc>
              <a:spcBef>
                <a:spcPts val="0"/>
              </a:spcBef>
              <a:spcAft>
                <a:spcPts val="0"/>
              </a:spcAft>
              <a:defRPr/>
            </a:pPr>
            <a:r>
              <a:rPr lang="zh-CN" altLang="en-US" sz="2400" kern="0" dirty="0" smtClean="0">
                <a:solidFill>
                  <a:srgbClr val="3A3A3A"/>
                </a:solidFill>
                <a:latin typeface="微软雅黑" pitchFamily="34" charset="-122"/>
                <a:ea typeface="微软雅黑" pitchFamily="34" charset="-122"/>
                <a:cs typeface="Arial" pitchFamily="34" charset="0"/>
              </a:rPr>
              <a:t>合作计划</a:t>
            </a:r>
            <a:endParaRPr lang="zh-CN" altLang="en-US" sz="2400" kern="0" dirty="0">
              <a:solidFill>
                <a:srgbClr val="3A3A3A"/>
              </a:solidFill>
              <a:latin typeface="微软雅黑" pitchFamily="34" charset="-122"/>
              <a:ea typeface="微软雅黑" pitchFamily="34" charset="-122"/>
              <a:cs typeface="Arial" pitchFamily="34" charset="0"/>
            </a:endParaRPr>
          </a:p>
        </p:txBody>
      </p:sp>
      <p:sp>
        <p:nvSpPr>
          <p:cNvPr id="18" name="KSO_GT1"/>
          <p:cNvSpPr/>
          <p:nvPr>
            <p:custDataLst>
              <p:tags r:id="rId12"/>
            </p:custDataLst>
          </p:nvPr>
        </p:nvSpPr>
        <p:spPr>
          <a:xfrm>
            <a:off x="3635896" y="4149080"/>
            <a:ext cx="763588" cy="762000"/>
          </a:xfrm>
          <a:prstGeom prst="ellipse">
            <a:avLst/>
          </a:prstGeom>
          <a:solidFill>
            <a:srgbClr val="FFFFFF"/>
          </a:solidFill>
          <a:ln w="57150" cap="flat" cmpd="sng" algn="ctr">
            <a:solidFill>
              <a:schemeClr val="accent1"/>
            </a:solidFill>
            <a:prstDash val="solid"/>
          </a:ln>
          <a:effectLst/>
        </p:spPr>
        <p:txBody>
          <a:bodyPr anchor="ctr"/>
          <a:lstStyle/>
          <a:p>
            <a:pPr eaLnBrk="1" fontAlgn="auto" hangingPunct="1">
              <a:spcBef>
                <a:spcPts val="0"/>
              </a:spcBef>
              <a:spcAft>
                <a:spcPts val="0"/>
              </a:spcAft>
              <a:defRPr/>
            </a:pPr>
            <a:r>
              <a:rPr lang="en-US" altLang="zh-CN" sz="4000" i="1" kern="0" dirty="0">
                <a:solidFill>
                  <a:schemeClr val="accent1"/>
                </a:solidFill>
                <a:latin typeface="微软雅黑" pitchFamily="34" charset="-122"/>
                <a:ea typeface="微软雅黑" pitchFamily="34" charset="-122"/>
              </a:rPr>
              <a:t>4</a:t>
            </a:r>
          </a:p>
        </p:txBody>
      </p:sp>
      <p:sp>
        <p:nvSpPr>
          <p:cNvPr id="19" name="任意多边形 18"/>
          <p:cNvSpPr/>
          <p:nvPr>
            <p:custDataLst>
              <p:tags r:id="rId13"/>
            </p:custDataLst>
          </p:nvPr>
        </p:nvSpPr>
        <p:spPr>
          <a:xfrm>
            <a:off x="4305821" y="5317480"/>
            <a:ext cx="3878263" cy="762000"/>
          </a:xfrm>
          <a:custGeom>
            <a:avLst/>
            <a:gdLst>
              <a:gd name="connsiteX0" fmla="*/ 2 w 3878508"/>
              <a:gd name="connsiteY0" fmla="*/ 0 h 762904"/>
              <a:gd name="connsiteX1" fmla="*/ 3497056 w 3878508"/>
              <a:gd name="connsiteY1" fmla="*/ 0 h 762904"/>
              <a:gd name="connsiteX2" fmla="*/ 3878508 w 3878508"/>
              <a:gd name="connsiteY2" fmla="*/ 381452 h 762904"/>
              <a:gd name="connsiteX3" fmla="*/ 3878507 w 3878508"/>
              <a:gd name="connsiteY3" fmla="*/ 381452 h 762904"/>
              <a:gd name="connsiteX4" fmla="*/ 3497055 w 3878508"/>
              <a:gd name="connsiteY4" fmla="*/ 762904 h 762904"/>
              <a:gd name="connsiteX5" fmla="*/ 0 w 3878508"/>
              <a:gd name="connsiteY5" fmla="*/ 762903 h 762904"/>
              <a:gd name="connsiteX6" fmla="*/ 51426 w 3878508"/>
              <a:gd name="connsiteY6" fmla="*/ 720474 h 762904"/>
              <a:gd name="connsiteX7" fmla="*/ 191853 w 3878508"/>
              <a:gd name="connsiteY7" fmla="*/ 381451 h 762904"/>
              <a:gd name="connsiteX8" fmla="*/ 51426 w 3878508"/>
              <a:gd name="connsiteY8" fmla="*/ 42429 h 76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508" h="762904">
                <a:moveTo>
                  <a:pt x="2" y="0"/>
                </a:moveTo>
                <a:lnTo>
                  <a:pt x="3497056" y="0"/>
                </a:lnTo>
                <a:cubicBezTo>
                  <a:pt x="3707726" y="0"/>
                  <a:pt x="3878508" y="170782"/>
                  <a:pt x="3878508" y="381452"/>
                </a:cubicBezTo>
                <a:lnTo>
                  <a:pt x="3878507" y="381452"/>
                </a:lnTo>
                <a:cubicBezTo>
                  <a:pt x="3878507" y="592122"/>
                  <a:pt x="3707725" y="762904"/>
                  <a:pt x="3497055" y="762904"/>
                </a:cubicBezTo>
                <a:lnTo>
                  <a:pt x="0" y="762903"/>
                </a:lnTo>
                <a:lnTo>
                  <a:pt x="51426" y="720474"/>
                </a:lnTo>
                <a:cubicBezTo>
                  <a:pt x="138189" y="633710"/>
                  <a:pt x="191853" y="513848"/>
                  <a:pt x="191853" y="381451"/>
                </a:cubicBezTo>
                <a:cubicBezTo>
                  <a:pt x="191853" y="249055"/>
                  <a:pt x="138189" y="129192"/>
                  <a:pt x="51426" y="42429"/>
                </a:cubicBezTo>
                <a:close/>
              </a:path>
            </a:pathLst>
          </a:custGeom>
          <a:solidFill>
            <a:schemeClr val="accent1">
              <a:lumMod val="20000"/>
              <a:lumOff val="80000"/>
            </a:schemeClr>
          </a:solidFill>
          <a:ln w="25400" cap="flat" cmpd="sng" algn="ctr">
            <a:noFill/>
            <a:prstDash val="solid"/>
          </a:ln>
          <a:effectLst/>
        </p:spPr>
        <p:txBody>
          <a:bodyPr lIns="396000" tIns="0" rIns="0" bIns="0" anchor="ctr">
            <a:normAutofit/>
          </a:bodyPr>
          <a:lstStyle/>
          <a:p>
            <a:pPr eaLnBrk="1" fontAlgn="auto" hangingPunct="1">
              <a:lnSpc>
                <a:spcPct val="130000"/>
              </a:lnSpc>
              <a:spcBef>
                <a:spcPts val="0"/>
              </a:spcBef>
              <a:spcAft>
                <a:spcPts val="0"/>
              </a:spcAft>
              <a:defRPr/>
            </a:pPr>
            <a:r>
              <a:rPr lang="zh-CN" altLang="en-US" sz="2400" kern="0" dirty="0" smtClean="0">
                <a:solidFill>
                  <a:srgbClr val="3A3A3A"/>
                </a:solidFill>
                <a:latin typeface="微软雅黑" pitchFamily="34" charset="-122"/>
                <a:ea typeface="微软雅黑" pitchFamily="34" charset="-122"/>
                <a:cs typeface="Arial" pitchFamily="34" charset="0"/>
              </a:rPr>
              <a:t>合作经历</a:t>
            </a:r>
            <a:endParaRPr lang="zh-CN" altLang="en-US" sz="2400" kern="0" dirty="0">
              <a:solidFill>
                <a:srgbClr val="3A3A3A"/>
              </a:solidFill>
              <a:latin typeface="微软雅黑" pitchFamily="34" charset="-122"/>
              <a:ea typeface="微软雅黑" pitchFamily="34" charset="-122"/>
              <a:cs typeface="Arial" pitchFamily="34" charset="0"/>
            </a:endParaRPr>
          </a:p>
        </p:txBody>
      </p:sp>
      <p:sp>
        <p:nvSpPr>
          <p:cNvPr id="20" name="KSO_GT1"/>
          <p:cNvSpPr/>
          <p:nvPr>
            <p:custDataLst>
              <p:tags r:id="rId14"/>
            </p:custDataLst>
          </p:nvPr>
        </p:nvSpPr>
        <p:spPr>
          <a:xfrm>
            <a:off x="3635896" y="5317480"/>
            <a:ext cx="763588" cy="762000"/>
          </a:xfrm>
          <a:prstGeom prst="ellipse">
            <a:avLst/>
          </a:prstGeom>
          <a:solidFill>
            <a:srgbClr val="FFFFFF"/>
          </a:solidFill>
          <a:ln w="57150" cap="flat" cmpd="sng" algn="ctr">
            <a:solidFill>
              <a:schemeClr val="accent1"/>
            </a:solidFill>
            <a:prstDash val="solid"/>
          </a:ln>
          <a:effectLst/>
        </p:spPr>
        <p:txBody>
          <a:bodyPr anchor="ctr"/>
          <a:lstStyle/>
          <a:p>
            <a:pPr eaLnBrk="1" fontAlgn="auto" hangingPunct="1">
              <a:spcBef>
                <a:spcPts val="0"/>
              </a:spcBef>
              <a:spcAft>
                <a:spcPts val="0"/>
              </a:spcAft>
              <a:defRPr/>
            </a:pPr>
            <a:r>
              <a:rPr lang="en-US" altLang="zh-CN" sz="4000" i="1" kern="0" dirty="0">
                <a:solidFill>
                  <a:schemeClr val="accent1"/>
                </a:solidFill>
                <a:latin typeface="微软雅黑" pitchFamily="34" charset="-122"/>
                <a:ea typeface="微软雅黑" pitchFamily="34" charset="-122"/>
              </a:rPr>
              <a:t>5</a:t>
            </a:r>
          </a:p>
        </p:txBody>
      </p:sp>
    </p:spTree>
    <p:custDataLst>
      <p:tags r:id="rId1"/>
    </p:custDataLst>
    <p:extLst>
      <p:ext uri="{BB962C8B-B14F-4D97-AF65-F5344CB8AC3E}">
        <p14:creationId xmlns:p14="http://schemas.microsoft.com/office/powerpoint/2010/main" val="3071072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文本框 24"/>
          <p:cNvSpPr txBox="1">
            <a:spLocks noChangeArrowheads="1"/>
          </p:cNvSpPr>
          <p:nvPr>
            <p:custDataLst>
              <p:tags r:id="rId2"/>
            </p:custDataLst>
          </p:nvPr>
        </p:nvSpPr>
        <p:spPr bwMode="auto">
          <a:xfrm>
            <a:off x="1647825" y="3213100"/>
            <a:ext cx="698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4800" dirty="0">
                <a:solidFill>
                  <a:schemeClr val="accent2"/>
                </a:solidFill>
                <a:latin typeface="微软雅黑" pitchFamily="34" charset="-122"/>
                <a:ea typeface="微软雅黑" pitchFamily="34" charset="-122"/>
              </a:rPr>
              <a:t>第</a:t>
            </a:r>
          </a:p>
        </p:txBody>
      </p:sp>
      <p:sp>
        <p:nvSpPr>
          <p:cNvPr id="2051" name="文本框 25"/>
          <p:cNvSpPr txBox="1">
            <a:spLocks noChangeArrowheads="1"/>
          </p:cNvSpPr>
          <p:nvPr>
            <p:custDataLst>
              <p:tags r:id="rId3"/>
            </p:custDataLst>
          </p:nvPr>
        </p:nvSpPr>
        <p:spPr bwMode="auto">
          <a:xfrm>
            <a:off x="3341688" y="1878013"/>
            <a:ext cx="11064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5400" dirty="0">
                <a:solidFill>
                  <a:schemeClr val="accent2"/>
                </a:solidFill>
                <a:latin typeface="微软雅黑" pitchFamily="34" charset="-122"/>
                <a:ea typeface="微软雅黑" pitchFamily="34" charset="-122"/>
              </a:rPr>
              <a:t>章</a:t>
            </a:r>
          </a:p>
        </p:txBody>
      </p:sp>
      <p:sp>
        <p:nvSpPr>
          <p:cNvPr id="27" name="文本框 26"/>
          <p:cNvSpPr txBox="1"/>
          <p:nvPr>
            <p:custDataLst>
              <p:tags r:id="rId4"/>
            </p:custDataLst>
          </p:nvPr>
        </p:nvSpPr>
        <p:spPr>
          <a:xfrm>
            <a:off x="3616325" y="3527425"/>
            <a:ext cx="3722688" cy="571500"/>
          </a:xfrm>
          <a:prstGeom prst="rect">
            <a:avLst/>
          </a:prstGeom>
          <a:noFill/>
        </p:spPr>
        <p:txBody>
          <a:bodyPr/>
          <a:lstStyle/>
          <a:p>
            <a:pPr algn="ctr" eaLnBrk="1" fontAlgn="auto" hangingPunct="1">
              <a:lnSpc>
                <a:spcPct val="130000"/>
              </a:lnSpc>
              <a:spcBef>
                <a:spcPts val="0"/>
              </a:spcBef>
              <a:spcAft>
                <a:spcPts val="0"/>
              </a:spcAft>
              <a:defRPr/>
            </a:pPr>
            <a:r>
              <a:rPr lang="zh-CN" altLang="en-US" sz="2400" dirty="0" smtClean="0">
                <a:solidFill>
                  <a:schemeClr val="tx1">
                    <a:lumMod val="50000"/>
                    <a:lumOff val="50000"/>
                  </a:schemeClr>
                </a:solidFill>
                <a:latin typeface="微软雅黑" pitchFamily="34" charset="-122"/>
                <a:ea typeface="微软雅黑" pitchFamily="34" charset="-122"/>
              </a:rPr>
              <a:t>公司概况</a:t>
            </a:r>
            <a:endParaRPr lang="zh-CN" altLang="en-US" sz="2400" dirty="0">
              <a:solidFill>
                <a:schemeClr val="tx1">
                  <a:lumMod val="50000"/>
                  <a:lumOff val="50000"/>
                </a:schemeClr>
              </a:solidFill>
              <a:latin typeface="微软雅黑" pitchFamily="34" charset="-122"/>
              <a:ea typeface="微软雅黑" pitchFamily="34" charset="-122"/>
            </a:endParaRPr>
          </a:p>
        </p:txBody>
      </p:sp>
      <p:grpSp>
        <p:nvGrpSpPr>
          <p:cNvPr id="2053" name="组合 27"/>
          <p:cNvGrpSpPr>
            <a:grpSpLocks/>
          </p:cNvGrpSpPr>
          <p:nvPr>
            <p:custDataLst>
              <p:tags r:id="rId5"/>
            </p:custDataLst>
          </p:nvPr>
        </p:nvGrpSpPr>
        <p:grpSpPr bwMode="auto">
          <a:xfrm>
            <a:off x="2230438" y="2232025"/>
            <a:ext cx="1255712" cy="1335088"/>
            <a:chOff x="2027513" y="2778845"/>
            <a:chExt cx="813578" cy="865200"/>
          </a:xfrm>
        </p:grpSpPr>
        <p:sp>
          <p:nvSpPr>
            <p:cNvPr id="29" name="椭圆 28"/>
            <p:cNvSpPr/>
            <p:nvPr/>
          </p:nvSpPr>
          <p:spPr>
            <a:xfrm>
              <a:off x="2200308" y="2938305"/>
              <a:ext cx="466959" cy="467064"/>
            </a:xfrm>
            <a:prstGeom prst="ellipse">
              <a:avLst/>
            </a:prstGeom>
            <a:no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altLang="zh-CN" sz="8000" kern="0" dirty="0">
                  <a:solidFill>
                    <a:schemeClr val="accent1"/>
                  </a:solidFill>
                  <a:latin typeface="微软雅黑" pitchFamily="34" charset="-122"/>
                  <a:ea typeface="微软雅黑" pitchFamily="34" charset="-122"/>
                </a:rPr>
                <a:t>1</a:t>
              </a:r>
              <a:endParaRPr lang="zh-CN" altLang="en-US" sz="8000" kern="0" dirty="0">
                <a:solidFill>
                  <a:schemeClr val="accent1"/>
                </a:solidFill>
                <a:latin typeface="微软雅黑" pitchFamily="34" charset="-122"/>
                <a:ea typeface="微软雅黑" pitchFamily="34" charset="-122"/>
              </a:endParaRPr>
            </a:p>
          </p:txBody>
        </p:sp>
        <p:sp>
          <p:nvSpPr>
            <p:cNvPr id="30" name="Freeform 9"/>
            <p:cNvSpPr>
              <a:spLocks/>
            </p:cNvSpPr>
            <p:nvPr/>
          </p:nvSpPr>
          <p:spPr bwMode="auto">
            <a:xfrm>
              <a:off x="2027513" y="2778845"/>
              <a:ext cx="813578" cy="865200"/>
            </a:xfrm>
            <a:custGeom>
              <a:avLst/>
              <a:gdLst>
                <a:gd name="T0" fmla="*/ 66 w 788"/>
                <a:gd name="T1" fmla="*/ 471 h 838"/>
                <a:gd name="T2" fmla="*/ 122 w 788"/>
                <a:gd name="T3" fmla="*/ 470 h 838"/>
                <a:gd name="T4" fmla="*/ 29 w 788"/>
                <a:gd name="T5" fmla="*/ 524 h 838"/>
                <a:gd name="T6" fmla="*/ 26 w 788"/>
                <a:gd name="T7" fmla="*/ 592 h 838"/>
                <a:gd name="T8" fmla="*/ 659 w 788"/>
                <a:gd name="T9" fmla="*/ 573 h 838"/>
                <a:gd name="T10" fmla="*/ 55 w 788"/>
                <a:gd name="T11" fmla="*/ 663 h 838"/>
                <a:gd name="T12" fmla="*/ 51 w 788"/>
                <a:gd name="T13" fmla="*/ 632 h 838"/>
                <a:gd name="T14" fmla="*/ 492 w 788"/>
                <a:gd name="T15" fmla="*/ 775 h 838"/>
                <a:gd name="T16" fmla="*/ 392 w 788"/>
                <a:gd name="T17" fmla="*/ 778 h 838"/>
                <a:gd name="T18" fmla="*/ 757 w 788"/>
                <a:gd name="T19" fmla="*/ 248 h 838"/>
                <a:gd name="T20" fmla="*/ 656 w 788"/>
                <a:gd name="T21" fmla="*/ 116 h 838"/>
                <a:gd name="T22" fmla="*/ 486 w 788"/>
                <a:gd name="T23" fmla="*/ 10 h 838"/>
                <a:gd name="T24" fmla="*/ 220 w 788"/>
                <a:gd name="T25" fmla="*/ 53 h 838"/>
                <a:gd name="T26" fmla="*/ 101 w 788"/>
                <a:gd name="T27" fmla="*/ 153 h 838"/>
                <a:gd name="T28" fmla="*/ 58 w 788"/>
                <a:gd name="T29" fmla="*/ 236 h 838"/>
                <a:gd name="T30" fmla="*/ 34 w 788"/>
                <a:gd name="T31" fmla="*/ 315 h 838"/>
                <a:gd name="T32" fmla="*/ 3 w 788"/>
                <a:gd name="T33" fmla="*/ 436 h 838"/>
                <a:gd name="T34" fmla="*/ 23 w 788"/>
                <a:gd name="T35" fmla="*/ 502 h 838"/>
                <a:gd name="T36" fmla="*/ 45 w 788"/>
                <a:gd name="T37" fmla="*/ 489 h 838"/>
                <a:gd name="T38" fmla="*/ 53 w 788"/>
                <a:gd name="T39" fmla="*/ 463 h 838"/>
                <a:gd name="T40" fmla="*/ 60 w 788"/>
                <a:gd name="T41" fmla="*/ 401 h 838"/>
                <a:gd name="T42" fmla="*/ 63 w 788"/>
                <a:gd name="T43" fmla="*/ 312 h 838"/>
                <a:gd name="T44" fmla="*/ 105 w 788"/>
                <a:gd name="T45" fmla="*/ 187 h 838"/>
                <a:gd name="T46" fmla="*/ 159 w 788"/>
                <a:gd name="T47" fmla="*/ 111 h 838"/>
                <a:gd name="T48" fmla="*/ 404 w 788"/>
                <a:gd name="T49" fmla="*/ 53 h 838"/>
                <a:gd name="T50" fmla="*/ 600 w 788"/>
                <a:gd name="T51" fmla="*/ 151 h 838"/>
                <a:gd name="T52" fmla="*/ 616 w 788"/>
                <a:gd name="T53" fmla="*/ 222 h 838"/>
                <a:gd name="T54" fmla="*/ 536 w 788"/>
                <a:gd name="T55" fmla="*/ 177 h 838"/>
                <a:gd name="T56" fmla="*/ 579 w 788"/>
                <a:gd name="T57" fmla="*/ 227 h 838"/>
                <a:gd name="T58" fmla="*/ 667 w 788"/>
                <a:gd name="T59" fmla="*/ 320 h 838"/>
                <a:gd name="T60" fmla="*/ 613 w 788"/>
                <a:gd name="T61" fmla="*/ 273 h 838"/>
                <a:gd name="T62" fmla="*/ 574 w 788"/>
                <a:gd name="T63" fmla="*/ 273 h 838"/>
                <a:gd name="T64" fmla="*/ 692 w 788"/>
                <a:gd name="T65" fmla="*/ 431 h 838"/>
                <a:gd name="T66" fmla="*/ 679 w 788"/>
                <a:gd name="T67" fmla="*/ 558 h 838"/>
                <a:gd name="T68" fmla="*/ 555 w 788"/>
                <a:gd name="T69" fmla="*/ 688 h 838"/>
                <a:gd name="T70" fmla="*/ 423 w 788"/>
                <a:gd name="T71" fmla="*/ 721 h 838"/>
                <a:gd name="T72" fmla="*/ 248 w 788"/>
                <a:gd name="T73" fmla="*/ 682 h 838"/>
                <a:gd name="T74" fmla="*/ 101 w 788"/>
                <a:gd name="T75" fmla="*/ 537 h 838"/>
                <a:gd name="T76" fmla="*/ 108 w 788"/>
                <a:gd name="T77" fmla="*/ 618 h 838"/>
                <a:gd name="T78" fmla="*/ 125 w 788"/>
                <a:gd name="T79" fmla="*/ 666 h 838"/>
                <a:gd name="T80" fmla="*/ 153 w 788"/>
                <a:gd name="T81" fmla="*/ 693 h 838"/>
                <a:gd name="T82" fmla="*/ 190 w 788"/>
                <a:gd name="T83" fmla="*/ 714 h 838"/>
                <a:gd name="T84" fmla="*/ 211 w 788"/>
                <a:gd name="T85" fmla="*/ 685 h 838"/>
                <a:gd name="T86" fmla="*/ 243 w 788"/>
                <a:gd name="T87" fmla="*/ 732 h 838"/>
                <a:gd name="T88" fmla="*/ 299 w 788"/>
                <a:gd name="T89" fmla="*/ 769 h 838"/>
                <a:gd name="T90" fmla="*/ 384 w 788"/>
                <a:gd name="T91" fmla="*/ 758 h 838"/>
                <a:gd name="T92" fmla="*/ 428 w 788"/>
                <a:gd name="T93" fmla="*/ 750 h 838"/>
                <a:gd name="T94" fmla="*/ 492 w 788"/>
                <a:gd name="T95" fmla="*/ 754 h 838"/>
                <a:gd name="T96" fmla="*/ 573 w 788"/>
                <a:gd name="T97" fmla="*/ 733 h 838"/>
                <a:gd name="T98" fmla="*/ 716 w 788"/>
                <a:gd name="T99" fmla="*/ 594 h 838"/>
                <a:gd name="T100" fmla="*/ 743 w 788"/>
                <a:gd name="T101" fmla="*/ 614 h 838"/>
                <a:gd name="T102" fmla="*/ 769 w 788"/>
                <a:gd name="T103" fmla="*/ 505 h 838"/>
                <a:gd name="T104" fmla="*/ 114 w 788"/>
                <a:gd name="T105" fmla="*/ 640 h 838"/>
                <a:gd name="T106" fmla="*/ 209 w 788"/>
                <a:gd name="T107" fmla="*/ 674 h 838"/>
                <a:gd name="T108" fmla="*/ 211 w 788"/>
                <a:gd name="T109" fmla="*/ 671 h 838"/>
                <a:gd name="T110" fmla="*/ 341 w 788"/>
                <a:gd name="T111" fmla="*/ 741 h 838"/>
                <a:gd name="T112" fmla="*/ 80 w 788"/>
                <a:gd name="T113" fmla="*/ 510 h 838"/>
                <a:gd name="T114" fmla="*/ 145 w 788"/>
                <a:gd name="T115" fmla="*/ 759 h 838"/>
                <a:gd name="T116" fmla="*/ 158 w 788"/>
                <a:gd name="T117" fmla="*/ 783 h 838"/>
                <a:gd name="T118" fmla="*/ 244 w 788"/>
                <a:gd name="T119" fmla="*/ 827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88" h="838">
                  <a:moveTo>
                    <a:pt x="0" y="207"/>
                  </a:moveTo>
                  <a:lnTo>
                    <a:pt x="0" y="207"/>
                  </a:lnTo>
                  <a:lnTo>
                    <a:pt x="2" y="209"/>
                  </a:lnTo>
                  <a:lnTo>
                    <a:pt x="5" y="212"/>
                  </a:lnTo>
                  <a:lnTo>
                    <a:pt x="10" y="212"/>
                  </a:lnTo>
                  <a:lnTo>
                    <a:pt x="14" y="212"/>
                  </a:lnTo>
                  <a:lnTo>
                    <a:pt x="14" y="212"/>
                  </a:lnTo>
                  <a:lnTo>
                    <a:pt x="14" y="211"/>
                  </a:lnTo>
                  <a:lnTo>
                    <a:pt x="14" y="207"/>
                  </a:lnTo>
                  <a:lnTo>
                    <a:pt x="10" y="204"/>
                  </a:lnTo>
                  <a:lnTo>
                    <a:pt x="6" y="203"/>
                  </a:lnTo>
                  <a:lnTo>
                    <a:pt x="3" y="203"/>
                  </a:lnTo>
                  <a:lnTo>
                    <a:pt x="2" y="204"/>
                  </a:lnTo>
                  <a:lnTo>
                    <a:pt x="0" y="207"/>
                  </a:lnTo>
                  <a:lnTo>
                    <a:pt x="0" y="207"/>
                  </a:lnTo>
                  <a:close/>
                  <a:moveTo>
                    <a:pt x="66" y="471"/>
                  </a:moveTo>
                  <a:lnTo>
                    <a:pt x="66" y="471"/>
                  </a:lnTo>
                  <a:lnTo>
                    <a:pt x="68" y="468"/>
                  </a:lnTo>
                  <a:lnTo>
                    <a:pt x="66" y="465"/>
                  </a:lnTo>
                  <a:lnTo>
                    <a:pt x="64" y="465"/>
                  </a:lnTo>
                  <a:lnTo>
                    <a:pt x="64" y="465"/>
                  </a:lnTo>
                  <a:lnTo>
                    <a:pt x="64" y="470"/>
                  </a:lnTo>
                  <a:lnTo>
                    <a:pt x="64" y="471"/>
                  </a:lnTo>
                  <a:lnTo>
                    <a:pt x="66" y="471"/>
                  </a:lnTo>
                  <a:lnTo>
                    <a:pt x="66" y="471"/>
                  </a:lnTo>
                  <a:close/>
                  <a:moveTo>
                    <a:pt x="125" y="470"/>
                  </a:moveTo>
                  <a:lnTo>
                    <a:pt x="125" y="466"/>
                  </a:lnTo>
                  <a:lnTo>
                    <a:pt x="125" y="466"/>
                  </a:lnTo>
                  <a:lnTo>
                    <a:pt x="124" y="466"/>
                  </a:lnTo>
                  <a:lnTo>
                    <a:pt x="122" y="466"/>
                  </a:lnTo>
                  <a:lnTo>
                    <a:pt x="121" y="465"/>
                  </a:lnTo>
                  <a:lnTo>
                    <a:pt x="121" y="465"/>
                  </a:lnTo>
                  <a:lnTo>
                    <a:pt x="121" y="468"/>
                  </a:lnTo>
                  <a:lnTo>
                    <a:pt x="122" y="470"/>
                  </a:lnTo>
                  <a:lnTo>
                    <a:pt x="124" y="471"/>
                  </a:lnTo>
                  <a:lnTo>
                    <a:pt x="125" y="470"/>
                  </a:lnTo>
                  <a:lnTo>
                    <a:pt x="125" y="470"/>
                  </a:lnTo>
                  <a:close/>
                  <a:moveTo>
                    <a:pt x="24" y="550"/>
                  </a:moveTo>
                  <a:lnTo>
                    <a:pt x="24" y="550"/>
                  </a:lnTo>
                  <a:lnTo>
                    <a:pt x="26" y="550"/>
                  </a:lnTo>
                  <a:lnTo>
                    <a:pt x="27" y="548"/>
                  </a:lnTo>
                  <a:lnTo>
                    <a:pt x="27" y="548"/>
                  </a:lnTo>
                  <a:lnTo>
                    <a:pt x="27" y="542"/>
                  </a:lnTo>
                  <a:lnTo>
                    <a:pt x="27" y="534"/>
                  </a:lnTo>
                  <a:lnTo>
                    <a:pt x="26" y="528"/>
                  </a:lnTo>
                  <a:lnTo>
                    <a:pt x="21" y="523"/>
                  </a:lnTo>
                  <a:lnTo>
                    <a:pt x="21" y="523"/>
                  </a:lnTo>
                  <a:lnTo>
                    <a:pt x="23" y="523"/>
                  </a:lnTo>
                  <a:lnTo>
                    <a:pt x="24" y="524"/>
                  </a:lnTo>
                  <a:lnTo>
                    <a:pt x="26" y="526"/>
                  </a:lnTo>
                  <a:lnTo>
                    <a:pt x="29" y="524"/>
                  </a:lnTo>
                  <a:lnTo>
                    <a:pt x="29" y="524"/>
                  </a:lnTo>
                  <a:lnTo>
                    <a:pt x="27" y="521"/>
                  </a:lnTo>
                  <a:lnTo>
                    <a:pt x="26" y="518"/>
                  </a:lnTo>
                  <a:lnTo>
                    <a:pt x="23" y="516"/>
                  </a:lnTo>
                  <a:lnTo>
                    <a:pt x="18" y="516"/>
                  </a:lnTo>
                  <a:lnTo>
                    <a:pt x="18" y="516"/>
                  </a:lnTo>
                  <a:lnTo>
                    <a:pt x="18" y="513"/>
                  </a:lnTo>
                  <a:lnTo>
                    <a:pt x="14" y="511"/>
                  </a:lnTo>
                  <a:lnTo>
                    <a:pt x="13" y="508"/>
                  </a:lnTo>
                  <a:lnTo>
                    <a:pt x="14" y="503"/>
                  </a:lnTo>
                  <a:lnTo>
                    <a:pt x="11" y="503"/>
                  </a:lnTo>
                  <a:lnTo>
                    <a:pt x="11" y="503"/>
                  </a:lnTo>
                  <a:lnTo>
                    <a:pt x="11" y="526"/>
                  </a:lnTo>
                  <a:lnTo>
                    <a:pt x="14" y="548"/>
                  </a:lnTo>
                  <a:lnTo>
                    <a:pt x="19" y="571"/>
                  </a:lnTo>
                  <a:lnTo>
                    <a:pt x="26" y="592"/>
                  </a:lnTo>
                  <a:lnTo>
                    <a:pt x="26" y="592"/>
                  </a:lnTo>
                  <a:lnTo>
                    <a:pt x="31" y="590"/>
                  </a:lnTo>
                  <a:lnTo>
                    <a:pt x="32" y="585"/>
                  </a:lnTo>
                  <a:lnTo>
                    <a:pt x="32" y="581"/>
                  </a:lnTo>
                  <a:lnTo>
                    <a:pt x="31" y="574"/>
                  </a:lnTo>
                  <a:lnTo>
                    <a:pt x="27" y="561"/>
                  </a:lnTo>
                  <a:lnTo>
                    <a:pt x="24" y="550"/>
                  </a:lnTo>
                  <a:lnTo>
                    <a:pt x="24" y="550"/>
                  </a:lnTo>
                  <a:close/>
                  <a:moveTo>
                    <a:pt x="659" y="573"/>
                  </a:moveTo>
                  <a:lnTo>
                    <a:pt x="659" y="573"/>
                  </a:lnTo>
                  <a:lnTo>
                    <a:pt x="658" y="574"/>
                  </a:lnTo>
                  <a:lnTo>
                    <a:pt x="659" y="577"/>
                  </a:lnTo>
                  <a:lnTo>
                    <a:pt x="664" y="577"/>
                  </a:lnTo>
                  <a:lnTo>
                    <a:pt x="664" y="577"/>
                  </a:lnTo>
                  <a:lnTo>
                    <a:pt x="664" y="574"/>
                  </a:lnTo>
                  <a:lnTo>
                    <a:pt x="663" y="573"/>
                  </a:lnTo>
                  <a:lnTo>
                    <a:pt x="659" y="573"/>
                  </a:lnTo>
                  <a:lnTo>
                    <a:pt x="659" y="573"/>
                  </a:lnTo>
                  <a:close/>
                  <a:moveTo>
                    <a:pt x="39" y="611"/>
                  </a:moveTo>
                  <a:lnTo>
                    <a:pt x="39" y="611"/>
                  </a:lnTo>
                  <a:lnTo>
                    <a:pt x="39" y="606"/>
                  </a:lnTo>
                  <a:lnTo>
                    <a:pt x="37" y="602"/>
                  </a:lnTo>
                  <a:lnTo>
                    <a:pt x="32" y="592"/>
                  </a:lnTo>
                  <a:lnTo>
                    <a:pt x="32" y="592"/>
                  </a:lnTo>
                  <a:lnTo>
                    <a:pt x="31" y="594"/>
                  </a:lnTo>
                  <a:lnTo>
                    <a:pt x="27" y="594"/>
                  </a:lnTo>
                  <a:lnTo>
                    <a:pt x="27" y="594"/>
                  </a:lnTo>
                  <a:lnTo>
                    <a:pt x="31" y="603"/>
                  </a:lnTo>
                  <a:lnTo>
                    <a:pt x="32" y="613"/>
                  </a:lnTo>
                  <a:lnTo>
                    <a:pt x="35" y="621"/>
                  </a:lnTo>
                  <a:lnTo>
                    <a:pt x="40" y="629"/>
                  </a:lnTo>
                  <a:lnTo>
                    <a:pt x="40" y="629"/>
                  </a:lnTo>
                  <a:lnTo>
                    <a:pt x="42" y="639"/>
                  </a:lnTo>
                  <a:lnTo>
                    <a:pt x="47" y="647"/>
                  </a:lnTo>
                  <a:lnTo>
                    <a:pt x="55" y="663"/>
                  </a:lnTo>
                  <a:lnTo>
                    <a:pt x="66" y="679"/>
                  </a:lnTo>
                  <a:lnTo>
                    <a:pt x="74" y="695"/>
                  </a:lnTo>
                  <a:lnTo>
                    <a:pt x="74" y="695"/>
                  </a:lnTo>
                  <a:lnTo>
                    <a:pt x="80" y="701"/>
                  </a:lnTo>
                  <a:lnTo>
                    <a:pt x="85" y="708"/>
                  </a:lnTo>
                  <a:lnTo>
                    <a:pt x="92" y="713"/>
                  </a:lnTo>
                  <a:lnTo>
                    <a:pt x="98" y="719"/>
                  </a:lnTo>
                  <a:lnTo>
                    <a:pt x="98" y="719"/>
                  </a:lnTo>
                  <a:lnTo>
                    <a:pt x="95" y="713"/>
                  </a:lnTo>
                  <a:lnTo>
                    <a:pt x="92" y="708"/>
                  </a:lnTo>
                  <a:lnTo>
                    <a:pt x="88" y="703"/>
                  </a:lnTo>
                  <a:lnTo>
                    <a:pt x="87" y="696"/>
                  </a:lnTo>
                  <a:lnTo>
                    <a:pt x="87" y="696"/>
                  </a:lnTo>
                  <a:lnTo>
                    <a:pt x="79" y="688"/>
                  </a:lnTo>
                  <a:lnTo>
                    <a:pt x="72" y="677"/>
                  </a:lnTo>
                  <a:lnTo>
                    <a:pt x="61" y="656"/>
                  </a:lnTo>
                  <a:lnTo>
                    <a:pt x="51" y="632"/>
                  </a:lnTo>
                  <a:lnTo>
                    <a:pt x="39" y="611"/>
                  </a:lnTo>
                  <a:lnTo>
                    <a:pt x="39" y="611"/>
                  </a:lnTo>
                  <a:close/>
                  <a:moveTo>
                    <a:pt x="706" y="666"/>
                  </a:moveTo>
                  <a:lnTo>
                    <a:pt x="706" y="666"/>
                  </a:lnTo>
                  <a:lnTo>
                    <a:pt x="712" y="666"/>
                  </a:lnTo>
                  <a:lnTo>
                    <a:pt x="719" y="664"/>
                  </a:lnTo>
                  <a:lnTo>
                    <a:pt x="724" y="663"/>
                  </a:lnTo>
                  <a:lnTo>
                    <a:pt x="728" y="659"/>
                  </a:lnTo>
                  <a:lnTo>
                    <a:pt x="728" y="659"/>
                  </a:lnTo>
                  <a:lnTo>
                    <a:pt x="722" y="658"/>
                  </a:lnTo>
                  <a:lnTo>
                    <a:pt x="716" y="659"/>
                  </a:lnTo>
                  <a:lnTo>
                    <a:pt x="711" y="663"/>
                  </a:lnTo>
                  <a:lnTo>
                    <a:pt x="706" y="666"/>
                  </a:lnTo>
                  <a:lnTo>
                    <a:pt x="706" y="666"/>
                  </a:lnTo>
                  <a:close/>
                  <a:moveTo>
                    <a:pt x="490" y="774"/>
                  </a:moveTo>
                  <a:lnTo>
                    <a:pt x="490" y="774"/>
                  </a:lnTo>
                  <a:lnTo>
                    <a:pt x="492" y="775"/>
                  </a:lnTo>
                  <a:lnTo>
                    <a:pt x="494" y="777"/>
                  </a:lnTo>
                  <a:lnTo>
                    <a:pt x="497" y="777"/>
                  </a:lnTo>
                  <a:lnTo>
                    <a:pt x="499" y="777"/>
                  </a:lnTo>
                  <a:lnTo>
                    <a:pt x="499" y="777"/>
                  </a:lnTo>
                  <a:lnTo>
                    <a:pt x="497" y="775"/>
                  </a:lnTo>
                  <a:lnTo>
                    <a:pt x="495" y="774"/>
                  </a:lnTo>
                  <a:lnTo>
                    <a:pt x="494" y="774"/>
                  </a:lnTo>
                  <a:lnTo>
                    <a:pt x="490" y="774"/>
                  </a:lnTo>
                  <a:lnTo>
                    <a:pt x="490" y="774"/>
                  </a:lnTo>
                  <a:close/>
                  <a:moveTo>
                    <a:pt x="389" y="787"/>
                  </a:moveTo>
                  <a:lnTo>
                    <a:pt x="389" y="787"/>
                  </a:lnTo>
                  <a:lnTo>
                    <a:pt x="392" y="787"/>
                  </a:lnTo>
                  <a:lnTo>
                    <a:pt x="396" y="785"/>
                  </a:lnTo>
                  <a:lnTo>
                    <a:pt x="397" y="782"/>
                  </a:lnTo>
                  <a:lnTo>
                    <a:pt x="396" y="778"/>
                  </a:lnTo>
                  <a:lnTo>
                    <a:pt x="396" y="778"/>
                  </a:lnTo>
                  <a:lnTo>
                    <a:pt x="392" y="778"/>
                  </a:lnTo>
                  <a:lnTo>
                    <a:pt x="391" y="780"/>
                  </a:lnTo>
                  <a:lnTo>
                    <a:pt x="389" y="787"/>
                  </a:lnTo>
                  <a:lnTo>
                    <a:pt x="389" y="787"/>
                  </a:lnTo>
                  <a:close/>
                  <a:moveTo>
                    <a:pt x="777" y="421"/>
                  </a:moveTo>
                  <a:lnTo>
                    <a:pt x="777" y="421"/>
                  </a:lnTo>
                  <a:lnTo>
                    <a:pt x="783" y="410"/>
                  </a:lnTo>
                  <a:lnTo>
                    <a:pt x="786" y="399"/>
                  </a:lnTo>
                  <a:lnTo>
                    <a:pt x="788" y="386"/>
                  </a:lnTo>
                  <a:lnTo>
                    <a:pt x="788" y="373"/>
                  </a:lnTo>
                  <a:lnTo>
                    <a:pt x="783" y="346"/>
                  </a:lnTo>
                  <a:lnTo>
                    <a:pt x="778" y="318"/>
                  </a:lnTo>
                  <a:lnTo>
                    <a:pt x="778" y="318"/>
                  </a:lnTo>
                  <a:lnTo>
                    <a:pt x="774" y="299"/>
                  </a:lnTo>
                  <a:lnTo>
                    <a:pt x="767" y="281"/>
                  </a:lnTo>
                  <a:lnTo>
                    <a:pt x="762" y="264"/>
                  </a:lnTo>
                  <a:lnTo>
                    <a:pt x="757" y="248"/>
                  </a:lnTo>
                  <a:lnTo>
                    <a:pt x="757" y="248"/>
                  </a:lnTo>
                  <a:lnTo>
                    <a:pt x="753" y="243"/>
                  </a:lnTo>
                  <a:lnTo>
                    <a:pt x="749" y="240"/>
                  </a:lnTo>
                  <a:lnTo>
                    <a:pt x="749" y="240"/>
                  </a:lnTo>
                  <a:lnTo>
                    <a:pt x="743" y="222"/>
                  </a:lnTo>
                  <a:lnTo>
                    <a:pt x="737" y="204"/>
                  </a:lnTo>
                  <a:lnTo>
                    <a:pt x="728" y="188"/>
                  </a:lnTo>
                  <a:lnTo>
                    <a:pt x="719" y="172"/>
                  </a:lnTo>
                  <a:lnTo>
                    <a:pt x="709" y="158"/>
                  </a:lnTo>
                  <a:lnTo>
                    <a:pt x="700" y="145"/>
                  </a:lnTo>
                  <a:lnTo>
                    <a:pt x="675" y="119"/>
                  </a:lnTo>
                  <a:lnTo>
                    <a:pt x="675" y="119"/>
                  </a:lnTo>
                  <a:lnTo>
                    <a:pt x="666" y="121"/>
                  </a:lnTo>
                  <a:lnTo>
                    <a:pt x="659" y="122"/>
                  </a:lnTo>
                  <a:lnTo>
                    <a:pt x="659" y="122"/>
                  </a:lnTo>
                  <a:lnTo>
                    <a:pt x="658" y="119"/>
                  </a:lnTo>
                  <a:lnTo>
                    <a:pt x="656" y="117"/>
                  </a:lnTo>
                  <a:lnTo>
                    <a:pt x="656" y="116"/>
                  </a:lnTo>
                  <a:lnTo>
                    <a:pt x="656" y="116"/>
                  </a:lnTo>
                  <a:lnTo>
                    <a:pt x="650" y="116"/>
                  </a:lnTo>
                  <a:lnTo>
                    <a:pt x="648" y="114"/>
                  </a:lnTo>
                  <a:lnTo>
                    <a:pt x="646" y="111"/>
                  </a:lnTo>
                  <a:lnTo>
                    <a:pt x="646" y="111"/>
                  </a:lnTo>
                  <a:lnTo>
                    <a:pt x="664" y="113"/>
                  </a:lnTo>
                  <a:lnTo>
                    <a:pt x="664" y="113"/>
                  </a:lnTo>
                  <a:lnTo>
                    <a:pt x="663" y="109"/>
                  </a:lnTo>
                  <a:lnTo>
                    <a:pt x="663" y="105"/>
                  </a:lnTo>
                  <a:lnTo>
                    <a:pt x="663" y="105"/>
                  </a:lnTo>
                  <a:lnTo>
                    <a:pt x="643" y="85"/>
                  </a:lnTo>
                  <a:lnTo>
                    <a:pt x="621" y="68"/>
                  </a:lnTo>
                  <a:lnTo>
                    <a:pt x="597" y="51"/>
                  </a:lnTo>
                  <a:lnTo>
                    <a:pt x="571" y="39"/>
                  </a:lnTo>
                  <a:lnTo>
                    <a:pt x="544" y="27"/>
                  </a:lnTo>
                  <a:lnTo>
                    <a:pt x="515" y="18"/>
                  </a:lnTo>
                  <a:lnTo>
                    <a:pt x="486" y="10"/>
                  </a:lnTo>
                  <a:lnTo>
                    <a:pt x="455" y="6"/>
                  </a:lnTo>
                  <a:lnTo>
                    <a:pt x="455" y="6"/>
                  </a:lnTo>
                  <a:lnTo>
                    <a:pt x="429" y="2"/>
                  </a:lnTo>
                  <a:lnTo>
                    <a:pt x="402" y="0"/>
                  </a:lnTo>
                  <a:lnTo>
                    <a:pt x="376" y="2"/>
                  </a:lnTo>
                  <a:lnTo>
                    <a:pt x="351" y="5"/>
                  </a:lnTo>
                  <a:lnTo>
                    <a:pt x="351" y="5"/>
                  </a:lnTo>
                  <a:lnTo>
                    <a:pt x="339" y="6"/>
                  </a:lnTo>
                  <a:lnTo>
                    <a:pt x="330" y="11"/>
                  </a:lnTo>
                  <a:lnTo>
                    <a:pt x="318" y="13"/>
                  </a:lnTo>
                  <a:lnTo>
                    <a:pt x="314" y="14"/>
                  </a:lnTo>
                  <a:lnTo>
                    <a:pt x="307" y="14"/>
                  </a:lnTo>
                  <a:lnTo>
                    <a:pt x="307" y="14"/>
                  </a:lnTo>
                  <a:lnTo>
                    <a:pt x="262" y="32"/>
                  </a:lnTo>
                  <a:lnTo>
                    <a:pt x="240" y="42"/>
                  </a:lnTo>
                  <a:lnTo>
                    <a:pt x="230" y="47"/>
                  </a:lnTo>
                  <a:lnTo>
                    <a:pt x="220" y="53"/>
                  </a:lnTo>
                  <a:lnTo>
                    <a:pt x="220" y="53"/>
                  </a:lnTo>
                  <a:lnTo>
                    <a:pt x="219" y="53"/>
                  </a:lnTo>
                  <a:lnTo>
                    <a:pt x="217" y="53"/>
                  </a:lnTo>
                  <a:lnTo>
                    <a:pt x="217" y="53"/>
                  </a:lnTo>
                  <a:lnTo>
                    <a:pt x="204" y="63"/>
                  </a:lnTo>
                  <a:lnTo>
                    <a:pt x="193" y="69"/>
                  </a:lnTo>
                  <a:lnTo>
                    <a:pt x="180" y="77"/>
                  </a:lnTo>
                  <a:lnTo>
                    <a:pt x="170" y="87"/>
                  </a:lnTo>
                  <a:lnTo>
                    <a:pt x="170" y="87"/>
                  </a:lnTo>
                  <a:lnTo>
                    <a:pt x="153" y="100"/>
                  </a:lnTo>
                  <a:lnTo>
                    <a:pt x="135" y="116"/>
                  </a:lnTo>
                  <a:lnTo>
                    <a:pt x="119" y="132"/>
                  </a:lnTo>
                  <a:lnTo>
                    <a:pt x="101" y="146"/>
                  </a:lnTo>
                  <a:lnTo>
                    <a:pt x="101" y="146"/>
                  </a:lnTo>
                  <a:lnTo>
                    <a:pt x="103" y="150"/>
                  </a:lnTo>
                  <a:lnTo>
                    <a:pt x="103" y="151"/>
                  </a:lnTo>
                  <a:lnTo>
                    <a:pt x="101" y="153"/>
                  </a:lnTo>
                  <a:lnTo>
                    <a:pt x="101" y="153"/>
                  </a:lnTo>
                  <a:lnTo>
                    <a:pt x="98" y="154"/>
                  </a:lnTo>
                  <a:lnTo>
                    <a:pt x="93" y="158"/>
                  </a:lnTo>
                  <a:lnTo>
                    <a:pt x="88" y="166"/>
                  </a:lnTo>
                  <a:lnTo>
                    <a:pt x="85" y="174"/>
                  </a:lnTo>
                  <a:lnTo>
                    <a:pt x="80" y="183"/>
                  </a:lnTo>
                  <a:lnTo>
                    <a:pt x="80" y="183"/>
                  </a:lnTo>
                  <a:lnTo>
                    <a:pt x="82" y="183"/>
                  </a:lnTo>
                  <a:lnTo>
                    <a:pt x="84" y="185"/>
                  </a:lnTo>
                  <a:lnTo>
                    <a:pt x="85" y="188"/>
                  </a:lnTo>
                  <a:lnTo>
                    <a:pt x="85" y="188"/>
                  </a:lnTo>
                  <a:lnTo>
                    <a:pt x="80" y="195"/>
                  </a:lnTo>
                  <a:lnTo>
                    <a:pt x="77" y="203"/>
                  </a:lnTo>
                  <a:lnTo>
                    <a:pt x="71" y="219"/>
                  </a:lnTo>
                  <a:lnTo>
                    <a:pt x="68" y="227"/>
                  </a:lnTo>
                  <a:lnTo>
                    <a:pt x="63" y="233"/>
                  </a:lnTo>
                  <a:lnTo>
                    <a:pt x="58" y="236"/>
                  </a:lnTo>
                  <a:lnTo>
                    <a:pt x="50" y="240"/>
                  </a:lnTo>
                  <a:lnTo>
                    <a:pt x="50" y="240"/>
                  </a:lnTo>
                  <a:lnTo>
                    <a:pt x="53" y="244"/>
                  </a:lnTo>
                  <a:lnTo>
                    <a:pt x="55" y="249"/>
                  </a:lnTo>
                  <a:lnTo>
                    <a:pt x="55" y="256"/>
                  </a:lnTo>
                  <a:lnTo>
                    <a:pt x="53" y="262"/>
                  </a:lnTo>
                  <a:lnTo>
                    <a:pt x="47" y="272"/>
                  </a:lnTo>
                  <a:lnTo>
                    <a:pt x="39" y="281"/>
                  </a:lnTo>
                  <a:lnTo>
                    <a:pt x="39" y="281"/>
                  </a:lnTo>
                  <a:lnTo>
                    <a:pt x="40" y="285"/>
                  </a:lnTo>
                  <a:lnTo>
                    <a:pt x="40" y="288"/>
                  </a:lnTo>
                  <a:lnTo>
                    <a:pt x="35" y="294"/>
                  </a:lnTo>
                  <a:lnTo>
                    <a:pt x="35" y="294"/>
                  </a:lnTo>
                  <a:lnTo>
                    <a:pt x="35" y="301"/>
                  </a:lnTo>
                  <a:lnTo>
                    <a:pt x="34" y="306"/>
                  </a:lnTo>
                  <a:lnTo>
                    <a:pt x="34" y="310"/>
                  </a:lnTo>
                  <a:lnTo>
                    <a:pt x="34" y="315"/>
                  </a:lnTo>
                  <a:lnTo>
                    <a:pt x="34" y="315"/>
                  </a:lnTo>
                  <a:lnTo>
                    <a:pt x="29" y="327"/>
                  </a:lnTo>
                  <a:lnTo>
                    <a:pt x="21" y="335"/>
                  </a:lnTo>
                  <a:lnTo>
                    <a:pt x="19" y="339"/>
                  </a:lnTo>
                  <a:lnTo>
                    <a:pt x="16" y="344"/>
                  </a:lnTo>
                  <a:lnTo>
                    <a:pt x="16" y="349"/>
                  </a:lnTo>
                  <a:lnTo>
                    <a:pt x="16" y="355"/>
                  </a:lnTo>
                  <a:lnTo>
                    <a:pt x="16" y="355"/>
                  </a:lnTo>
                  <a:lnTo>
                    <a:pt x="13" y="355"/>
                  </a:lnTo>
                  <a:lnTo>
                    <a:pt x="10" y="354"/>
                  </a:lnTo>
                  <a:lnTo>
                    <a:pt x="10" y="354"/>
                  </a:lnTo>
                  <a:lnTo>
                    <a:pt x="8" y="357"/>
                  </a:lnTo>
                  <a:lnTo>
                    <a:pt x="5" y="359"/>
                  </a:lnTo>
                  <a:lnTo>
                    <a:pt x="5" y="359"/>
                  </a:lnTo>
                  <a:lnTo>
                    <a:pt x="3" y="376"/>
                  </a:lnTo>
                  <a:lnTo>
                    <a:pt x="3" y="396"/>
                  </a:lnTo>
                  <a:lnTo>
                    <a:pt x="3" y="436"/>
                  </a:lnTo>
                  <a:lnTo>
                    <a:pt x="3" y="436"/>
                  </a:lnTo>
                  <a:lnTo>
                    <a:pt x="6" y="454"/>
                  </a:lnTo>
                  <a:lnTo>
                    <a:pt x="8" y="471"/>
                  </a:lnTo>
                  <a:lnTo>
                    <a:pt x="8" y="471"/>
                  </a:lnTo>
                  <a:lnTo>
                    <a:pt x="8" y="487"/>
                  </a:lnTo>
                  <a:lnTo>
                    <a:pt x="10" y="495"/>
                  </a:lnTo>
                  <a:lnTo>
                    <a:pt x="11" y="499"/>
                  </a:lnTo>
                  <a:lnTo>
                    <a:pt x="14" y="500"/>
                  </a:lnTo>
                  <a:lnTo>
                    <a:pt x="14" y="500"/>
                  </a:lnTo>
                  <a:lnTo>
                    <a:pt x="14" y="500"/>
                  </a:lnTo>
                  <a:lnTo>
                    <a:pt x="14" y="497"/>
                  </a:lnTo>
                  <a:lnTo>
                    <a:pt x="14" y="495"/>
                  </a:lnTo>
                  <a:lnTo>
                    <a:pt x="18" y="495"/>
                  </a:lnTo>
                  <a:lnTo>
                    <a:pt x="18" y="495"/>
                  </a:lnTo>
                  <a:lnTo>
                    <a:pt x="21" y="497"/>
                  </a:lnTo>
                  <a:lnTo>
                    <a:pt x="23" y="502"/>
                  </a:lnTo>
                  <a:lnTo>
                    <a:pt x="23" y="502"/>
                  </a:lnTo>
                  <a:lnTo>
                    <a:pt x="21" y="505"/>
                  </a:lnTo>
                  <a:lnTo>
                    <a:pt x="19" y="507"/>
                  </a:lnTo>
                  <a:lnTo>
                    <a:pt x="18" y="508"/>
                  </a:lnTo>
                  <a:lnTo>
                    <a:pt x="18" y="513"/>
                  </a:lnTo>
                  <a:lnTo>
                    <a:pt x="18" y="513"/>
                  </a:lnTo>
                  <a:lnTo>
                    <a:pt x="21" y="513"/>
                  </a:lnTo>
                  <a:lnTo>
                    <a:pt x="24" y="511"/>
                  </a:lnTo>
                  <a:lnTo>
                    <a:pt x="29" y="508"/>
                  </a:lnTo>
                  <a:lnTo>
                    <a:pt x="32" y="503"/>
                  </a:lnTo>
                  <a:lnTo>
                    <a:pt x="39" y="499"/>
                  </a:lnTo>
                  <a:lnTo>
                    <a:pt x="39" y="499"/>
                  </a:lnTo>
                  <a:lnTo>
                    <a:pt x="37" y="495"/>
                  </a:lnTo>
                  <a:lnTo>
                    <a:pt x="39" y="492"/>
                  </a:lnTo>
                  <a:lnTo>
                    <a:pt x="39" y="492"/>
                  </a:lnTo>
                  <a:lnTo>
                    <a:pt x="40" y="491"/>
                  </a:lnTo>
                  <a:lnTo>
                    <a:pt x="43" y="489"/>
                  </a:lnTo>
                  <a:lnTo>
                    <a:pt x="45" y="489"/>
                  </a:lnTo>
                  <a:lnTo>
                    <a:pt x="47" y="486"/>
                  </a:lnTo>
                  <a:lnTo>
                    <a:pt x="47" y="486"/>
                  </a:lnTo>
                  <a:lnTo>
                    <a:pt x="42" y="486"/>
                  </a:lnTo>
                  <a:lnTo>
                    <a:pt x="39" y="486"/>
                  </a:lnTo>
                  <a:lnTo>
                    <a:pt x="39" y="486"/>
                  </a:lnTo>
                  <a:lnTo>
                    <a:pt x="42" y="479"/>
                  </a:lnTo>
                  <a:lnTo>
                    <a:pt x="45" y="473"/>
                  </a:lnTo>
                  <a:lnTo>
                    <a:pt x="50" y="468"/>
                  </a:lnTo>
                  <a:lnTo>
                    <a:pt x="53" y="468"/>
                  </a:lnTo>
                  <a:lnTo>
                    <a:pt x="56" y="468"/>
                  </a:lnTo>
                  <a:lnTo>
                    <a:pt x="56" y="468"/>
                  </a:lnTo>
                  <a:lnTo>
                    <a:pt x="56" y="465"/>
                  </a:lnTo>
                  <a:lnTo>
                    <a:pt x="53" y="465"/>
                  </a:lnTo>
                  <a:lnTo>
                    <a:pt x="51" y="465"/>
                  </a:lnTo>
                  <a:lnTo>
                    <a:pt x="53" y="463"/>
                  </a:lnTo>
                  <a:lnTo>
                    <a:pt x="53" y="463"/>
                  </a:lnTo>
                  <a:lnTo>
                    <a:pt x="53" y="463"/>
                  </a:lnTo>
                  <a:lnTo>
                    <a:pt x="55" y="462"/>
                  </a:lnTo>
                  <a:lnTo>
                    <a:pt x="55" y="462"/>
                  </a:lnTo>
                  <a:lnTo>
                    <a:pt x="53" y="462"/>
                  </a:lnTo>
                  <a:lnTo>
                    <a:pt x="53" y="462"/>
                  </a:lnTo>
                  <a:lnTo>
                    <a:pt x="53" y="460"/>
                  </a:lnTo>
                  <a:lnTo>
                    <a:pt x="56" y="457"/>
                  </a:lnTo>
                  <a:lnTo>
                    <a:pt x="61" y="454"/>
                  </a:lnTo>
                  <a:lnTo>
                    <a:pt x="66" y="454"/>
                  </a:lnTo>
                  <a:lnTo>
                    <a:pt x="66" y="454"/>
                  </a:lnTo>
                  <a:lnTo>
                    <a:pt x="63" y="449"/>
                  </a:lnTo>
                  <a:lnTo>
                    <a:pt x="63" y="449"/>
                  </a:lnTo>
                  <a:lnTo>
                    <a:pt x="63" y="442"/>
                  </a:lnTo>
                  <a:lnTo>
                    <a:pt x="63" y="436"/>
                  </a:lnTo>
                  <a:lnTo>
                    <a:pt x="60" y="421"/>
                  </a:lnTo>
                  <a:lnTo>
                    <a:pt x="58" y="413"/>
                  </a:lnTo>
                  <a:lnTo>
                    <a:pt x="58" y="407"/>
                  </a:lnTo>
                  <a:lnTo>
                    <a:pt x="60" y="401"/>
                  </a:lnTo>
                  <a:lnTo>
                    <a:pt x="64" y="397"/>
                  </a:lnTo>
                  <a:lnTo>
                    <a:pt x="64" y="397"/>
                  </a:lnTo>
                  <a:lnTo>
                    <a:pt x="63" y="380"/>
                  </a:lnTo>
                  <a:lnTo>
                    <a:pt x="61" y="364"/>
                  </a:lnTo>
                  <a:lnTo>
                    <a:pt x="61" y="346"/>
                  </a:lnTo>
                  <a:lnTo>
                    <a:pt x="63" y="327"/>
                  </a:lnTo>
                  <a:lnTo>
                    <a:pt x="63" y="327"/>
                  </a:lnTo>
                  <a:lnTo>
                    <a:pt x="63" y="325"/>
                  </a:lnTo>
                  <a:lnTo>
                    <a:pt x="60" y="323"/>
                  </a:lnTo>
                  <a:lnTo>
                    <a:pt x="58" y="323"/>
                  </a:lnTo>
                  <a:lnTo>
                    <a:pt x="58" y="320"/>
                  </a:lnTo>
                  <a:lnTo>
                    <a:pt x="58" y="320"/>
                  </a:lnTo>
                  <a:lnTo>
                    <a:pt x="60" y="318"/>
                  </a:lnTo>
                  <a:lnTo>
                    <a:pt x="61" y="317"/>
                  </a:lnTo>
                  <a:lnTo>
                    <a:pt x="63" y="315"/>
                  </a:lnTo>
                  <a:lnTo>
                    <a:pt x="63" y="312"/>
                  </a:lnTo>
                  <a:lnTo>
                    <a:pt x="63" y="312"/>
                  </a:lnTo>
                  <a:lnTo>
                    <a:pt x="66" y="299"/>
                  </a:lnTo>
                  <a:lnTo>
                    <a:pt x="69" y="286"/>
                  </a:lnTo>
                  <a:lnTo>
                    <a:pt x="71" y="262"/>
                  </a:lnTo>
                  <a:lnTo>
                    <a:pt x="71" y="262"/>
                  </a:lnTo>
                  <a:lnTo>
                    <a:pt x="72" y="256"/>
                  </a:lnTo>
                  <a:lnTo>
                    <a:pt x="76" y="249"/>
                  </a:lnTo>
                  <a:lnTo>
                    <a:pt x="80" y="238"/>
                  </a:lnTo>
                  <a:lnTo>
                    <a:pt x="87" y="225"/>
                  </a:lnTo>
                  <a:lnTo>
                    <a:pt x="87" y="219"/>
                  </a:lnTo>
                  <a:lnTo>
                    <a:pt x="87" y="212"/>
                  </a:lnTo>
                  <a:lnTo>
                    <a:pt x="87" y="212"/>
                  </a:lnTo>
                  <a:lnTo>
                    <a:pt x="92" y="207"/>
                  </a:lnTo>
                  <a:lnTo>
                    <a:pt x="96" y="199"/>
                  </a:lnTo>
                  <a:lnTo>
                    <a:pt x="98" y="193"/>
                  </a:lnTo>
                  <a:lnTo>
                    <a:pt x="98" y="185"/>
                  </a:lnTo>
                  <a:lnTo>
                    <a:pt x="98" y="185"/>
                  </a:lnTo>
                  <a:lnTo>
                    <a:pt x="105" y="187"/>
                  </a:lnTo>
                  <a:lnTo>
                    <a:pt x="111" y="185"/>
                  </a:lnTo>
                  <a:lnTo>
                    <a:pt x="117" y="182"/>
                  </a:lnTo>
                  <a:lnTo>
                    <a:pt x="121" y="177"/>
                  </a:lnTo>
                  <a:lnTo>
                    <a:pt x="121" y="177"/>
                  </a:lnTo>
                  <a:lnTo>
                    <a:pt x="119" y="174"/>
                  </a:lnTo>
                  <a:lnTo>
                    <a:pt x="117" y="170"/>
                  </a:lnTo>
                  <a:lnTo>
                    <a:pt x="116" y="169"/>
                  </a:lnTo>
                  <a:lnTo>
                    <a:pt x="114" y="164"/>
                  </a:lnTo>
                  <a:lnTo>
                    <a:pt x="114" y="164"/>
                  </a:lnTo>
                  <a:lnTo>
                    <a:pt x="119" y="158"/>
                  </a:lnTo>
                  <a:lnTo>
                    <a:pt x="124" y="151"/>
                  </a:lnTo>
                  <a:lnTo>
                    <a:pt x="135" y="138"/>
                  </a:lnTo>
                  <a:lnTo>
                    <a:pt x="146" y="127"/>
                  </a:lnTo>
                  <a:lnTo>
                    <a:pt x="151" y="119"/>
                  </a:lnTo>
                  <a:lnTo>
                    <a:pt x="156" y="113"/>
                  </a:lnTo>
                  <a:lnTo>
                    <a:pt x="156" y="113"/>
                  </a:lnTo>
                  <a:lnTo>
                    <a:pt x="159" y="111"/>
                  </a:lnTo>
                  <a:lnTo>
                    <a:pt x="162" y="109"/>
                  </a:lnTo>
                  <a:lnTo>
                    <a:pt x="166" y="105"/>
                  </a:lnTo>
                  <a:lnTo>
                    <a:pt x="166" y="105"/>
                  </a:lnTo>
                  <a:lnTo>
                    <a:pt x="187" y="90"/>
                  </a:lnTo>
                  <a:lnTo>
                    <a:pt x="211" y="77"/>
                  </a:lnTo>
                  <a:lnTo>
                    <a:pt x="235" y="66"/>
                  </a:lnTo>
                  <a:lnTo>
                    <a:pt x="261" y="56"/>
                  </a:lnTo>
                  <a:lnTo>
                    <a:pt x="289" y="50"/>
                  </a:lnTo>
                  <a:lnTo>
                    <a:pt x="317" y="43"/>
                  </a:lnTo>
                  <a:lnTo>
                    <a:pt x="347" y="42"/>
                  </a:lnTo>
                  <a:lnTo>
                    <a:pt x="378" y="42"/>
                  </a:lnTo>
                  <a:lnTo>
                    <a:pt x="378" y="42"/>
                  </a:lnTo>
                  <a:lnTo>
                    <a:pt x="381" y="45"/>
                  </a:lnTo>
                  <a:lnTo>
                    <a:pt x="383" y="48"/>
                  </a:lnTo>
                  <a:lnTo>
                    <a:pt x="383" y="48"/>
                  </a:lnTo>
                  <a:lnTo>
                    <a:pt x="392" y="50"/>
                  </a:lnTo>
                  <a:lnTo>
                    <a:pt x="404" y="53"/>
                  </a:lnTo>
                  <a:lnTo>
                    <a:pt x="404" y="53"/>
                  </a:lnTo>
                  <a:lnTo>
                    <a:pt x="408" y="56"/>
                  </a:lnTo>
                  <a:lnTo>
                    <a:pt x="413" y="60"/>
                  </a:lnTo>
                  <a:lnTo>
                    <a:pt x="425" y="63"/>
                  </a:lnTo>
                  <a:lnTo>
                    <a:pt x="436" y="66"/>
                  </a:lnTo>
                  <a:lnTo>
                    <a:pt x="447" y="69"/>
                  </a:lnTo>
                  <a:lnTo>
                    <a:pt x="447" y="69"/>
                  </a:lnTo>
                  <a:lnTo>
                    <a:pt x="478" y="84"/>
                  </a:lnTo>
                  <a:lnTo>
                    <a:pt x="508" y="97"/>
                  </a:lnTo>
                  <a:lnTo>
                    <a:pt x="508" y="97"/>
                  </a:lnTo>
                  <a:lnTo>
                    <a:pt x="550" y="114"/>
                  </a:lnTo>
                  <a:lnTo>
                    <a:pt x="569" y="124"/>
                  </a:lnTo>
                  <a:lnTo>
                    <a:pt x="577" y="129"/>
                  </a:lnTo>
                  <a:lnTo>
                    <a:pt x="585" y="135"/>
                  </a:lnTo>
                  <a:lnTo>
                    <a:pt x="585" y="135"/>
                  </a:lnTo>
                  <a:lnTo>
                    <a:pt x="593" y="143"/>
                  </a:lnTo>
                  <a:lnTo>
                    <a:pt x="600" y="151"/>
                  </a:lnTo>
                  <a:lnTo>
                    <a:pt x="609" y="170"/>
                  </a:lnTo>
                  <a:lnTo>
                    <a:pt x="618" y="191"/>
                  </a:lnTo>
                  <a:lnTo>
                    <a:pt x="627" y="212"/>
                  </a:lnTo>
                  <a:lnTo>
                    <a:pt x="627" y="212"/>
                  </a:lnTo>
                  <a:lnTo>
                    <a:pt x="635" y="227"/>
                  </a:lnTo>
                  <a:lnTo>
                    <a:pt x="643" y="243"/>
                  </a:lnTo>
                  <a:lnTo>
                    <a:pt x="643" y="243"/>
                  </a:lnTo>
                  <a:lnTo>
                    <a:pt x="635" y="238"/>
                  </a:lnTo>
                  <a:lnTo>
                    <a:pt x="630" y="233"/>
                  </a:lnTo>
                  <a:lnTo>
                    <a:pt x="629" y="228"/>
                  </a:lnTo>
                  <a:lnTo>
                    <a:pt x="629" y="228"/>
                  </a:lnTo>
                  <a:lnTo>
                    <a:pt x="626" y="228"/>
                  </a:lnTo>
                  <a:lnTo>
                    <a:pt x="624" y="228"/>
                  </a:lnTo>
                  <a:lnTo>
                    <a:pt x="624" y="227"/>
                  </a:lnTo>
                  <a:lnTo>
                    <a:pt x="621" y="228"/>
                  </a:lnTo>
                  <a:lnTo>
                    <a:pt x="621" y="228"/>
                  </a:lnTo>
                  <a:lnTo>
                    <a:pt x="616" y="222"/>
                  </a:lnTo>
                  <a:lnTo>
                    <a:pt x="609" y="217"/>
                  </a:lnTo>
                  <a:lnTo>
                    <a:pt x="603" y="212"/>
                  </a:lnTo>
                  <a:lnTo>
                    <a:pt x="595" y="209"/>
                  </a:lnTo>
                  <a:lnTo>
                    <a:pt x="595" y="209"/>
                  </a:lnTo>
                  <a:lnTo>
                    <a:pt x="592" y="206"/>
                  </a:lnTo>
                  <a:lnTo>
                    <a:pt x="589" y="203"/>
                  </a:lnTo>
                  <a:lnTo>
                    <a:pt x="579" y="196"/>
                  </a:lnTo>
                  <a:lnTo>
                    <a:pt x="558" y="188"/>
                  </a:lnTo>
                  <a:lnTo>
                    <a:pt x="558" y="188"/>
                  </a:lnTo>
                  <a:lnTo>
                    <a:pt x="552" y="185"/>
                  </a:lnTo>
                  <a:lnTo>
                    <a:pt x="545" y="179"/>
                  </a:lnTo>
                  <a:lnTo>
                    <a:pt x="539" y="174"/>
                  </a:lnTo>
                  <a:lnTo>
                    <a:pt x="536" y="172"/>
                  </a:lnTo>
                  <a:lnTo>
                    <a:pt x="531" y="172"/>
                  </a:lnTo>
                  <a:lnTo>
                    <a:pt x="531" y="172"/>
                  </a:lnTo>
                  <a:lnTo>
                    <a:pt x="532" y="175"/>
                  </a:lnTo>
                  <a:lnTo>
                    <a:pt x="536" y="177"/>
                  </a:lnTo>
                  <a:lnTo>
                    <a:pt x="539" y="177"/>
                  </a:lnTo>
                  <a:lnTo>
                    <a:pt x="540" y="177"/>
                  </a:lnTo>
                  <a:lnTo>
                    <a:pt x="540" y="177"/>
                  </a:lnTo>
                  <a:lnTo>
                    <a:pt x="540" y="179"/>
                  </a:lnTo>
                  <a:lnTo>
                    <a:pt x="539" y="180"/>
                  </a:lnTo>
                  <a:lnTo>
                    <a:pt x="537" y="182"/>
                  </a:lnTo>
                  <a:lnTo>
                    <a:pt x="537" y="183"/>
                  </a:lnTo>
                  <a:lnTo>
                    <a:pt x="537" y="183"/>
                  </a:lnTo>
                  <a:lnTo>
                    <a:pt x="542" y="188"/>
                  </a:lnTo>
                  <a:lnTo>
                    <a:pt x="545" y="191"/>
                  </a:lnTo>
                  <a:lnTo>
                    <a:pt x="553" y="199"/>
                  </a:lnTo>
                  <a:lnTo>
                    <a:pt x="553" y="199"/>
                  </a:lnTo>
                  <a:lnTo>
                    <a:pt x="556" y="204"/>
                  </a:lnTo>
                  <a:lnTo>
                    <a:pt x="560" y="211"/>
                  </a:lnTo>
                  <a:lnTo>
                    <a:pt x="560" y="211"/>
                  </a:lnTo>
                  <a:lnTo>
                    <a:pt x="568" y="219"/>
                  </a:lnTo>
                  <a:lnTo>
                    <a:pt x="579" y="227"/>
                  </a:lnTo>
                  <a:lnTo>
                    <a:pt x="589" y="235"/>
                  </a:lnTo>
                  <a:lnTo>
                    <a:pt x="597" y="243"/>
                  </a:lnTo>
                  <a:lnTo>
                    <a:pt x="597" y="243"/>
                  </a:lnTo>
                  <a:lnTo>
                    <a:pt x="605" y="253"/>
                  </a:lnTo>
                  <a:lnTo>
                    <a:pt x="608" y="259"/>
                  </a:lnTo>
                  <a:lnTo>
                    <a:pt x="613" y="264"/>
                  </a:lnTo>
                  <a:lnTo>
                    <a:pt x="613" y="264"/>
                  </a:lnTo>
                  <a:lnTo>
                    <a:pt x="621" y="269"/>
                  </a:lnTo>
                  <a:lnTo>
                    <a:pt x="629" y="272"/>
                  </a:lnTo>
                  <a:lnTo>
                    <a:pt x="629" y="272"/>
                  </a:lnTo>
                  <a:lnTo>
                    <a:pt x="635" y="278"/>
                  </a:lnTo>
                  <a:lnTo>
                    <a:pt x="640" y="286"/>
                  </a:lnTo>
                  <a:lnTo>
                    <a:pt x="646" y="294"/>
                  </a:lnTo>
                  <a:lnTo>
                    <a:pt x="653" y="301"/>
                  </a:lnTo>
                  <a:lnTo>
                    <a:pt x="653" y="301"/>
                  </a:lnTo>
                  <a:lnTo>
                    <a:pt x="661" y="310"/>
                  </a:lnTo>
                  <a:lnTo>
                    <a:pt x="667" y="320"/>
                  </a:lnTo>
                  <a:lnTo>
                    <a:pt x="677" y="328"/>
                  </a:lnTo>
                  <a:lnTo>
                    <a:pt x="687" y="335"/>
                  </a:lnTo>
                  <a:lnTo>
                    <a:pt x="687" y="335"/>
                  </a:lnTo>
                  <a:lnTo>
                    <a:pt x="690" y="344"/>
                  </a:lnTo>
                  <a:lnTo>
                    <a:pt x="690" y="349"/>
                  </a:lnTo>
                  <a:lnTo>
                    <a:pt x="688" y="354"/>
                  </a:lnTo>
                  <a:lnTo>
                    <a:pt x="688" y="354"/>
                  </a:lnTo>
                  <a:lnTo>
                    <a:pt x="680" y="349"/>
                  </a:lnTo>
                  <a:lnTo>
                    <a:pt x="674" y="341"/>
                  </a:lnTo>
                  <a:lnTo>
                    <a:pt x="669" y="331"/>
                  </a:lnTo>
                  <a:lnTo>
                    <a:pt x="663" y="325"/>
                  </a:lnTo>
                  <a:lnTo>
                    <a:pt x="663" y="325"/>
                  </a:lnTo>
                  <a:lnTo>
                    <a:pt x="658" y="317"/>
                  </a:lnTo>
                  <a:lnTo>
                    <a:pt x="653" y="310"/>
                  </a:lnTo>
                  <a:lnTo>
                    <a:pt x="640" y="298"/>
                  </a:lnTo>
                  <a:lnTo>
                    <a:pt x="626" y="286"/>
                  </a:lnTo>
                  <a:lnTo>
                    <a:pt x="613" y="273"/>
                  </a:lnTo>
                  <a:lnTo>
                    <a:pt x="613" y="273"/>
                  </a:lnTo>
                  <a:lnTo>
                    <a:pt x="609" y="272"/>
                  </a:lnTo>
                  <a:lnTo>
                    <a:pt x="606" y="272"/>
                  </a:lnTo>
                  <a:lnTo>
                    <a:pt x="606" y="272"/>
                  </a:lnTo>
                  <a:lnTo>
                    <a:pt x="590" y="257"/>
                  </a:lnTo>
                  <a:lnTo>
                    <a:pt x="571" y="246"/>
                  </a:lnTo>
                  <a:lnTo>
                    <a:pt x="561" y="241"/>
                  </a:lnTo>
                  <a:lnTo>
                    <a:pt x="550" y="236"/>
                  </a:lnTo>
                  <a:lnTo>
                    <a:pt x="539" y="233"/>
                  </a:lnTo>
                  <a:lnTo>
                    <a:pt x="526" y="232"/>
                  </a:lnTo>
                  <a:lnTo>
                    <a:pt x="526" y="232"/>
                  </a:lnTo>
                  <a:lnTo>
                    <a:pt x="536" y="243"/>
                  </a:lnTo>
                  <a:lnTo>
                    <a:pt x="547" y="251"/>
                  </a:lnTo>
                  <a:lnTo>
                    <a:pt x="573" y="267"/>
                  </a:lnTo>
                  <a:lnTo>
                    <a:pt x="573" y="267"/>
                  </a:lnTo>
                  <a:lnTo>
                    <a:pt x="573" y="270"/>
                  </a:lnTo>
                  <a:lnTo>
                    <a:pt x="574" y="273"/>
                  </a:lnTo>
                  <a:lnTo>
                    <a:pt x="579" y="277"/>
                  </a:lnTo>
                  <a:lnTo>
                    <a:pt x="590" y="281"/>
                  </a:lnTo>
                  <a:lnTo>
                    <a:pt x="590" y="281"/>
                  </a:lnTo>
                  <a:lnTo>
                    <a:pt x="590" y="283"/>
                  </a:lnTo>
                  <a:lnTo>
                    <a:pt x="589" y="286"/>
                  </a:lnTo>
                  <a:lnTo>
                    <a:pt x="589" y="286"/>
                  </a:lnTo>
                  <a:lnTo>
                    <a:pt x="600" y="296"/>
                  </a:lnTo>
                  <a:lnTo>
                    <a:pt x="609" y="307"/>
                  </a:lnTo>
                  <a:lnTo>
                    <a:pt x="629" y="330"/>
                  </a:lnTo>
                  <a:lnTo>
                    <a:pt x="646" y="352"/>
                  </a:lnTo>
                  <a:lnTo>
                    <a:pt x="666" y="375"/>
                  </a:lnTo>
                  <a:lnTo>
                    <a:pt x="666" y="375"/>
                  </a:lnTo>
                  <a:lnTo>
                    <a:pt x="672" y="388"/>
                  </a:lnTo>
                  <a:lnTo>
                    <a:pt x="680" y="402"/>
                  </a:lnTo>
                  <a:lnTo>
                    <a:pt x="688" y="417"/>
                  </a:lnTo>
                  <a:lnTo>
                    <a:pt x="692" y="425"/>
                  </a:lnTo>
                  <a:lnTo>
                    <a:pt x="692" y="431"/>
                  </a:lnTo>
                  <a:lnTo>
                    <a:pt x="692" y="431"/>
                  </a:lnTo>
                  <a:lnTo>
                    <a:pt x="692" y="437"/>
                  </a:lnTo>
                  <a:lnTo>
                    <a:pt x="688" y="442"/>
                  </a:lnTo>
                  <a:lnTo>
                    <a:pt x="685" y="449"/>
                  </a:lnTo>
                  <a:lnTo>
                    <a:pt x="683" y="457"/>
                  </a:lnTo>
                  <a:lnTo>
                    <a:pt x="683" y="457"/>
                  </a:lnTo>
                  <a:lnTo>
                    <a:pt x="680" y="474"/>
                  </a:lnTo>
                  <a:lnTo>
                    <a:pt x="680" y="474"/>
                  </a:lnTo>
                  <a:lnTo>
                    <a:pt x="677" y="495"/>
                  </a:lnTo>
                  <a:lnTo>
                    <a:pt x="677" y="495"/>
                  </a:lnTo>
                  <a:lnTo>
                    <a:pt x="679" y="505"/>
                  </a:lnTo>
                  <a:lnTo>
                    <a:pt x="680" y="516"/>
                  </a:lnTo>
                  <a:lnTo>
                    <a:pt x="682" y="526"/>
                  </a:lnTo>
                  <a:lnTo>
                    <a:pt x="683" y="537"/>
                  </a:lnTo>
                  <a:lnTo>
                    <a:pt x="683" y="537"/>
                  </a:lnTo>
                  <a:lnTo>
                    <a:pt x="682" y="548"/>
                  </a:lnTo>
                  <a:lnTo>
                    <a:pt x="679" y="558"/>
                  </a:lnTo>
                  <a:lnTo>
                    <a:pt x="674" y="568"/>
                  </a:lnTo>
                  <a:lnTo>
                    <a:pt x="669" y="577"/>
                  </a:lnTo>
                  <a:lnTo>
                    <a:pt x="658" y="595"/>
                  </a:lnTo>
                  <a:lnTo>
                    <a:pt x="653" y="603"/>
                  </a:lnTo>
                  <a:lnTo>
                    <a:pt x="650" y="611"/>
                  </a:lnTo>
                  <a:lnTo>
                    <a:pt x="650" y="611"/>
                  </a:lnTo>
                  <a:lnTo>
                    <a:pt x="635" y="624"/>
                  </a:lnTo>
                  <a:lnTo>
                    <a:pt x="622" y="637"/>
                  </a:lnTo>
                  <a:lnTo>
                    <a:pt x="609" y="651"/>
                  </a:lnTo>
                  <a:lnTo>
                    <a:pt x="601" y="658"/>
                  </a:lnTo>
                  <a:lnTo>
                    <a:pt x="593" y="663"/>
                  </a:lnTo>
                  <a:lnTo>
                    <a:pt x="593" y="663"/>
                  </a:lnTo>
                  <a:lnTo>
                    <a:pt x="590" y="666"/>
                  </a:lnTo>
                  <a:lnTo>
                    <a:pt x="589" y="671"/>
                  </a:lnTo>
                  <a:lnTo>
                    <a:pt x="589" y="671"/>
                  </a:lnTo>
                  <a:lnTo>
                    <a:pt x="571" y="679"/>
                  </a:lnTo>
                  <a:lnTo>
                    <a:pt x="555" y="688"/>
                  </a:lnTo>
                  <a:lnTo>
                    <a:pt x="547" y="692"/>
                  </a:lnTo>
                  <a:lnTo>
                    <a:pt x="537" y="695"/>
                  </a:lnTo>
                  <a:lnTo>
                    <a:pt x="527" y="696"/>
                  </a:lnTo>
                  <a:lnTo>
                    <a:pt x="516" y="698"/>
                  </a:lnTo>
                  <a:lnTo>
                    <a:pt x="516" y="698"/>
                  </a:lnTo>
                  <a:lnTo>
                    <a:pt x="510" y="703"/>
                  </a:lnTo>
                  <a:lnTo>
                    <a:pt x="503" y="708"/>
                  </a:lnTo>
                  <a:lnTo>
                    <a:pt x="503" y="708"/>
                  </a:lnTo>
                  <a:lnTo>
                    <a:pt x="495" y="708"/>
                  </a:lnTo>
                  <a:lnTo>
                    <a:pt x="487" y="709"/>
                  </a:lnTo>
                  <a:lnTo>
                    <a:pt x="474" y="716"/>
                  </a:lnTo>
                  <a:lnTo>
                    <a:pt x="474" y="716"/>
                  </a:lnTo>
                  <a:lnTo>
                    <a:pt x="466" y="717"/>
                  </a:lnTo>
                  <a:lnTo>
                    <a:pt x="457" y="719"/>
                  </a:lnTo>
                  <a:lnTo>
                    <a:pt x="437" y="719"/>
                  </a:lnTo>
                  <a:lnTo>
                    <a:pt x="437" y="719"/>
                  </a:lnTo>
                  <a:lnTo>
                    <a:pt x="423" y="721"/>
                  </a:lnTo>
                  <a:lnTo>
                    <a:pt x="407" y="721"/>
                  </a:lnTo>
                  <a:lnTo>
                    <a:pt x="375" y="719"/>
                  </a:lnTo>
                  <a:lnTo>
                    <a:pt x="343" y="714"/>
                  </a:lnTo>
                  <a:lnTo>
                    <a:pt x="315" y="706"/>
                  </a:lnTo>
                  <a:lnTo>
                    <a:pt x="315" y="706"/>
                  </a:lnTo>
                  <a:lnTo>
                    <a:pt x="301" y="701"/>
                  </a:lnTo>
                  <a:lnTo>
                    <a:pt x="288" y="695"/>
                  </a:lnTo>
                  <a:lnTo>
                    <a:pt x="288" y="695"/>
                  </a:lnTo>
                  <a:lnTo>
                    <a:pt x="278" y="693"/>
                  </a:lnTo>
                  <a:lnTo>
                    <a:pt x="269" y="690"/>
                  </a:lnTo>
                  <a:lnTo>
                    <a:pt x="262" y="687"/>
                  </a:lnTo>
                  <a:lnTo>
                    <a:pt x="259" y="685"/>
                  </a:lnTo>
                  <a:lnTo>
                    <a:pt x="256" y="680"/>
                  </a:lnTo>
                  <a:lnTo>
                    <a:pt x="256" y="680"/>
                  </a:lnTo>
                  <a:lnTo>
                    <a:pt x="252" y="682"/>
                  </a:lnTo>
                  <a:lnTo>
                    <a:pt x="251" y="682"/>
                  </a:lnTo>
                  <a:lnTo>
                    <a:pt x="248" y="682"/>
                  </a:lnTo>
                  <a:lnTo>
                    <a:pt x="248" y="682"/>
                  </a:lnTo>
                  <a:lnTo>
                    <a:pt x="227" y="668"/>
                  </a:lnTo>
                  <a:lnTo>
                    <a:pt x="204" y="656"/>
                  </a:lnTo>
                  <a:lnTo>
                    <a:pt x="204" y="656"/>
                  </a:lnTo>
                  <a:lnTo>
                    <a:pt x="198" y="648"/>
                  </a:lnTo>
                  <a:lnTo>
                    <a:pt x="191" y="640"/>
                  </a:lnTo>
                  <a:lnTo>
                    <a:pt x="177" y="627"/>
                  </a:lnTo>
                  <a:lnTo>
                    <a:pt x="162" y="614"/>
                  </a:lnTo>
                  <a:lnTo>
                    <a:pt x="156" y="606"/>
                  </a:lnTo>
                  <a:lnTo>
                    <a:pt x="151" y="598"/>
                  </a:lnTo>
                  <a:lnTo>
                    <a:pt x="151" y="598"/>
                  </a:lnTo>
                  <a:lnTo>
                    <a:pt x="142" y="592"/>
                  </a:lnTo>
                  <a:lnTo>
                    <a:pt x="133" y="584"/>
                  </a:lnTo>
                  <a:lnTo>
                    <a:pt x="127" y="576"/>
                  </a:lnTo>
                  <a:lnTo>
                    <a:pt x="121" y="566"/>
                  </a:lnTo>
                  <a:lnTo>
                    <a:pt x="108" y="547"/>
                  </a:lnTo>
                  <a:lnTo>
                    <a:pt x="101" y="537"/>
                  </a:lnTo>
                  <a:lnTo>
                    <a:pt x="93" y="529"/>
                  </a:lnTo>
                  <a:lnTo>
                    <a:pt x="93" y="529"/>
                  </a:lnTo>
                  <a:lnTo>
                    <a:pt x="93" y="532"/>
                  </a:lnTo>
                  <a:lnTo>
                    <a:pt x="92" y="536"/>
                  </a:lnTo>
                  <a:lnTo>
                    <a:pt x="93" y="544"/>
                  </a:lnTo>
                  <a:lnTo>
                    <a:pt x="95" y="552"/>
                  </a:lnTo>
                  <a:lnTo>
                    <a:pt x="95" y="555"/>
                  </a:lnTo>
                  <a:lnTo>
                    <a:pt x="92" y="558"/>
                  </a:lnTo>
                  <a:lnTo>
                    <a:pt x="92" y="558"/>
                  </a:lnTo>
                  <a:lnTo>
                    <a:pt x="95" y="568"/>
                  </a:lnTo>
                  <a:lnTo>
                    <a:pt x="98" y="581"/>
                  </a:lnTo>
                  <a:lnTo>
                    <a:pt x="100" y="594"/>
                  </a:lnTo>
                  <a:lnTo>
                    <a:pt x="98" y="606"/>
                  </a:lnTo>
                  <a:lnTo>
                    <a:pt x="98" y="606"/>
                  </a:lnTo>
                  <a:lnTo>
                    <a:pt x="101" y="608"/>
                  </a:lnTo>
                  <a:lnTo>
                    <a:pt x="105" y="611"/>
                  </a:lnTo>
                  <a:lnTo>
                    <a:pt x="108" y="618"/>
                  </a:lnTo>
                  <a:lnTo>
                    <a:pt x="108" y="621"/>
                  </a:lnTo>
                  <a:lnTo>
                    <a:pt x="106" y="624"/>
                  </a:lnTo>
                  <a:lnTo>
                    <a:pt x="105" y="627"/>
                  </a:lnTo>
                  <a:lnTo>
                    <a:pt x="101" y="629"/>
                  </a:lnTo>
                  <a:lnTo>
                    <a:pt x="101" y="629"/>
                  </a:lnTo>
                  <a:lnTo>
                    <a:pt x="101" y="637"/>
                  </a:lnTo>
                  <a:lnTo>
                    <a:pt x="105" y="643"/>
                  </a:lnTo>
                  <a:lnTo>
                    <a:pt x="108" y="651"/>
                  </a:lnTo>
                  <a:lnTo>
                    <a:pt x="109" y="659"/>
                  </a:lnTo>
                  <a:lnTo>
                    <a:pt x="109" y="659"/>
                  </a:lnTo>
                  <a:lnTo>
                    <a:pt x="113" y="661"/>
                  </a:lnTo>
                  <a:lnTo>
                    <a:pt x="116" y="659"/>
                  </a:lnTo>
                  <a:lnTo>
                    <a:pt x="119" y="658"/>
                  </a:lnTo>
                  <a:lnTo>
                    <a:pt x="121" y="655"/>
                  </a:lnTo>
                  <a:lnTo>
                    <a:pt x="121" y="655"/>
                  </a:lnTo>
                  <a:lnTo>
                    <a:pt x="124" y="659"/>
                  </a:lnTo>
                  <a:lnTo>
                    <a:pt x="125" y="666"/>
                  </a:lnTo>
                  <a:lnTo>
                    <a:pt x="129" y="679"/>
                  </a:lnTo>
                  <a:lnTo>
                    <a:pt x="129" y="679"/>
                  </a:lnTo>
                  <a:lnTo>
                    <a:pt x="132" y="679"/>
                  </a:lnTo>
                  <a:lnTo>
                    <a:pt x="133" y="676"/>
                  </a:lnTo>
                  <a:lnTo>
                    <a:pt x="135" y="674"/>
                  </a:lnTo>
                  <a:lnTo>
                    <a:pt x="138" y="674"/>
                  </a:lnTo>
                  <a:lnTo>
                    <a:pt x="138" y="674"/>
                  </a:lnTo>
                  <a:lnTo>
                    <a:pt x="140" y="676"/>
                  </a:lnTo>
                  <a:lnTo>
                    <a:pt x="143" y="677"/>
                  </a:lnTo>
                  <a:lnTo>
                    <a:pt x="150" y="680"/>
                  </a:lnTo>
                  <a:lnTo>
                    <a:pt x="150" y="680"/>
                  </a:lnTo>
                  <a:lnTo>
                    <a:pt x="150" y="685"/>
                  </a:lnTo>
                  <a:lnTo>
                    <a:pt x="151" y="687"/>
                  </a:lnTo>
                  <a:lnTo>
                    <a:pt x="154" y="688"/>
                  </a:lnTo>
                  <a:lnTo>
                    <a:pt x="158" y="692"/>
                  </a:lnTo>
                  <a:lnTo>
                    <a:pt x="158" y="692"/>
                  </a:lnTo>
                  <a:lnTo>
                    <a:pt x="153" y="693"/>
                  </a:lnTo>
                  <a:lnTo>
                    <a:pt x="153" y="693"/>
                  </a:lnTo>
                  <a:lnTo>
                    <a:pt x="156" y="692"/>
                  </a:lnTo>
                  <a:lnTo>
                    <a:pt x="158" y="693"/>
                  </a:lnTo>
                  <a:lnTo>
                    <a:pt x="161" y="695"/>
                  </a:lnTo>
                  <a:lnTo>
                    <a:pt x="161" y="700"/>
                  </a:lnTo>
                  <a:lnTo>
                    <a:pt x="162" y="703"/>
                  </a:lnTo>
                  <a:lnTo>
                    <a:pt x="162" y="703"/>
                  </a:lnTo>
                  <a:lnTo>
                    <a:pt x="167" y="706"/>
                  </a:lnTo>
                  <a:lnTo>
                    <a:pt x="174" y="711"/>
                  </a:lnTo>
                  <a:lnTo>
                    <a:pt x="179" y="717"/>
                  </a:lnTo>
                  <a:lnTo>
                    <a:pt x="179" y="721"/>
                  </a:lnTo>
                  <a:lnTo>
                    <a:pt x="179" y="724"/>
                  </a:lnTo>
                  <a:lnTo>
                    <a:pt x="179" y="724"/>
                  </a:lnTo>
                  <a:lnTo>
                    <a:pt x="183" y="722"/>
                  </a:lnTo>
                  <a:lnTo>
                    <a:pt x="185" y="719"/>
                  </a:lnTo>
                  <a:lnTo>
                    <a:pt x="187" y="716"/>
                  </a:lnTo>
                  <a:lnTo>
                    <a:pt x="190" y="714"/>
                  </a:lnTo>
                  <a:lnTo>
                    <a:pt x="190" y="714"/>
                  </a:lnTo>
                  <a:lnTo>
                    <a:pt x="193" y="717"/>
                  </a:lnTo>
                  <a:lnTo>
                    <a:pt x="198" y="721"/>
                  </a:lnTo>
                  <a:lnTo>
                    <a:pt x="201" y="722"/>
                  </a:lnTo>
                  <a:lnTo>
                    <a:pt x="207" y="727"/>
                  </a:lnTo>
                  <a:lnTo>
                    <a:pt x="207" y="727"/>
                  </a:lnTo>
                  <a:lnTo>
                    <a:pt x="212" y="719"/>
                  </a:lnTo>
                  <a:lnTo>
                    <a:pt x="214" y="716"/>
                  </a:lnTo>
                  <a:lnTo>
                    <a:pt x="214" y="713"/>
                  </a:lnTo>
                  <a:lnTo>
                    <a:pt x="214" y="713"/>
                  </a:lnTo>
                  <a:lnTo>
                    <a:pt x="214" y="714"/>
                  </a:lnTo>
                  <a:lnTo>
                    <a:pt x="211" y="714"/>
                  </a:lnTo>
                  <a:lnTo>
                    <a:pt x="209" y="709"/>
                  </a:lnTo>
                  <a:lnTo>
                    <a:pt x="209" y="709"/>
                  </a:lnTo>
                  <a:lnTo>
                    <a:pt x="211" y="701"/>
                  </a:lnTo>
                  <a:lnTo>
                    <a:pt x="211" y="693"/>
                  </a:lnTo>
                  <a:lnTo>
                    <a:pt x="211" y="685"/>
                  </a:lnTo>
                  <a:lnTo>
                    <a:pt x="211" y="677"/>
                  </a:lnTo>
                  <a:lnTo>
                    <a:pt x="211" y="677"/>
                  </a:lnTo>
                  <a:lnTo>
                    <a:pt x="217" y="682"/>
                  </a:lnTo>
                  <a:lnTo>
                    <a:pt x="220" y="688"/>
                  </a:lnTo>
                  <a:lnTo>
                    <a:pt x="224" y="696"/>
                  </a:lnTo>
                  <a:lnTo>
                    <a:pt x="228" y="703"/>
                  </a:lnTo>
                  <a:lnTo>
                    <a:pt x="228" y="703"/>
                  </a:lnTo>
                  <a:lnTo>
                    <a:pt x="227" y="708"/>
                  </a:lnTo>
                  <a:lnTo>
                    <a:pt x="225" y="713"/>
                  </a:lnTo>
                  <a:lnTo>
                    <a:pt x="222" y="717"/>
                  </a:lnTo>
                  <a:lnTo>
                    <a:pt x="220" y="724"/>
                  </a:lnTo>
                  <a:lnTo>
                    <a:pt x="220" y="724"/>
                  </a:lnTo>
                  <a:lnTo>
                    <a:pt x="225" y="727"/>
                  </a:lnTo>
                  <a:lnTo>
                    <a:pt x="230" y="730"/>
                  </a:lnTo>
                  <a:lnTo>
                    <a:pt x="236" y="732"/>
                  </a:lnTo>
                  <a:lnTo>
                    <a:pt x="243" y="732"/>
                  </a:lnTo>
                  <a:lnTo>
                    <a:pt x="243" y="732"/>
                  </a:lnTo>
                  <a:lnTo>
                    <a:pt x="246" y="735"/>
                  </a:lnTo>
                  <a:lnTo>
                    <a:pt x="249" y="738"/>
                  </a:lnTo>
                  <a:lnTo>
                    <a:pt x="252" y="746"/>
                  </a:lnTo>
                  <a:lnTo>
                    <a:pt x="261" y="764"/>
                  </a:lnTo>
                  <a:lnTo>
                    <a:pt x="261" y="764"/>
                  </a:lnTo>
                  <a:lnTo>
                    <a:pt x="265" y="764"/>
                  </a:lnTo>
                  <a:lnTo>
                    <a:pt x="272" y="766"/>
                  </a:lnTo>
                  <a:lnTo>
                    <a:pt x="272" y="766"/>
                  </a:lnTo>
                  <a:lnTo>
                    <a:pt x="272" y="770"/>
                  </a:lnTo>
                  <a:lnTo>
                    <a:pt x="272" y="774"/>
                  </a:lnTo>
                  <a:lnTo>
                    <a:pt x="272" y="774"/>
                  </a:lnTo>
                  <a:lnTo>
                    <a:pt x="280" y="772"/>
                  </a:lnTo>
                  <a:lnTo>
                    <a:pt x="286" y="770"/>
                  </a:lnTo>
                  <a:lnTo>
                    <a:pt x="293" y="767"/>
                  </a:lnTo>
                  <a:lnTo>
                    <a:pt x="296" y="767"/>
                  </a:lnTo>
                  <a:lnTo>
                    <a:pt x="299" y="769"/>
                  </a:lnTo>
                  <a:lnTo>
                    <a:pt x="299" y="769"/>
                  </a:lnTo>
                  <a:lnTo>
                    <a:pt x="307" y="764"/>
                  </a:lnTo>
                  <a:lnTo>
                    <a:pt x="315" y="761"/>
                  </a:lnTo>
                  <a:lnTo>
                    <a:pt x="323" y="759"/>
                  </a:lnTo>
                  <a:lnTo>
                    <a:pt x="331" y="758"/>
                  </a:lnTo>
                  <a:lnTo>
                    <a:pt x="351" y="759"/>
                  </a:lnTo>
                  <a:lnTo>
                    <a:pt x="359" y="759"/>
                  </a:lnTo>
                  <a:lnTo>
                    <a:pt x="368" y="758"/>
                  </a:lnTo>
                  <a:lnTo>
                    <a:pt x="368" y="758"/>
                  </a:lnTo>
                  <a:lnTo>
                    <a:pt x="370" y="753"/>
                  </a:lnTo>
                  <a:lnTo>
                    <a:pt x="373" y="751"/>
                  </a:lnTo>
                  <a:lnTo>
                    <a:pt x="383" y="748"/>
                  </a:lnTo>
                  <a:lnTo>
                    <a:pt x="383" y="748"/>
                  </a:lnTo>
                  <a:lnTo>
                    <a:pt x="384" y="751"/>
                  </a:lnTo>
                  <a:lnTo>
                    <a:pt x="384" y="753"/>
                  </a:lnTo>
                  <a:lnTo>
                    <a:pt x="384" y="756"/>
                  </a:lnTo>
                  <a:lnTo>
                    <a:pt x="384" y="758"/>
                  </a:lnTo>
                  <a:lnTo>
                    <a:pt x="384" y="758"/>
                  </a:lnTo>
                  <a:lnTo>
                    <a:pt x="386" y="759"/>
                  </a:lnTo>
                  <a:lnTo>
                    <a:pt x="389" y="761"/>
                  </a:lnTo>
                  <a:lnTo>
                    <a:pt x="391" y="761"/>
                  </a:lnTo>
                  <a:lnTo>
                    <a:pt x="391" y="762"/>
                  </a:lnTo>
                  <a:lnTo>
                    <a:pt x="391" y="762"/>
                  </a:lnTo>
                  <a:lnTo>
                    <a:pt x="397" y="761"/>
                  </a:lnTo>
                  <a:lnTo>
                    <a:pt x="402" y="756"/>
                  </a:lnTo>
                  <a:lnTo>
                    <a:pt x="404" y="753"/>
                  </a:lnTo>
                  <a:lnTo>
                    <a:pt x="402" y="751"/>
                  </a:lnTo>
                  <a:lnTo>
                    <a:pt x="400" y="751"/>
                  </a:lnTo>
                  <a:lnTo>
                    <a:pt x="400" y="751"/>
                  </a:lnTo>
                  <a:lnTo>
                    <a:pt x="413" y="746"/>
                  </a:lnTo>
                  <a:lnTo>
                    <a:pt x="425" y="743"/>
                  </a:lnTo>
                  <a:lnTo>
                    <a:pt x="425" y="743"/>
                  </a:lnTo>
                  <a:lnTo>
                    <a:pt x="426" y="746"/>
                  </a:lnTo>
                  <a:lnTo>
                    <a:pt x="428" y="748"/>
                  </a:lnTo>
                  <a:lnTo>
                    <a:pt x="428" y="750"/>
                  </a:lnTo>
                  <a:lnTo>
                    <a:pt x="428" y="754"/>
                  </a:lnTo>
                  <a:lnTo>
                    <a:pt x="428" y="754"/>
                  </a:lnTo>
                  <a:lnTo>
                    <a:pt x="449" y="753"/>
                  </a:lnTo>
                  <a:lnTo>
                    <a:pt x="468" y="750"/>
                  </a:lnTo>
                  <a:lnTo>
                    <a:pt x="468" y="750"/>
                  </a:lnTo>
                  <a:lnTo>
                    <a:pt x="470" y="754"/>
                  </a:lnTo>
                  <a:lnTo>
                    <a:pt x="470" y="756"/>
                  </a:lnTo>
                  <a:lnTo>
                    <a:pt x="471" y="758"/>
                  </a:lnTo>
                  <a:lnTo>
                    <a:pt x="471" y="758"/>
                  </a:lnTo>
                  <a:lnTo>
                    <a:pt x="474" y="758"/>
                  </a:lnTo>
                  <a:lnTo>
                    <a:pt x="476" y="758"/>
                  </a:lnTo>
                  <a:lnTo>
                    <a:pt x="481" y="756"/>
                  </a:lnTo>
                  <a:lnTo>
                    <a:pt x="484" y="753"/>
                  </a:lnTo>
                  <a:lnTo>
                    <a:pt x="487" y="753"/>
                  </a:lnTo>
                  <a:lnTo>
                    <a:pt x="490" y="753"/>
                  </a:lnTo>
                  <a:lnTo>
                    <a:pt x="490" y="753"/>
                  </a:lnTo>
                  <a:lnTo>
                    <a:pt x="492" y="754"/>
                  </a:lnTo>
                  <a:lnTo>
                    <a:pt x="492" y="758"/>
                  </a:lnTo>
                  <a:lnTo>
                    <a:pt x="492" y="761"/>
                  </a:lnTo>
                  <a:lnTo>
                    <a:pt x="490" y="762"/>
                  </a:lnTo>
                  <a:lnTo>
                    <a:pt x="490" y="762"/>
                  </a:lnTo>
                  <a:lnTo>
                    <a:pt x="495" y="764"/>
                  </a:lnTo>
                  <a:lnTo>
                    <a:pt x="499" y="764"/>
                  </a:lnTo>
                  <a:lnTo>
                    <a:pt x="503" y="762"/>
                  </a:lnTo>
                  <a:lnTo>
                    <a:pt x="510" y="762"/>
                  </a:lnTo>
                  <a:lnTo>
                    <a:pt x="510" y="762"/>
                  </a:lnTo>
                  <a:lnTo>
                    <a:pt x="518" y="758"/>
                  </a:lnTo>
                  <a:lnTo>
                    <a:pt x="518" y="758"/>
                  </a:lnTo>
                  <a:lnTo>
                    <a:pt x="527" y="758"/>
                  </a:lnTo>
                  <a:lnTo>
                    <a:pt x="536" y="756"/>
                  </a:lnTo>
                  <a:lnTo>
                    <a:pt x="548" y="750"/>
                  </a:lnTo>
                  <a:lnTo>
                    <a:pt x="560" y="741"/>
                  </a:lnTo>
                  <a:lnTo>
                    <a:pt x="573" y="733"/>
                  </a:lnTo>
                  <a:lnTo>
                    <a:pt x="573" y="733"/>
                  </a:lnTo>
                  <a:lnTo>
                    <a:pt x="581" y="729"/>
                  </a:lnTo>
                  <a:lnTo>
                    <a:pt x="589" y="722"/>
                  </a:lnTo>
                  <a:lnTo>
                    <a:pt x="589" y="722"/>
                  </a:lnTo>
                  <a:lnTo>
                    <a:pt x="601" y="711"/>
                  </a:lnTo>
                  <a:lnTo>
                    <a:pt x="614" y="698"/>
                  </a:lnTo>
                  <a:lnTo>
                    <a:pt x="638" y="672"/>
                  </a:lnTo>
                  <a:lnTo>
                    <a:pt x="661" y="645"/>
                  </a:lnTo>
                  <a:lnTo>
                    <a:pt x="683" y="619"/>
                  </a:lnTo>
                  <a:lnTo>
                    <a:pt x="683" y="619"/>
                  </a:lnTo>
                  <a:lnTo>
                    <a:pt x="688" y="610"/>
                  </a:lnTo>
                  <a:lnTo>
                    <a:pt x="695" y="603"/>
                  </a:lnTo>
                  <a:lnTo>
                    <a:pt x="708" y="589"/>
                  </a:lnTo>
                  <a:lnTo>
                    <a:pt x="708" y="589"/>
                  </a:lnTo>
                  <a:lnTo>
                    <a:pt x="711" y="590"/>
                  </a:lnTo>
                  <a:lnTo>
                    <a:pt x="712" y="592"/>
                  </a:lnTo>
                  <a:lnTo>
                    <a:pt x="714" y="594"/>
                  </a:lnTo>
                  <a:lnTo>
                    <a:pt x="716" y="594"/>
                  </a:lnTo>
                  <a:lnTo>
                    <a:pt x="716" y="594"/>
                  </a:lnTo>
                  <a:lnTo>
                    <a:pt x="719" y="590"/>
                  </a:lnTo>
                  <a:lnTo>
                    <a:pt x="720" y="587"/>
                  </a:lnTo>
                  <a:lnTo>
                    <a:pt x="722" y="577"/>
                  </a:lnTo>
                  <a:lnTo>
                    <a:pt x="722" y="573"/>
                  </a:lnTo>
                  <a:lnTo>
                    <a:pt x="724" y="569"/>
                  </a:lnTo>
                  <a:lnTo>
                    <a:pt x="727" y="566"/>
                  </a:lnTo>
                  <a:lnTo>
                    <a:pt x="732" y="566"/>
                  </a:lnTo>
                  <a:lnTo>
                    <a:pt x="732" y="566"/>
                  </a:lnTo>
                  <a:lnTo>
                    <a:pt x="735" y="568"/>
                  </a:lnTo>
                  <a:lnTo>
                    <a:pt x="737" y="571"/>
                  </a:lnTo>
                  <a:lnTo>
                    <a:pt x="738" y="574"/>
                  </a:lnTo>
                  <a:lnTo>
                    <a:pt x="738" y="579"/>
                  </a:lnTo>
                  <a:lnTo>
                    <a:pt x="740" y="600"/>
                  </a:lnTo>
                  <a:lnTo>
                    <a:pt x="740" y="600"/>
                  </a:lnTo>
                  <a:lnTo>
                    <a:pt x="741" y="610"/>
                  </a:lnTo>
                  <a:lnTo>
                    <a:pt x="743" y="614"/>
                  </a:lnTo>
                  <a:lnTo>
                    <a:pt x="743" y="619"/>
                  </a:lnTo>
                  <a:lnTo>
                    <a:pt x="743" y="619"/>
                  </a:lnTo>
                  <a:lnTo>
                    <a:pt x="741" y="631"/>
                  </a:lnTo>
                  <a:lnTo>
                    <a:pt x="743" y="635"/>
                  </a:lnTo>
                  <a:lnTo>
                    <a:pt x="745" y="640"/>
                  </a:lnTo>
                  <a:lnTo>
                    <a:pt x="745" y="640"/>
                  </a:lnTo>
                  <a:lnTo>
                    <a:pt x="748" y="637"/>
                  </a:lnTo>
                  <a:lnTo>
                    <a:pt x="751" y="634"/>
                  </a:lnTo>
                  <a:lnTo>
                    <a:pt x="756" y="626"/>
                  </a:lnTo>
                  <a:lnTo>
                    <a:pt x="759" y="616"/>
                  </a:lnTo>
                  <a:lnTo>
                    <a:pt x="761" y="608"/>
                  </a:lnTo>
                  <a:lnTo>
                    <a:pt x="761" y="608"/>
                  </a:lnTo>
                  <a:lnTo>
                    <a:pt x="764" y="584"/>
                  </a:lnTo>
                  <a:lnTo>
                    <a:pt x="765" y="560"/>
                  </a:lnTo>
                  <a:lnTo>
                    <a:pt x="767" y="510"/>
                  </a:lnTo>
                  <a:lnTo>
                    <a:pt x="767" y="510"/>
                  </a:lnTo>
                  <a:lnTo>
                    <a:pt x="769" y="505"/>
                  </a:lnTo>
                  <a:lnTo>
                    <a:pt x="770" y="500"/>
                  </a:lnTo>
                  <a:lnTo>
                    <a:pt x="770" y="500"/>
                  </a:lnTo>
                  <a:lnTo>
                    <a:pt x="769" y="492"/>
                  </a:lnTo>
                  <a:lnTo>
                    <a:pt x="767" y="483"/>
                  </a:lnTo>
                  <a:lnTo>
                    <a:pt x="767" y="483"/>
                  </a:lnTo>
                  <a:lnTo>
                    <a:pt x="767" y="474"/>
                  </a:lnTo>
                  <a:lnTo>
                    <a:pt x="770" y="466"/>
                  </a:lnTo>
                  <a:lnTo>
                    <a:pt x="777" y="452"/>
                  </a:lnTo>
                  <a:lnTo>
                    <a:pt x="778" y="444"/>
                  </a:lnTo>
                  <a:lnTo>
                    <a:pt x="780" y="437"/>
                  </a:lnTo>
                  <a:lnTo>
                    <a:pt x="780" y="429"/>
                  </a:lnTo>
                  <a:lnTo>
                    <a:pt x="777" y="421"/>
                  </a:lnTo>
                  <a:lnTo>
                    <a:pt x="777" y="421"/>
                  </a:lnTo>
                  <a:close/>
                  <a:moveTo>
                    <a:pt x="117" y="639"/>
                  </a:moveTo>
                  <a:lnTo>
                    <a:pt x="117" y="639"/>
                  </a:lnTo>
                  <a:lnTo>
                    <a:pt x="116" y="639"/>
                  </a:lnTo>
                  <a:lnTo>
                    <a:pt x="114" y="640"/>
                  </a:lnTo>
                  <a:lnTo>
                    <a:pt x="113" y="642"/>
                  </a:lnTo>
                  <a:lnTo>
                    <a:pt x="111" y="642"/>
                  </a:lnTo>
                  <a:lnTo>
                    <a:pt x="111" y="642"/>
                  </a:lnTo>
                  <a:lnTo>
                    <a:pt x="109" y="640"/>
                  </a:lnTo>
                  <a:lnTo>
                    <a:pt x="109" y="637"/>
                  </a:lnTo>
                  <a:lnTo>
                    <a:pt x="108" y="634"/>
                  </a:lnTo>
                  <a:lnTo>
                    <a:pt x="108" y="634"/>
                  </a:lnTo>
                  <a:lnTo>
                    <a:pt x="113" y="634"/>
                  </a:lnTo>
                  <a:lnTo>
                    <a:pt x="116" y="634"/>
                  </a:lnTo>
                  <a:lnTo>
                    <a:pt x="117" y="632"/>
                  </a:lnTo>
                  <a:lnTo>
                    <a:pt x="117" y="632"/>
                  </a:lnTo>
                  <a:lnTo>
                    <a:pt x="117" y="635"/>
                  </a:lnTo>
                  <a:lnTo>
                    <a:pt x="117" y="639"/>
                  </a:lnTo>
                  <a:lnTo>
                    <a:pt x="117" y="639"/>
                  </a:lnTo>
                  <a:close/>
                  <a:moveTo>
                    <a:pt x="212" y="676"/>
                  </a:moveTo>
                  <a:lnTo>
                    <a:pt x="212" y="676"/>
                  </a:lnTo>
                  <a:lnTo>
                    <a:pt x="209" y="674"/>
                  </a:lnTo>
                  <a:lnTo>
                    <a:pt x="204" y="674"/>
                  </a:lnTo>
                  <a:lnTo>
                    <a:pt x="204" y="674"/>
                  </a:lnTo>
                  <a:lnTo>
                    <a:pt x="204" y="671"/>
                  </a:lnTo>
                  <a:lnTo>
                    <a:pt x="204" y="669"/>
                  </a:lnTo>
                  <a:lnTo>
                    <a:pt x="203" y="669"/>
                  </a:lnTo>
                  <a:lnTo>
                    <a:pt x="203" y="669"/>
                  </a:lnTo>
                  <a:lnTo>
                    <a:pt x="204" y="668"/>
                  </a:lnTo>
                  <a:lnTo>
                    <a:pt x="203" y="666"/>
                  </a:lnTo>
                  <a:lnTo>
                    <a:pt x="201" y="664"/>
                  </a:lnTo>
                  <a:lnTo>
                    <a:pt x="201" y="663"/>
                  </a:lnTo>
                  <a:lnTo>
                    <a:pt x="201" y="663"/>
                  </a:lnTo>
                  <a:lnTo>
                    <a:pt x="204" y="663"/>
                  </a:lnTo>
                  <a:lnTo>
                    <a:pt x="209" y="664"/>
                  </a:lnTo>
                  <a:lnTo>
                    <a:pt x="209" y="664"/>
                  </a:lnTo>
                  <a:lnTo>
                    <a:pt x="207" y="668"/>
                  </a:lnTo>
                  <a:lnTo>
                    <a:pt x="209" y="669"/>
                  </a:lnTo>
                  <a:lnTo>
                    <a:pt x="211" y="671"/>
                  </a:lnTo>
                  <a:lnTo>
                    <a:pt x="212" y="676"/>
                  </a:lnTo>
                  <a:lnTo>
                    <a:pt x="212" y="676"/>
                  </a:lnTo>
                  <a:close/>
                  <a:moveTo>
                    <a:pt x="320" y="745"/>
                  </a:moveTo>
                  <a:lnTo>
                    <a:pt x="320" y="745"/>
                  </a:lnTo>
                  <a:lnTo>
                    <a:pt x="320" y="740"/>
                  </a:lnTo>
                  <a:lnTo>
                    <a:pt x="320" y="737"/>
                  </a:lnTo>
                  <a:lnTo>
                    <a:pt x="322" y="735"/>
                  </a:lnTo>
                  <a:lnTo>
                    <a:pt x="325" y="737"/>
                  </a:lnTo>
                  <a:lnTo>
                    <a:pt x="326" y="738"/>
                  </a:lnTo>
                  <a:lnTo>
                    <a:pt x="326" y="740"/>
                  </a:lnTo>
                  <a:lnTo>
                    <a:pt x="325" y="743"/>
                  </a:lnTo>
                  <a:lnTo>
                    <a:pt x="320" y="745"/>
                  </a:lnTo>
                  <a:lnTo>
                    <a:pt x="320" y="745"/>
                  </a:lnTo>
                  <a:close/>
                  <a:moveTo>
                    <a:pt x="343" y="745"/>
                  </a:moveTo>
                  <a:lnTo>
                    <a:pt x="343" y="745"/>
                  </a:lnTo>
                  <a:lnTo>
                    <a:pt x="343" y="743"/>
                  </a:lnTo>
                  <a:lnTo>
                    <a:pt x="341" y="741"/>
                  </a:lnTo>
                  <a:lnTo>
                    <a:pt x="341" y="741"/>
                  </a:lnTo>
                  <a:lnTo>
                    <a:pt x="343" y="740"/>
                  </a:lnTo>
                  <a:lnTo>
                    <a:pt x="344" y="740"/>
                  </a:lnTo>
                  <a:lnTo>
                    <a:pt x="347" y="741"/>
                  </a:lnTo>
                  <a:lnTo>
                    <a:pt x="347" y="741"/>
                  </a:lnTo>
                  <a:lnTo>
                    <a:pt x="346" y="743"/>
                  </a:lnTo>
                  <a:lnTo>
                    <a:pt x="343" y="745"/>
                  </a:lnTo>
                  <a:lnTo>
                    <a:pt x="343" y="745"/>
                  </a:lnTo>
                  <a:close/>
                  <a:moveTo>
                    <a:pt x="77" y="513"/>
                  </a:moveTo>
                  <a:lnTo>
                    <a:pt x="82" y="513"/>
                  </a:lnTo>
                  <a:lnTo>
                    <a:pt x="82" y="513"/>
                  </a:lnTo>
                  <a:lnTo>
                    <a:pt x="82" y="511"/>
                  </a:lnTo>
                  <a:lnTo>
                    <a:pt x="82" y="508"/>
                  </a:lnTo>
                  <a:lnTo>
                    <a:pt x="82" y="508"/>
                  </a:lnTo>
                  <a:lnTo>
                    <a:pt x="79" y="508"/>
                  </a:lnTo>
                  <a:lnTo>
                    <a:pt x="79" y="508"/>
                  </a:lnTo>
                  <a:lnTo>
                    <a:pt x="80" y="510"/>
                  </a:lnTo>
                  <a:lnTo>
                    <a:pt x="82" y="511"/>
                  </a:lnTo>
                  <a:lnTo>
                    <a:pt x="82" y="511"/>
                  </a:lnTo>
                  <a:lnTo>
                    <a:pt x="79" y="511"/>
                  </a:lnTo>
                  <a:lnTo>
                    <a:pt x="77" y="513"/>
                  </a:lnTo>
                  <a:lnTo>
                    <a:pt x="77" y="513"/>
                  </a:lnTo>
                  <a:lnTo>
                    <a:pt x="77" y="513"/>
                  </a:lnTo>
                  <a:close/>
                  <a:moveTo>
                    <a:pt x="232" y="815"/>
                  </a:moveTo>
                  <a:lnTo>
                    <a:pt x="232" y="815"/>
                  </a:lnTo>
                  <a:lnTo>
                    <a:pt x="224" y="814"/>
                  </a:lnTo>
                  <a:lnTo>
                    <a:pt x="224" y="814"/>
                  </a:lnTo>
                  <a:lnTo>
                    <a:pt x="204" y="801"/>
                  </a:lnTo>
                  <a:lnTo>
                    <a:pt x="187" y="790"/>
                  </a:lnTo>
                  <a:lnTo>
                    <a:pt x="169" y="777"/>
                  </a:lnTo>
                  <a:lnTo>
                    <a:pt x="159" y="770"/>
                  </a:lnTo>
                  <a:lnTo>
                    <a:pt x="153" y="762"/>
                  </a:lnTo>
                  <a:lnTo>
                    <a:pt x="153" y="762"/>
                  </a:lnTo>
                  <a:lnTo>
                    <a:pt x="145" y="759"/>
                  </a:lnTo>
                  <a:lnTo>
                    <a:pt x="138" y="756"/>
                  </a:lnTo>
                  <a:lnTo>
                    <a:pt x="129" y="745"/>
                  </a:lnTo>
                  <a:lnTo>
                    <a:pt x="124" y="740"/>
                  </a:lnTo>
                  <a:lnTo>
                    <a:pt x="117" y="735"/>
                  </a:lnTo>
                  <a:lnTo>
                    <a:pt x="113" y="732"/>
                  </a:lnTo>
                  <a:lnTo>
                    <a:pt x="105" y="730"/>
                  </a:lnTo>
                  <a:lnTo>
                    <a:pt x="105" y="730"/>
                  </a:lnTo>
                  <a:lnTo>
                    <a:pt x="117" y="748"/>
                  </a:lnTo>
                  <a:lnTo>
                    <a:pt x="124" y="756"/>
                  </a:lnTo>
                  <a:lnTo>
                    <a:pt x="132" y="762"/>
                  </a:lnTo>
                  <a:lnTo>
                    <a:pt x="132" y="762"/>
                  </a:lnTo>
                  <a:lnTo>
                    <a:pt x="137" y="766"/>
                  </a:lnTo>
                  <a:lnTo>
                    <a:pt x="142" y="767"/>
                  </a:lnTo>
                  <a:lnTo>
                    <a:pt x="142" y="767"/>
                  </a:lnTo>
                  <a:lnTo>
                    <a:pt x="150" y="775"/>
                  </a:lnTo>
                  <a:lnTo>
                    <a:pt x="158" y="783"/>
                  </a:lnTo>
                  <a:lnTo>
                    <a:pt x="158" y="783"/>
                  </a:lnTo>
                  <a:lnTo>
                    <a:pt x="169" y="790"/>
                  </a:lnTo>
                  <a:lnTo>
                    <a:pt x="169" y="790"/>
                  </a:lnTo>
                  <a:lnTo>
                    <a:pt x="203" y="811"/>
                  </a:lnTo>
                  <a:lnTo>
                    <a:pt x="220" y="819"/>
                  </a:lnTo>
                  <a:lnTo>
                    <a:pt x="236" y="825"/>
                  </a:lnTo>
                  <a:lnTo>
                    <a:pt x="236" y="825"/>
                  </a:lnTo>
                  <a:lnTo>
                    <a:pt x="238" y="825"/>
                  </a:lnTo>
                  <a:lnTo>
                    <a:pt x="238" y="824"/>
                  </a:lnTo>
                  <a:lnTo>
                    <a:pt x="238" y="824"/>
                  </a:lnTo>
                  <a:lnTo>
                    <a:pt x="235" y="820"/>
                  </a:lnTo>
                  <a:lnTo>
                    <a:pt x="232" y="815"/>
                  </a:lnTo>
                  <a:lnTo>
                    <a:pt x="232" y="815"/>
                  </a:lnTo>
                  <a:close/>
                  <a:moveTo>
                    <a:pt x="252" y="825"/>
                  </a:moveTo>
                  <a:lnTo>
                    <a:pt x="252" y="825"/>
                  </a:lnTo>
                  <a:lnTo>
                    <a:pt x="249" y="827"/>
                  </a:lnTo>
                  <a:lnTo>
                    <a:pt x="246" y="827"/>
                  </a:lnTo>
                  <a:lnTo>
                    <a:pt x="244" y="827"/>
                  </a:lnTo>
                  <a:lnTo>
                    <a:pt x="243" y="828"/>
                  </a:lnTo>
                  <a:lnTo>
                    <a:pt x="243" y="828"/>
                  </a:lnTo>
                  <a:lnTo>
                    <a:pt x="251" y="830"/>
                  </a:lnTo>
                  <a:lnTo>
                    <a:pt x="259" y="833"/>
                  </a:lnTo>
                  <a:lnTo>
                    <a:pt x="269" y="836"/>
                  </a:lnTo>
                  <a:lnTo>
                    <a:pt x="278" y="838"/>
                  </a:lnTo>
                  <a:lnTo>
                    <a:pt x="278" y="838"/>
                  </a:lnTo>
                  <a:lnTo>
                    <a:pt x="277" y="835"/>
                  </a:lnTo>
                  <a:lnTo>
                    <a:pt x="273" y="833"/>
                  </a:lnTo>
                  <a:lnTo>
                    <a:pt x="267" y="832"/>
                  </a:lnTo>
                  <a:lnTo>
                    <a:pt x="259" y="828"/>
                  </a:lnTo>
                  <a:lnTo>
                    <a:pt x="254" y="828"/>
                  </a:lnTo>
                  <a:lnTo>
                    <a:pt x="252" y="825"/>
                  </a:lnTo>
                  <a:lnTo>
                    <a:pt x="252" y="825"/>
                  </a:lnTo>
                  <a:close/>
                </a:path>
              </a:pathLst>
            </a:custGeom>
            <a:solidFill>
              <a:schemeClr val="accent1"/>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grpSp>
      <p:sp>
        <p:nvSpPr>
          <p:cNvPr id="31" name="Freeform 13"/>
          <p:cNvSpPr>
            <a:spLocks/>
          </p:cNvSpPr>
          <p:nvPr>
            <p:custDataLst>
              <p:tags r:id="rId6"/>
            </p:custDataLst>
          </p:nvPr>
        </p:nvSpPr>
        <p:spPr bwMode="auto">
          <a:xfrm rot="5400000" flipH="1">
            <a:off x="3426619" y="3740944"/>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2" name="Freeform 13"/>
          <p:cNvSpPr>
            <a:spLocks/>
          </p:cNvSpPr>
          <p:nvPr>
            <p:custDataLst>
              <p:tags r:id="rId7"/>
            </p:custDataLst>
          </p:nvPr>
        </p:nvSpPr>
        <p:spPr bwMode="auto">
          <a:xfrm rot="5400000" flipV="1">
            <a:off x="7106444" y="3350419"/>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3" name="文本框 32"/>
          <p:cNvSpPr txBox="1"/>
          <p:nvPr>
            <p:custDataLst>
              <p:tags r:id="rId8"/>
            </p:custDataLst>
          </p:nvPr>
        </p:nvSpPr>
        <p:spPr>
          <a:xfrm>
            <a:off x="3622675" y="3179763"/>
            <a:ext cx="1358900" cy="369887"/>
          </a:xfrm>
          <a:prstGeom prst="rect">
            <a:avLst/>
          </a:prstGeom>
          <a:noFill/>
        </p:spPr>
        <p:txBody>
          <a:bodyPr/>
          <a:lstStyle/>
          <a:p>
            <a:pPr algn="just" eaLnBrk="1" fontAlgn="auto" hangingPunct="1">
              <a:spcBef>
                <a:spcPts val="0"/>
              </a:spcBef>
              <a:spcAft>
                <a:spcPts val="0"/>
              </a:spcAft>
              <a:defRPr/>
            </a:pPr>
            <a:r>
              <a:rPr lang="en-US" altLang="zh-CN" dirty="0">
                <a:solidFill>
                  <a:schemeClr val="accent1">
                    <a:lumMod val="60000"/>
                    <a:lumOff val="40000"/>
                  </a:schemeClr>
                </a:solidFill>
                <a:latin typeface="微软雅黑" pitchFamily="34" charset="-122"/>
                <a:ea typeface="微软雅黑" pitchFamily="34" charset="-122"/>
              </a:rPr>
              <a:t>PART ONE</a:t>
            </a:r>
            <a:endParaRPr lang="zh-CN" altLang="en-US" dirty="0">
              <a:solidFill>
                <a:schemeClr val="accent1">
                  <a:lumMod val="60000"/>
                  <a:lumOff val="40000"/>
                </a:schemeClr>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30999926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组织架构</a:t>
            </a:r>
            <a:endParaRPr lang="zh-CN" altLang="en-US" dirty="0">
              <a:latin typeface="微软雅黑" pitchFamily="34" charset="-122"/>
              <a:ea typeface="微软雅黑" pitchFamily="34" charset="-122"/>
            </a:endParaRPr>
          </a:p>
        </p:txBody>
      </p:sp>
      <p:grpSp>
        <p:nvGrpSpPr>
          <p:cNvPr id="4" name="圆形放射"/>
          <p:cNvGrpSpPr/>
          <p:nvPr/>
        </p:nvGrpSpPr>
        <p:grpSpPr>
          <a:xfrm>
            <a:off x="1684189" y="630375"/>
            <a:ext cx="5775150" cy="5484877"/>
            <a:chOff x="2464800" y="1399800"/>
            <a:chExt cx="4213926" cy="4058278"/>
          </a:xfrm>
        </p:grpSpPr>
        <p:grpSp>
          <p:nvGrpSpPr>
            <p:cNvPr id="5" name="Circle"/>
            <p:cNvGrpSpPr/>
            <p:nvPr/>
          </p:nvGrpSpPr>
          <p:grpSpPr>
            <a:xfrm>
              <a:off x="3940963" y="2957800"/>
              <a:ext cx="1261600" cy="1261600"/>
              <a:chOff x="3940963" y="2957800"/>
              <a:chExt cx="1261600" cy="1261600"/>
            </a:xfrm>
          </p:grpSpPr>
          <p:sp>
            <p:nvSpPr>
              <p:cNvPr id="71" name="任意多边形 70"/>
              <p:cNvSpPr/>
              <p:nvPr/>
            </p:nvSpPr>
            <p:spPr>
              <a:xfrm>
                <a:off x="3940963" y="2957800"/>
                <a:ext cx="1261600" cy="1261600"/>
              </a:xfrm>
              <a:custGeom>
                <a:avLst/>
                <a:gdLst/>
                <a:ahLst/>
                <a:cxnLst/>
                <a:rect l="0" t="0" r="0" b="0"/>
                <a:pathLst>
                  <a:path w="1261600" h="1261600" stroke="0">
                    <a:moveTo>
                      <a:pt x="0" y="630800"/>
                    </a:moveTo>
                    <a:cubicBezTo>
                      <a:pt x="0" y="282419"/>
                      <a:pt x="282419" y="0"/>
                      <a:pt x="630800" y="0"/>
                    </a:cubicBezTo>
                    <a:cubicBezTo>
                      <a:pt x="979184" y="0"/>
                      <a:pt x="1261600" y="282419"/>
                      <a:pt x="1261600" y="630800"/>
                    </a:cubicBezTo>
                    <a:cubicBezTo>
                      <a:pt x="1261600" y="979184"/>
                      <a:pt x="979184" y="1261600"/>
                      <a:pt x="630800" y="1261600"/>
                    </a:cubicBezTo>
                    <a:cubicBezTo>
                      <a:pt x="282419" y="1261600"/>
                      <a:pt x="0" y="979184"/>
                      <a:pt x="0" y="630800"/>
                    </a:cubicBezTo>
                    <a:close/>
                  </a:path>
                </a:pathLst>
              </a:custGeom>
              <a:gradFill>
                <a:gsLst>
                  <a:gs pos="100000">
                    <a:srgbClr val="FFA64C"/>
                  </a:gs>
                  <a:gs pos="70560">
                    <a:srgbClr val="FFA64C"/>
                  </a:gs>
                  <a:gs pos="52920">
                    <a:srgbClr val="FF8000"/>
                  </a:gs>
                  <a:gs pos="0">
                    <a:srgbClr val="FF8000"/>
                  </a:gs>
                </a:gsLst>
                <a:path path="circle">
                  <a:fillToRect l="50000" t="50000" r="50000" b="50000"/>
                </a:path>
              </a:gradFill>
              <a:ln w="7600" cap="flat">
                <a:solidFill>
                  <a:srgbClr val="00AF54"/>
                </a:solidFill>
                <a:bevel/>
              </a:ln>
            </p:spPr>
          </p:sp>
          <p:sp>
            <p:nvSpPr>
              <p:cNvPr id="72" name="任意多边形 71"/>
              <p:cNvSpPr/>
              <p:nvPr/>
            </p:nvSpPr>
            <p:spPr>
              <a:xfrm>
                <a:off x="3949263" y="3588600"/>
                <a:ext cx="1245002" cy="630800"/>
              </a:xfrm>
              <a:custGeom>
                <a:avLst/>
                <a:gdLst/>
                <a:ahLst/>
                <a:cxnLst/>
                <a:rect l="0" t="0" r="0" b="0"/>
                <a:pathLst>
                  <a:path w="1245002" h="630800" stroke="0">
                    <a:moveTo>
                      <a:pt x="0" y="0"/>
                    </a:moveTo>
                    <a:cubicBezTo>
                      <a:pt x="111492" y="87872"/>
                      <a:pt x="278703" y="175745"/>
                      <a:pt x="622500" y="175745"/>
                    </a:cubicBezTo>
                    <a:cubicBezTo>
                      <a:pt x="966302" y="175745"/>
                      <a:pt x="1121122" y="103564"/>
                      <a:pt x="1245002" y="0"/>
                    </a:cubicBezTo>
                    <a:cubicBezTo>
                      <a:pt x="1245002" y="348384"/>
                      <a:pt x="966302" y="630800"/>
                      <a:pt x="622500" y="630800"/>
                    </a:cubicBezTo>
                    <a:cubicBezTo>
                      <a:pt x="278703" y="630800"/>
                      <a:pt x="0" y="348384"/>
                      <a:pt x="0" y="0"/>
                    </a:cubicBezTo>
                    <a:close/>
                  </a:path>
                </a:pathLst>
              </a:custGeom>
              <a:gradFill>
                <a:gsLst>
                  <a:gs pos="0">
                    <a:srgbClr val="FF8000"/>
                  </a:gs>
                  <a:gs pos="50000">
                    <a:srgbClr val="FF8D19"/>
                  </a:gs>
                  <a:gs pos="100000">
                    <a:srgbClr val="FFA447"/>
                  </a:gs>
                </a:gsLst>
                <a:lin ang="5400000" scaled="0"/>
              </a:gradFill>
              <a:ln w="7600" cap="flat">
                <a:solidFill>
                  <a:srgbClr val="00AF54"/>
                </a:solidFill>
                <a:bevel/>
              </a:ln>
            </p:spPr>
          </p:sp>
          <p:sp>
            <p:nvSpPr>
              <p:cNvPr id="73" name="任意多边形 72"/>
              <p:cNvSpPr/>
              <p:nvPr/>
            </p:nvSpPr>
            <p:spPr>
              <a:xfrm>
                <a:off x="3960634" y="3253709"/>
                <a:ext cx="135394" cy="378168"/>
              </a:xfrm>
              <a:custGeom>
                <a:avLst/>
                <a:gdLst/>
                <a:ahLst/>
                <a:cxnLst/>
                <a:rect l="0" t="0" r="0" b="0"/>
                <a:pathLst>
                  <a:path w="135394" h="378168" stroke="0">
                    <a:moveTo>
                      <a:pt x="99848" y="-429"/>
                    </a:moveTo>
                    <a:cubicBezTo>
                      <a:pt x="-3071" y="148971"/>
                      <a:pt x="0" y="319309"/>
                      <a:pt x="0" y="319309"/>
                    </a:cubicBezTo>
                    <a:cubicBezTo>
                      <a:pt x="0" y="319309"/>
                      <a:pt x="51042" y="362708"/>
                      <a:pt x="91163" y="378168"/>
                    </a:cubicBezTo>
                    <a:cubicBezTo>
                      <a:pt x="71611" y="229660"/>
                      <a:pt x="135177" y="113932"/>
                      <a:pt x="135177" y="113932"/>
                    </a:cubicBezTo>
                    <a:cubicBezTo>
                      <a:pt x="135177" y="113932"/>
                      <a:pt x="86569" y="69291"/>
                      <a:pt x="99848" y="-429"/>
                    </a:cubicBezTo>
                    <a:close/>
                  </a:path>
                </a:pathLst>
              </a:custGeom>
              <a:gradFill>
                <a:gsLst>
                  <a:gs pos="0">
                    <a:srgbClr val="FFD9B2"/>
                  </a:gs>
                  <a:gs pos="100000">
                    <a:srgbClr val="FFA64C"/>
                  </a:gs>
                </a:gsLst>
                <a:lin ang="2700000" scaled="0"/>
              </a:gradFill>
              <a:ln w="7600" cap="flat">
                <a:solidFill>
                  <a:srgbClr val="00AF54"/>
                </a:solidFill>
                <a:bevel/>
              </a:ln>
            </p:spPr>
          </p:sp>
          <p:sp>
            <p:nvSpPr>
              <p:cNvPr id="74" name="任意多边形 73"/>
              <p:cNvSpPr/>
              <p:nvPr/>
            </p:nvSpPr>
            <p:spPr>
              <a:xfrm>
                <a:off x="4634904" y="2978141"/>
                <a:ext cx="383874" cy="276493"/>
              </a:xfrm>
              <a:custGeom>
                <a:avLst/>
                <a:gdLst/>
                <a:ahLst/>
                <a:cxnLst/>
                <a:rect l="0" t="0" r="0" b="0"/>
                <a:pathLst>
                  <a:path w="383874" h="276493" stroke="0">
                    <a:moveTo>
                      <a:pt x="0" y="-421"/>
                    </a:moveTo>
                    <a:cubicBezTo>
                      <a:pt x="0" y="-421"/>
                      <a:pt x="41579" y="13978"/>
                      <a:pt x="49723" y="100366"/>
                    </a:cubicBezTo>
                    <a:cubicBezTo>
                      <a:pt x="233015" y="133375"/>
                      <a:pt x="338103" y="276493"/>
                      <a:pt x="338103" y="276493"/>
                    </a:cubicBezTo>
                    <a:cubicBezTo>
                      <a:pt x="338103" y="276493"/>
                      <a:pt x="372317" y="240545"/>
                      <a:pt x="383874" y="198163"/>
                    </a:cubicBezTo>
                    <a:cubicBezTo>
                      <a:pt x="220797" y="12348"/>
                      <a:pt x="0" y="-421"/>
                      <a:pt x="0" y="-421"/>
                    </a:cubicBezTo>
                    <a:close/>
                  </a:path>
                </a:pathLst>
              </a:custGeom>
              <a:gradFill>
                <a:gsLst>
                  <a:gs pos="0">
                    <a:srgbClr val="FFE6CC"/>
                  </a:gs>
                  <a:gs pos="50000">
                    <a:srgbClr val="FFB366"/>
                  </a:gs>
                </a:gsLst>
                <a:lin ang="8100000" scaled="0"/>
              </a:gradFill>
              <a:ln w="7600" cap="flat">
                <a:solidFill>
                  <a:srgbClr val="00AF54"/>
                </a:solidFill>
                <a:bevel/>
              </a:ln>
            </p:spPr>
          </p:sp>
          <p:sp>
            <p:nvSpPr>
              <p:cNvPr id="75" name="任意多边形 74"/>
              <p:cNvSpPr/>
              <p:nvPr/>
            </p:nvSpPr>
            <p:spPr>
              <a:xfrm>
                <a:off x="4992764" y="3202797"/>
                <a:ext cx="113606" cy="171188"/>
              </a:xfrm>
              <a:custGeom>
                <a:avLst/>
                <a:gdLst/>
                <a:ahLst/>
                <a:cxnLst/>
                <a:rect l="0" t="0" r="0" b="0"/>
                <a:pathLst>
                  <a:path w="113606" h="171188" stroke="0">
                    <a:moveTo>
                      <a:pt x="50430" y="-256"/>
                    </a:moveTo>
                    <a:cubicBezTo>
                      <a:pt x="50430" y="-256"/>
                      <a:pt x="24361" y="56794"/>
                      <a:pt x="0" y="74723"/>
                    </a:cubicBezTo>
                    <a:cubicBezTo>
                      <a:pt x="24365" y="102433"/>
                      <a:pt x="56941" y="170893"/>
                      <a:pt x="56946" y="170893"/>
                    </a:cubicBezTo>
                    <a:cubicBezTo>
                      <a:pt x="56941" y="170893"/>
                      <a:pt x="100430" y="129563"/>
                      <a:pt x="113606" y="96963"/>
                    </a:cubicBezTo>
                    <a:cubicBezTo>
                      <a:pt x="100430" y="57843"/>
                      <a:pt x="50430" y="-256"/>
                      <a:pt x="50430" y="-256"/>
                    </a:cubicBezTo>
                    <a:close/>
                  </a:path>
                </a:pathLst>
              </a:custGeom>
              <a:gradFill>
                <a:gsLst>
                  <a:gs pos="0">
                    <a:srgbClr val="FFE6CC"/>
                  </a:gs>
                  <a:gs pos="50000">
                    <a:srgbClr val="FFB366"/>
                  </a:gs>
                </a:gsLst>
                <a:lin ang="8100000" scaled="0"/>
              </a:gradFill>
              <a:ln w="7600" cap="flat">
                <a:solidFill>
                  <a:srgbClr val="00AF54"/>
                </a:solidFill>
                <a:bevel/>
              </a:ln>
            </p:spPr>
          </p:sp>
          <p:sp>
            <p:nvSpPr>
              <p:cNvPr id="76" name="任意多边形 75"/>
              <p:cNvSpPr/>
              <p:nvPr/>
            </p:nvSpPr>
            <p:spPr>
              <a:xfrm>
                <a:off x="4068327" y="3084740"/>
                <a:ext cx="1006871" cy="1007722"/>
              </a:xfrm>
              <a:custGeom>
                <a:avLst/>
                <a:gdLst/>
                <a:ahLst/>
                <a:cxnLst/>
                <a:rect l="0" t="0" r="0" b="0"/>
                <a:pathLst>
                  <a:path w="1006871" h="1007722" stroke="0">
                    <a:moveTo>
                      <a:pt x="0" y="503859"/>
                    </a:moveTo>
                    <a:cubicBezTo>
                      <a:pt x="0" y="225525"/>
                      <a:pt x="225291" y="0"/>
                      <a:pt x="503436" y="0"/>
                    </a:cubicBezTo>
                    <a:cubicBezTo>
                      <a:pt x="781447" y="0"/>
                      <a:pt x="1006871" y="225525"/>
                      <a:pt x="1006871" y="503859"/>
                    </a:cubicBezTo>
                    <a:cubicBezTo>
                      <a:pt x="1006871" y="781926"/>
                      <a:pt x="781447" y="1007722"/>
                      <a:pt x="503436" y="1007722"/>
                    </a:cubicBezTo>
                    <a:cubicBezTo>
                      <a:pt x="225291" y="1007722"/>
                      <a:pt x="0" y="781926"/>
                      <a:pt x="0" y="503859"/>
                    </a:cubicBezTo>
                    <a:close/>
                  </a:path>
                </a:pathLst>
              </a:custGeom>
              <a:solidFill>
                <a:srgbClr val="FFFFFF">
                  <a:alpha val="40000"/>
                </a:srgbClr>
              </a:solidFill>
              <a:ln w="7600" cap="flat">
                <a:noFill/>
                <a:bevel/>
              </a:ln>
            </p:spPr>
          </p:sp>
          <p:sp>
            <p:nvSpPr>
              <p:cNvPr id="77" name="任意多边形 76"/>
              <p:cNvSpPr/>
              <p:nvPr/>
            </p:nvSpPr>
            <p:spPr>
              <a:xfrm>
                <a:off x="4097306" y="3113741"/>
                <a:ext cx="948913" cy="949719"/>
              </a:xfrm>
              <a:custGeom>
                <a:avLst/>
                <a:gdLst/>
                <a:ahLst/>
                <a:cxnLst/>
                <a:rect l="0" t="0" r="0" b="0"/>
                <a:pathLst>
                  <a:path w="948913" h="949719" stroke="0">
                    <a:moveTo>
                      <a:pt x="0" y="474859"/>
                    </a:moveTo>
                    <a:cubicBezTo>
                      <a:pt x="0" y="212545"/>
                      <a:pt x="212322" y="0"/>
                      <a:pt x="474457" y="0"/>
                    </a:cubicBezTo>
                    <a:cubicBezTo>
                      <a:pt x="736464" y="0"/>
                      <a:pt x="948913" y="212545"/>
                      <a:pt x="948913" y="474859"/>
                    </a:cubicBezTo>
                    <a:cubicBezTo>
                      <a:pt x="948913" y="736919"/>
                      <a:pt x="736464" y="949719"/>
                      <a:pt x="474457" y="949719"/>
                    </a:cubicBezTo>
                    <a:cubicBezTo>
                      <a:pt x="212322" y="949719"/>
                      <a:pt x="0" y="736919"/>
                      <a:pt x="0" y="474859"/>
                    </a:cubicBezTo>
                    <a:close/>
                  </a:path>
                </a:pathLst>
              </a:custGeom>
              <a:solidFill>
                <a:srgbClr val="FFFFFF"/>
              </a:solidFill>
              <a:ln w="7600" cap="flat">
                <a:solidFill>
                  <a:srgbClr val="00AF54"/>
                </a:solidFill>
                <a:bevel/>
              </a:ln>
            </p:spPr>
          </p:sp>
          <p:sp>
            <p:nvSpPr>
              <p:cNvPr id="78" name="Text 190"/>
              <p:cNvSpPr txBox="1"/>
              <p:nvPr/>
            </p:nvSpPr>
            <p:spPr>
              <a:xfrm>
                <a:off x="4117587" y="3134424"/>
                <a:ext cx="908352" cy="908352"/>
              </a:xfrm>
              <a:prstGeom prst="rect">
                <a:avLst/>
              </a:prstGeom>
              <a:noFill/>
            </p:spPr>
            <p:txBody>
              <a:bodyPr wrap="square" lIns="36000" tIns="18000" rIns="36000" bIns="18000" rtlCol="0" anchor="ctr"/>
              <a:lstStyle/>
              <a:p>
                <a:pPr algn="ctr"/>
                <a:r>
                  <a:rPr sz="2400" dirty="0" err="1" smtClean="0">
                    <a:solidFill>
                      <a:schemeClr val="tx1">
                        <a:lumMod val="60000"/>
                        <a:lumOff val="40000"/>
                      </a:schemeClr>
                    </a:solidFill>
                    <a:latin typeface="微软雅黑" pitchFamily="34" charset="-122"/>
                    <a:ea typeface="微软雅黑" pitchFamily="34" charset="-122"/>
                  </a:rPr>
                  <a:t>冉思</a:t>
                </a:r>
                <a:endParaRPr lang="en-US" sz="2400" dirty="0" smtClean="0">
                  <a:solidFill>
                    <a:schemeClr val="tx1">
                      <a:lumMod val="60000"/>
                      <a:lumOff val="40000"/>
                    </a:schemeClr>
                  </a:solidFill>
                  <a:latin typeface="微软雅黑" pitchFamily="34" charset="-122"/>
                  <a:ea typeface="微软雅黑" pitchFamily="34" charset="-122"/>
                </a:endParaRPr>
              </a:p>
              <a:p>
                <a:pPr algn="ctr"/>
                <a:r>
                  <a:rPr sz="2400" dirty="0" err="1" smtClean="0">
                    <a:solidFill>
                      <a:schemeClr val="tx1">
                        <a:lumMod val="60000"/>
                        <a:lumOff val="40000"/>
                      </a:schemeClr>
                    </a:solidFill>
                    <a:latin typeface="微软雅黑" pitchFamily="34" charset="-122"/>
                    <a:ea typeface="微软雅黑" pitchFamily="34" charset="-122"/>
                  </a:rPr>
                  <a:t>科技</a:t>
                </a:r>
                <a:endParaRPr sz="2400" dirty="0">
                  <a:solidFill>
                    <a:schemeClr val="tx1">
                      <a:lumMod val="60000"/>
                      <a:lumOff val="40000"/>
                    </a:schemeClr>
                  </a:solidFill>
                  <a:latin typeface="微软雅黑" pitchFamily="34" charset="-122"/>
                  <a:ea typeface="微软雅黑" pitchFamily="34" charset="-122"/>
                </a:endParaRPr>
              </a:p>
            </p:txBody>
          </p:sp>
        </p:grpSp>
        <p:grpSp>
          <p:nvGrpSpPr>
            <p:cNvPr id="6" name="组合 5"/>
            <p:cNvGrpSpPr/>
            <p:nvPr/>
          </p:nvGrpSpPr>
          <p:grpSpPr>
            <a:xfrm>
              <a:off x="4054963" y="1399800"/>
              <a:ext cx="1033600" cy="1033600"/>
              <a:chOff x="4054963" y="1399800"/>
              <a:chExt cx="1033600" cy="1033600"/>
            </a:xfrm>
          </p:grpSpPr>
          <p:grpSp>
            <p:nvGrpSpPr>
              <p:cNvPr id="59" name="Circle"/>
              <p:cNvGrpSpPr/>
              <p:nvPr/>
            </p:nvGrpSpPr>
            <p:grpSpPr>
              <a:xfrm>
                <a:off x="4054963" y="1399800"/>
                <a:ext cx="1033600" cy="1033600"/>
                <a:chOff x="4054963" y="1399800"/>
                <a:chExt cx="1033600" cy="1033600"/>
              </a:xfrm>
            </p:grpSpPr>
            <p:sp>
              <p:nvSpPr>
                <p:cNvPr id="63" name="任意多边形 62"/>
                <p:cNvSpPr/>
                <p:nvPr/>
              </p:nvSpPr>
              <p:spPr>
                <a:xfrm>
                  <a:off x="4054963" y="1399800"/>
                  <a:ext cx="1033600" cy="1033600"/>
                </a:xfrm>
                <a:custGeom>
                  <a:avLst/>
                  <a:gdLst/>
                  <a:ahLst/>
                  <a:cxnLst/>
                  <a:rect l="0" t="0" r="0" b="0"/>
                  <a:pathLst>
                    <a:path w="1033600" h="1033600" stroke="0">
                      <a:moveTo>
                        <a:pt x="0" y="516800"/>
                      </a:moveTo>
                      <a:cubicBezTo>
                        <a:pt x="0" y="231380"/>
                        <a:pt x="231380" y="0"/>
                        <a:pt x="516800" y="0"/>
                      </a:cubicBezTo>
                      <a:cubicBezTo>
                        <a:pt x="802218" y="0"/>
                        <a:pt x="1033600" y="231380"/>
                        <a:pt x="1033600" y="516800"/>
                      </a:cubicBezTo>
                      <a:cubicBezTo>
                        <a:pt x="1033600" y="802218"/>
                        <a:pt x="802218" y="1033600"/>
                        <a:pt x="516800" y="1033600"/>
                      </a:cubicBezTo>
                      <a:cubicBezTo>
                        <a:pt x="231380" y="1033600"/>
                        <a:pt x="0" y="802218"/>
                        <a:pt x="0" y="516800"/>
                      </a:cubicBezTo>
                      <a:close/>
                    </a:path>
                  </a:pathLst>
                </a:custGeom>
                <a:gradFill>
                  <a:gsLst>
                    <a:gs pos="100000">
                      <a:srgbClr val="E5C063"/>
                    </a:gs>
                    <a:gs pos="70527">
                      <a:srgbClr val="E5C063"/>
                    </a:gs>
                    <a:gs pos="52895">
                      <a:srgbClr val="DAA520"/>
                    </a:gs>
                    <a:gs pos="0">
                      <a:srgbClr val="DAA520"/>
                    </a:gs>
                  </a:gsLst>
                  <a:path path="circle">
                    <a:fillToRect l="50000" t="50000" r="50000" b="50000"/>
                  </a:path>
                </a:gradFill>
                <a:ln w="7600" cap="flat">
                  <a:solidFill>
                    <a:srgbClr val="DAA520"/>
                  </a:solidFill>
                  <a:bevel/>
                </a:ln>
              </p:spPr>
            </p:sp>
            <p:sp>
              <p:nvSpPr>
                <p:cNvPr id="64" name="任意多边形 63"/>
                <p:cNvSpPr/>
                <p:nvPr/>
              </p:nvSpPr>
              <p:spPr>
                <a:xfrm>
                  <a:off x="4061763" y="1916600"/>
                  <a:ext cx="1020004" cy="516800"/>
                </a:xfrm>
                <a:custGeom>
                  <a:avLst/>
                  <a:gdLst/>
                  <a:ahLst/>
                  <a:cxnLst/>
                  <a:rect l="0" t="0" r="0" b="0"/>
                  <a:pathLst>
                    <a:path w="1020004" h="516800" stroke="0">
                      <a:moveTo>
                        <a:pt x="0" y="0"/>
                      </a:moveTo>
                      <a:cubicBezTo>
                        <a:pt x="91343" y="71992"/>
                        <a:pt x="228335" y="143984"/>
                        <a:pt x="510000" y="143984"/>
                      </a:cubicBezTo>
                      <a:cubicBezTo>
                        <a:pt x="791669" y="143984"/>
                        <a:pt x="918506" y="84848"/>
                        <a:pt x="1020004" y="0"/>
                      </a:cubicBezTo>
                      <a:cubicBezTo>
                        <a:pt x="1020004" y="285423"/>
                        <a:pt x="791669" y="516800"/>
                        <a:pt x="510000" y="516800"/>
                      </a:cubicBezTo>
                      <a:cubicBezTo>
                        <a:pt x="228335" y="516800"/>
                        <a:pt x="0" y="285423"/>
                        <a:pt x="0" y="0"/>
                      </a:cubicBezTo>
                      <a:close/>
                    </a:path>
                  </a:pathLst>
                </a:custGeom>
                <a:gradFill>
                  <a:gsLst>
                    <a:gs pos="0">
                      <a:srgbClr val="DAA520"/>
                    </a:gs>
                    <a:gs pos="50000">
                      <a:srgbClr val="DEAE36"/>
                    </a:gs>
                    <a:gs pos="100000">
                      <a:srgbClr val="E4BE5E"/>
                    </a:gs>
                  </a:gsLst>
                  <a:lin ang="5400000" scaled="0"/>
                </a:gradFill>
                <a:ln w="7600" cap="flat">
                  <a:solidFill>
                    <a:srgbClr val="DAA520"/>
                  </a:solidFill>
                  <a:bevel/>
                </a:ln>
              </p:spPr>
            </p:sp>
            <p:sp>
              <p:nvSpPr>
                <p:cNvPr id="65" name="任意多边形 64"/>
                <p:cNvSpPr/>
                <p:nvPr/>
              </p:nvSpPr>
              <p:spPr>
                <a:xfrm>
                  <a:off x="4071079" y="1642232"/>
                  <a:ext cx="110925" cy="309825"/>
                </a:xfrm>
                <a:custGeom>
                  <a:avLst/>
                  <a:gdLst/>
                  <a:ahLst/>
                  <a:cxnLst/>
                  <a:rect l="0" t="0" r="0" b="0"/>
                  <a:pathLst>
                    <a:path w="110925" h="309825" stroke="0">
                      <a:moveTo>
                        <a:pt x="81803" y="-352"/>
                      </a:moveTo>
                      <a:cubicBezTo>
                        <a:pt x="-2516" y="122048"/>
                        <a:pt x="0" y="261603"/>
                        <a:pt x="0" y="261603"/>
                      </a:cubicBezTo>
                      <a:cubicBezTo>
                        <a:pt x="0" y="261603"/>
                        <a:pt x="41818" y="297158"/>
                        <a:pt x="74688" y="309825"/>
                      </a:cubicBezTo>
                      <a:cubicBezTo>
                        <a:pt x="58669" y="188155"/>
                        <a:pt x="110747" y="93342"/>
                        <a:pt x="110747" y="93342"/>
                      </a:cubicBezTo>
                      <a:cubicBezTo>
                        <a:pt x="110747" y="93342"/>
                        <a:pt x="70924" y="56768"/>
                        <a:pt x="81803" y="-352"/>
                      </a:cubicBezTo>
                      <a:close/>
                    </a:path>
                  </a:pathLst>
                </a:custGeom>
                <a:gradFill>
                  <a:gsLst>
                    <a:gs pos="0">
                      <a:srgbClr val="F4E4BC"/>
                    </a:gs>
                    <a:gs pos="100000">
                      <a:srgbClr val="E5C063"/>
                    </a:gs>
                  </a:gsLst>
                  <a:lin ang="2700000" scaled="0"/>
                </a:gradFill>
                <a:ln w="7600" cap="flat">
                  <a:solidFill>
                    <a:srgbClr val="DAA520"/>
                  </a:solidFill>
                  <a:bevel/>
                </a:ln>
              </p:spPr>
            </p:sp>
            <p:sp>
              <p:nvSpPr>
                <p:cNvPr id="66" name="任意多边形 65"/>
                <p:cNvSpPr/>
                <p:nvPr/>
              </p:nvSpPr>
              <p:spPr>
                <a:xfrm>
                  <a:off x="4623494" y="1416465"/>
                  <a:ext cx="314499" cy="226525"/>
                </a:xfrm>
                <a:custGeom>
                  <a:avLst/>
                  <a:gdLst/>
                  <a:ahLst/>
                  <a:cxnLst/>
                  <a:rect l="0" t="0" r="0" b="0"/>
                  <a:pathLst>
                    <a:path w="314499" h="226525" stroke="0">
                      <a:moveTo>
                        <a:pt x="0" y="-345"/>
                      </a:moveTo>
                      <a:cubicBezTo>
                        <a:pt x="0" y="-345"/>
                        <a:pt x="34065" y="11452"/>
                        <a:pt x="40737" y="82227"/>
                      </a:cubicBezTo>
                      <a:cubicBezTo>
                        <a:pt x="190904" y="109271"/>
                        <a:pt x="276999" y="226525"/>
                        <a:pt x="276999" y="226525"/>
                      </a:cubicBezTo>
                      <a:cubicBezTo>
                        <a:pt x="276999" y="226525"/>
                        <a:pt x="305031" y="197073"/>
                        <a:pt x="314499" y="162350"/>
                      </a:cubicBezTo>
                      <a:cubicBezTo>
                        <a:pt x="180894" y="10116"/>
                        <a:pt x="0" y="-345"/>
                        <a:pt x="0" y="-345"/>
                      </a:cubicBezTo>
                      <a:close/>
                    </a:path>
                  </a:pathLst>
                </a:custGeom>
                <a:gradFill>
                  <a:gsLst>
                    <a:gs pos="0">
                      <a:srgbClr val="F8EDD2"/>
                    </a:gs>
                    <a:gs pos="50000">
                      <a:srgbClr val="E9C979"/>
                    </a:gs>
                  </a:gsLst>
                  <a:lin ang="8100000" scaled="0"/>
                </a:gradFill>
                <a:ln w="7600" cap="flat">
                  <a:solidFill>
                    <a:srgbClr val="DAA520"/>
                  </a:solidFill>
                  <a:bevel/>
                </a:ln>
              </p:spPr>
            </p:sp>
            <p:sp>
              <p:nvSpPr>
                <p:cNvPr id="67" name="任意多边形 66"/>
                <p:cNvSpPr/>
                <p:nvPr/>
              </p:nvSpPr>
              <p:spPr>
                <a:xfrm>
                  <a:off x="4916679" y="1600521"/>
                  <a:ext cx="93075" cy="140250"/>
                </a:xfrm>
                <a:custGeom>
                  <a:avLst/>
                  <a:gdLst/>
                  <a:ahLst/>
                  <a:cxnLst/>
                  <a:rect l="0" t="0" r="0" b="0"/>
                  <a:pathLst>
                    <a:path w="93075" h="140250" stroke="0">
                      <a:moveTo>
                        <a:pt x="41316" y="-210"/>
                      </a:moveTo>
                      <a:cubicBezTo>
                        <a:pt x="41316" y="-210"/>
                        <a:pt x="19958" y="46530"/>
                        <a:pt x="0" y="61219"/>
                      </a:cubicBezTo>
                      <a:cubicBezTo>
                        <a:pt x="19961" y="83921"/>
                        <a:pt x="46651" y="140008"/>
                        <a:pt x="46655" y="140008"/>
                      </a:cubicBezTo>
                      <a:cubicBezTo>
                        <a:pt x="46651" y="140008"/>
                        <a:pt x="82280" y="106148"/>
                        <a:pt x="93075" y="79440"/>
                      </a:cubicBezTo>
                      <a:cubicBezTo>
                        <a:pt x="82280" y="47390"/>
                        <a:pt x="41316" y="-210"/>
                        <a:pt x="41316" y="-210"/>
                      </a:cubicBezTo>
                      <a:close/>
                    </a:path>
                  </a:pathLst>
                </a:custGeom>
                <a:gradFill>
                  <a:gsLst>
                    <a:gs pos="0">
                      <a:srgbClr val="F8EDD2"/>
                    </a:gs>
                    <a:gs pos="50000">
                      <a:srgbClr val="E9C979"/>
                    </a:gs>
                  </a:gsLst>
                  <a:lin ang="8100000" scaled="0"/>
                </a:gradFill>
                <a:ln w="7600" cap="flat">
                  <a:solidFill>
                    <a:srgbClr val="DAA520"/>
                  </a:solidFill>
                  <a:bevel/>
                </a:ln>
              </p:spPr>
            </p:sp>
            <p:sp>
              <p:nvSpPr>
                <p:cNvPr id="68" name="任意多边形 67"/>
                <p:cNvSpPr/>
                <p:nvPr/>
              </p:nvSpPr>
              <p:spPr>
                <a:xfrm>
                  <a:off x="4159308" y="1503799"/>
                  <a:ext cx="824912" cy="825603"/>
                </a:xfrm>
                <a:custGeom>
                  <a:avLst/>
                  <a:gdLst/>
                  <a:ahLst/>
                  <a:cxnLst/>
                  <a:rect l="0" t="0" r="0" b="0"/>
                  <a:pathLst>
                    <a:path w="824912" h="825603" stroke="0">
                      <a:moveTo>
                        <a:pt x="0" y="412801"/>
                      </a:moveTo>
                      <a:cubicBezTo>
                        <a:pt x="0" y="184768"/>
                        <a:pt x="184576" y="0"/>
                        <a:pt x="412454" y="0"/>
                      </a:cubicBezTo>
                      <a:cubicBezTo>
                        <a:pt x="640221" y="0"/>
                        <a:pt x="824912" y="184768"/>
                        <a:pt x="824912" y="412801"/>
                      </a:cubicBezTo>
                      <a:cubicBezTo>
                        <a:pt x="824912" y="640612"/>
                        <a:pt x="640221" y="825603"/>
                        <a:pt x="412454" y="825603"/>
                      </a:cubicBezTo>
                      <a:cubicBezTo>
                        <a:pt x="184576" y="825603"/>
                        <a:pt x="0" y="640612"/>
                        <a:pt x="0" y="412801"/>
                      </a:cubicBezTo>
                      <a:close/>
                    </a:path>
                  </a:pathLst>
                </a:custGeom>
                <a:solidFill>
                  <a:srgbClr val="FFFFFF">
                    <a:alpha val="40000"/>
                  </a:srgbClr>
                </a:solidFill>
                <a:ln w="7600" cap="flat">
                  <a:noFill/>
                  <a:bevel/>
                </a:ln>
              </p:spPr>
            </p:sp>
            <p:sp>
              <p:nvSpPr>
                <p:cNvPr id="69" name="任意多边形 68"/>
                <p:cNvSpPr/>
                <p:nvPr/>
              </p:nvSpPr>
              <p:spPr>
                <a:xfrm>
                  <a:off x="4183051" y="1527558"/>
                  <a:ext cx="777427" cy="778080"/>
                </a:xfrm>
                <a:custGeom>
                  <a:avLst/>
                  <a:gdLst/>
                  <a:ahLst/>
                  <a:cxnLst/>
                  <a:rect l="0" t="0" r="0" b="0"/>
                  <a:pathLst>
                    <a:path w="777427" h="778080" stroke="0">
                      <a:moveTo>
                        <a:pt x="0" y="389042"/>
                      </a:moveTo>
                      <a:cubicBezTo>
                        <a:pt x="0" y="174133"/>
                        <a:pt x="173951" y="0"/>
                        <a:pt x="388712" y="0"/>
                      </a:cubicBezTo>
                      <a:cubicBezTo>
                        <a:pt x="603368" y="0"/>
                        <a:pt x="777427" y="174133"/>
                        <a:pt x="777427" y="389042"/>
                      </a:cubicBezTo>
                      <a:cubicBezTo>
                        <a:pt x="777427" y="603741"/>
                        <a:pt x="603368" y="778080"/>
                        <a:pt x="388712" y="778080"/>
                      </a:cubicBezTo>
                      <a:cubicBezTo>
                        <a:pt x="173951" y="778080"/>
                        <a:pt x="0" y="603741"/>
                        <a:pt x="0" y="389042"/>
                      </a:cubicBezTo>
                      <a:close/>
                    </a:path>
                  </a:pathLst>
                </a:custGeom>
                <a:solidFill>
                  <a:srgbClr val="FFFFFF"/>
                </a:solidFill>
                <a:ln w="7600" cap="flat">
                  <a:solidFill>
                    <a:srgbClr val="DAA520"/>
                  </a:solidFill>
                  <a:bevel/>
                </a:ln>
              </p:spPr>
            </p:sp>
            <p:sp>
              <p:nvSpPr>
                <p:cNvPr id="70" name="Text 191"/>
                <p:cNvSpPr txBox="1"/>
                <p:nvPr/>
              </p:nvSpPr>
              <p:spPr>
                <a:xfrm>
                  <a:off x="4199667" y="1544504"/>
                  <a:ext cx="744192" cy="744192"/>
                </a:xfrm>
                <a:prstGeom prst="rect">
                  <a:avLst/>
                </a:prstGeom>
                <a:noFill/>
              </p:spPr>
              <p:txBody>
                <a:bodyPr wrap="square" lIns="36000" tIns="18000" rIns="36000" bIns="18000" rtlCol="0" anchor="ctr"/>
                <a:lstStyle/>
                <a:p>
                  <a:pPr algn="ctr"/>
                  <a:r>
                    <a:rPr dirty="0" err="1" smtClean="0">
                      <a:solidFill>
                        <a:schemeClr val="bg1">
                          <a:lumMod val="50000"/>
                        </a:schemeClr>
                      </a:solidFill>
                      <a:latin typeface="微软雅黑" pitchFamily="34" charset="-122"/>
                      <a:ea typeface="微软雅黑" pitchFamily="34" charset="-122"/>
                    </a:rPr>
                    <a:t>综合</a:t>
                  </a:r>
                  <a:endParaRPr lang="en-US" dirty="0" smtClean="0">
                    <a:solidFill>
                      <a:schemeClr val="bg1">
                        <a:lumMod val="50000"/>
                      </a:schemeClr>
                    </a:solidFill>
                    <a:latin typeface="微软雅黑" pitchFamily="34" charset="-122"/>
                    <a:ea typeface="微软雅黑" pitchFamily="34" charset="-122"/>
                  </a:endParaRPr>
                </a:p>
                <a:p>
                  <a:pPr algn="ctr"/>
                  <a:r>
                    <a:rPr dirty="0" err="1" smtClean="0">
                      <a:solidFill>
                        <a:schemeClr val="bg1">
                          <a:lumMod val="50000"/>
                        </a:schemeClr>
                      </a:solidFill>
                      <a:latin typeface="微软雅黑" pitchFamily="34" charset="-122"/>
                      <a:ea typeface="微软雅黑" pitchFamily="34" charset="-122"/>
                    </a:rPr>
                    <a:t>管理部</a:t>
                  </a:r>
                  <a:endParaRPr dirty="0">
                    <a:solidFill>
                      <a:schemeClr val="bg1">
                        <a:lumMod val="50000"/>
                      </a:schemeClr>
                    </a:solidFill>
                    <a:latin typeface="微软雅黑" pitchFamily="34" charset="-122"/>
                    <a:ea typeface="微软雅黑" pitchFamily="34" charset="-122"/>
                  </a:endParaRPr>
                </a:p>
              </p:txBody>
            </p:sp>
          </p:grpSp>
          <p:grpSp>
            <p:nvGrpSpPr>
              <p:cNvPr id="60" name="ArTemp"/>
              <p:cNvGrpSpPr/>
              <p:nvPr/>
            </p:nvGrpSpPr>
            <p:grpSpPr>
              <a:xfrm rot="16200000">
                <a:off x="4463387" y="2565549"/>
                <a:ext cx="216752" cy="260102"/>
                <a:chOff x="4463387" y="2565549"/>
                <a:chExt cx="216752" cy="260102"/>
              </a:xfrm>
            </p:grpSpPr>
            <p:sp>
              <p:nvSpPr>
                <p:cNvPr id="61" name="任意多边形 60"/>
                <p:cNvSpPr/>
                <p:nvPr/>
              </p:nvSpPr>
              <p:spPr>
                <a:xfrm>
                  <a:off x="4463387" y="2565549"/>
                  <a:ext cx="216752" cy="260102"/>
                </a:xfrm>
                <a:custGeom>
                  <a:avLst/>
                  <a:gdLst/>
                  <a:ahLst/>
                  <a:cxnLst/>
                  <a:rect l="0" t="0" r="0" b="0"/>
                  <a:pathLst>
                    <a:path w="216752" h="260102">
                      <a:moveTo>
                        <a:pt x="0" y="0"/>
                      </a:moveTo>
                      <a:lnTo>
                        <a:pt x="108376" y="130051"/>
                      </a:lnTo>
                      <a:lnTo>
                        <a:pt x="0" y="260102"/>
                      </a:lnTo>
                      <a:lnTo>
                        <a:pt x="108376" y="260102"/>
                      </a:lnTo>
                      <a:lnTo>
                        <a:pt x="216752" y="130051"/>
                      </a:lnTo>
                      <a:lnTo>
                        <a:pt x="108376" y="0"/>
                      </a:lnTo>
                      <a:lnTo>
                        <a:pt x="0" y="0"/>
                      </a:lnTo>
                      <a:close/>
                    </a:path>
                  </a:pathLst>
                </a:custGeom>
                <a:gradFill>
                  <a:gsLst>
                    <a:gs pos="0">
                      <a:srgbClr val="DAA520"/>
                    </a:gs>
                    <a:gs pos="50000">
                      <a:srgbClr val="E5C063"/>
                    </a:gs>
                    <a:gs pos="100000">
                      <a:srgbClr val="DAA520"/>
                    </a:gs>
                  </a:gsLst>
                  <a:lin ang="5400000" scaled="0"/>
                </a:gradFill>
                <a:ln w="7600" cap="flat">
                  <a:solidFill>
                    <a:srgbClr val="DAA520"/>
                  </a:solidFill>
                  <a:bevel/>
                </a:ln>
              </p:spPr>
            </p:sp>
            <p:sp>
              <p:nvSpPr>
                <p:cNvPr id="62" name="任意多边形 61"/>
                <p:cNvSpPr/>
                <p:nvPr/>
              </p:nvSpPr>
              <p:spPr>
                <a:xfrm>
                  <a:off x="4478587" y="2573149"/>
                  <a:ext cx="171152" cy="99651"/>
                </a:xfrm>
                <a:custGeom>
                  <a:avLst/>
                  <a:gdLst/>
                  <a:ahLst/>
                  <a:cxnLst/>
                  <a:rect l="0" t="0" r="0" b="0"/>
                  <a:pathLst>
                    <a:path w="171152" h="99651" stroke="0">
                      <a:moveTo>
                        <a:pt x="0" y="0"/>
                      </a:moveTo>
                      <a:lnTo>
                        <a:pt x="85576" y="99651"/>
                      </a:lnTo>
                      <a:lnTo>
                        <a:pt x="171152" y="99651"/>
                      </a:lnTo>
                      <a:lnTo>
                        <a:pt x="85576" y="0"/>
                      </a:lnTo>
                      <a:lnTo>
                        <a:pt x="0" y="0"/>
                      </a:lnTo>
                      <a:close/>
                    </a:path>
                  </a:pathLst>
                </a:custGeom>
                <a:gradFill>
                  <a:gsLst>
                    <a:gs pos="0">
                      <a:srgbClr val="F8EDD2"/>
                    </a:gs>
                    <a:gs pos="100000">
                      <a:srgbClr val="E5C063"/>
                    </a:gs>
                  </a:gsLst>
                  <a:lin ang="5400000" scaled="0"/>
                </a:gradFill>
                <a:ln w="7600" cap="flat">
                  <a:solidFill>
                    <a:srgbClr val="DAA520"/>
                  </a:solidFill>
                  <a:bevel/>
                </a:ln>
              </p:spPr>
            </p:sp>
          </p:grpSp>
        </p:grpSp>
        <p:grpSp>
          <p:nvGrpSpPr>
            <p:cNvPr id="7" name="组合 6"/>
            <p:cNvGrpSpPr/>
            <p:nvPr/>
          </p:nvGrpSpPr>
          <p:grpSpPr>
            <a:xfrm>
              <a:off x="5645126" y="2555124"/>
              <a:ext cx="1033600" cy="1033600"/>
              <a:chOff x="5645126" y="2555124"/>
              <a:chExt cx="1033600" cy="1033600"/>
            </a:xfrm>
          </p:grpSpPr>
          <p:grpSp>
            <p:nvGrpSpPr>
              <p:cNvPr id="47" name="Circle"/>
              <p:cNvGrpSpPr/>
              <p:nvPr/>
            </p:nvGrpSpPr>
            <p:grpSpPr>
              <a:xfrm>
                <a:off x="5645126" y="2555124"/>
                <a:ext cx="1033600" cy="1033600"/>
                <a:chOff x="5645126" y="2555124"/>
                <a:chExt cx="1033600" cy="1033600"/>
              </a:xfrm>
            </p:grpSpPr>
            <p:sp>
              <p:nvSpPr>
                <p:cNvPr id="51" name="任意多边形 50"/>
                <p:cNvSpPr/>
                <p:nvPr/>
              </p:nvSpPr>
              <p:spPr>
                <a:xfrm>
                  <a:off x="5645126" y="2555124"/>
                  <a:ext cx="1033600" cy="1033600"/>
                </a:xfrm>
                <a:custGeom>
                  <a:avLst/>
                  <a:gdLst/>
                  <a:ahLst/>
                  <a:cxnLst/>
                  <a:rect l="0" t="0" r="0" b="0"/>
                  <a:pathLst>
                    <a:path w="1033600" h="1033600" stroke="0">
                      <a:moveTo>
                        <a:pt x="0" y="516800"/>
                      </a:moveTo>
                      <a:cubicBezTo>
                        <a:pt x="0" y="231380"/>
                        <a:pt x="231380" y="0"/>
                        <a:pt x="516800" y="0"/>
                      </a:cubicBezTo>
                      <a:cubicBezTo>
                        <a:pt x="802218" y="0"/>
                        <a:pt x="1033600" y="231380"/>
                        <a:pt x="1033600" y="516800"/>
                      </a:cubicBezTo>
                      <a:cubicBezTo>
                        <a:pt x="1033600" y="802218"/>
                        <a:pt x="802218" y="1033600"/>
                        <a:pt x="516800" y="1033600"/>
                      </a:cubicBezTo>
                      <a:cubicBezTo>
                        <a:pt x="231380" y="1033600"/>
                        <a:pt x="0" y="802218"/>
                        <a:pt x="0" y="516800"/>
                      </a:cubicBezTo>
                      <a:close/>
                    </a:path>
                  </a:pathLst>
                </a:custGeom>
                <a:gradFill>
                  <a:gsLst>
                    <a:gs pos="100000">
                      <a:srgbClr val="63CEB5"/>
                    </a:gs>
                    <a:gs pos="70527">
                      <a:srgbClr val="63CEB5"/>
                    </a:gs>
                    <a:gs pos="52895">
                      <a:srgbClr val="20B995"/>
                    </a:gs>
                    <a:gs pos="0">
                      <a:srgbClr val="20B995"/>
                    </a:gs>
                  </a:gsLst>
                  <a:path path="circle">
                    <a:fillToRect l="50000" t="50000" r="50000" b="50000"/>
                  </a:path>
                </a:gradFill>
                <a:ln w="7600" cap="flat">
                  <a:solidFill>
                    <a:srgbClr val="20B995"/>
                  </a:solidFill>
                  <a:bevel/>
                </a:ln>
              </p:spPr>
            </p:sp>
            <p:sp>
              <p:nvSpPr>
                <p:cNvPr id="52" name="任意多边形 51"/>
                <p:cNvSpPr/>
                <p:nvPr/>
              </p:nvSpPr>
              <p:spPr>
                <a:xfrm>
                  <a:off x="5651926" y="3071924"/>
                  <a:ext cx="1020004" cy="516800"/>
                </a:xfrm>
                <a:custGeom>
                  <a:avLst/>
                  <a:gdLst/>
                  <a:ahLst/>
                  <a:cxnLst/>
                  <a:rect l="0" t="0" r="0" b="0"/>
                  <a:pathLst>
                    <a:path w="1020004" h="516800" stroke="0">
                      <a:moveTo>
                        <a:pt x="0" y="0"/>
                      </a:moveTo>
                      <a:cubicBezTo>
                        <a:pt x="91343" y="71992"/>
                        <a:pt x="228335" y="143984"/>
                        <a:pt x="510000" y="143984"/>
                      </a:cubicBezTo>
                      <a:cubicBezTo>
                        <a:pt x="791669" y="143984"/>
                        <a:pt x="918506" y="84848"/>
                        <a:pt x="1020004" y="0"/>
                      </a:cubicBezTo>
                      <a:cubicBezTo>
                        <a:pt x="1020004" y="285423"/>
                        <a:pt x="791669" y="516800"/>
                        <a:pt x="510000" y="516800"/>
                      </a:cubicBezTo>
                      <a:cubicBezTo>
                        <a:pt x="228335" y="516800"/>
                        <a:pt x="0" y="285423"/>
                        <a:pt x="0" y="0"/>
                      </a:cubicBezTo>
                      <a:close/>
                    </a:path>
                  </a:pathLst>
                </a:custGeom>
                <a:gradFill>
                  <a:gsLst>
                    <a:gs pos="0">
                      <a:srgbClr val="20B995"/>
                    </a:gs>
                    <a:gs pos="50000">
                      <a:srgbClr val="36C0A0"/>
                    </a:gs>
                    <a:gs pos="100000">
                      <a:srgbClr val="5ECDB3"/>
                    </a:gs>
                  </a:gsLst>
                  <a:lin ang="5400000" scaled="0"/>
                </a:gradFill>
                <a:ln w="7600" cap="flat">
                  <a:solidFill>
                    <a:srgbClr val="20B995"/>
                  </a:solidFill>
                  <a:bevel/>
                </a:ln>
              </p:spPr>
            </p:sp>
            <p:sp>
              <p:nvSpPr>
                <p:cNvPr id="53" name="任意多边形 52"/>
                <p:cNvSpPr/>
                <p:nvPr/>
              </p:nvSpPr>
              <p:spPr>
                <a:xfrm>
                  <a:off x="5661243" y="2797555"/>
                  <a:ext cx="110925" cy="309825"/>
                </a:xfrm>
                <a:custGeom>
                  <a:avLst/>
                  <a:gdLst/>
                  <a:ahLst/>
                  <a:cxnLst/>
                  <a:rect l="0" t="0" r="0" b="0"/>
                  <a:pathLst>
                    <a:path w="110925" h="309825" stroke="0">
                      <a:moveTo>
                        <a:pt x="81803" y="-352"/>
                      </a:moveTo>
                      <a:cubicBezTo>
                        <a:pt x="-2516" y="122048"/>
                        <a:pt x="0" y="261603"/>
                        <a:pt x="0" y="261603"/>
                      </a:cubicBezTo>
                      <a:cubicBezTo>
                        <a:pt x="0" y="261603"/>
                        <a:pt x="41818" y="297158"/>
                        <a:pt x="74688" y="309825"/>
                      </a:cubicBezTo>
                      <a:cubicBezTo>
                        <a:pt x="58669" y="188155"/>
                        <a:pt x="110747" y="93342"/>
                        <a:pt x="110747" y="93342"/>
                      </a:cubicBezTo>
                      <a:cubicBezTo>
                        <a:pt x="110747" y="93342"/>
                        <a:pt x="70924" y="56768"/>
                        <a:pt x="81803" y="-352"/>
                      </a:cubicBezTo>
                      <a:close/>
                    </a:path>
                  </a:pathLst>
                </a:custGeom>
                <a:gradFill>
                  <a:gsLst>
                    <a:gs pos="0">
                      <a:srgbClr val="BCEADF"/>
                    </a:gs>
                    <a:gs pos="100000">
                      <a:srgbClr val="63CEB5"/>
                    </a:gs>
                  </a:gsLst>
                  <a:lin ang="2700000" scaled="0"/>
                </a:gradFill>
                <a:ln w="7600" cap="flat">
                  <a:solidFill>
                    <a:srgbClr val="20B995"/>
                  </a:solidFill>
                  <a:bevel/>
                </a:ln>
              </p:spPr>
            </p:sp>
            <p:sp>
              <p:nvSpPr>
                <p:cNvPr id="54" name="任意多边形 53"/>
                <p:cNvSpPr/>
                <p:nvPr/>
              </p:nvSpPr>
              <p:spPr>
                <a:xfrm>
                  <a:off x="6213658" y="2571789"/>
                  <a:ext cx="314499" cy="226525"/>
                </a:xfrm>
                <a:custGeom>
                  <a:avLst/>
                  <a:gdLst/>
                  <a:ahLst/>
                  <a:cxnLst/>
                  <a:rect l="0" t="0" r="0" b="0"/>
                  <a:pathLst>
                    <a:path w="314499" h="226525" stroke="0">
                      <a:moveTo>
                        <a:pt x="0" y="-345"/>
                      </a:moveTo>
                      <a:cubicBezTo>
                        <a:pt x="0" y="-345"/>
                        <a:pt x="34065" y="11452"/>
                        <a:pt x="40737" y="82227"/>
                      </a:cubicBezTo>
                      <a:cubicBezTo>
                        <a:pt x="190904" y="109271"/>
                        <a:pt x="276999" y="226525"/>
                        <a:pt x="276999" y="226525"/>
                      </a:cubicBezTo>
                      <a:cubicBezTo>
                        <a:pt x="276999" y="226525"/>
                        <a:pt x="305031" y="197073"/>
                        <a:pt x="314499" y="162350"/>
                      </a:cubicBezTo>
                      <a:cubicBezTo>
                        <a:pt x="180894" y="10116"/>
                        <a:pt x="0" y="-345"/>
                        <a:pt x="0" y="-345"/>
                      </a:cubicBezTo>
                      <a:close/>
                    </a:path>
                  </a:pathLst>
                </a:custGeom>
                <a:gradFill>
                  <a:gsLst>
                    <a:gs pos="0">
                      <a:srgbClr val="D2F1EA"/>
                    </a:gs>
                    <a:gs pos="50000">
                      <a:srgbClr val="79D5BF"/>
                    </a:gs>
                  </a:gsLst>
                  <a:lin ang="8100000" scaled="0"/>
                </a:gradFill>
                <a:ln w="7600" cap="flat">
                  <a:solidFill>
                    <a:srgbClr val="20B995"/>
                  </a:solidFill>
                  <a:bevel/>
                </a:ln>
              </p:spPr>
            </p:sp>
            <p:sp>
              <p:nvSpPr>
                <p:cNvPr id="55" name="任意多边形 54"/>
                <p:cNvSpPr/>
                <p:nvPr/>
              </p:nvSpPr>
              <p:spPr>
                <a:xfrm>
                  <a:off x="6506842" y="2755844"/>
                  <a:ext cx="93075" cy="140250"/>
                </a:xfrm>
                <a:custGeom>
                  <a:avLst/>
                  <a:gdLst/>
                  <a:ahLst/>
                  <a:cxnLst/>
                  <a:rect l="0" t="0" r="0" b="0"/>
                  <a:pathLst>
                    <a:path w="93075" h="140250" stroke="0">
                      <a:moveTo>
                        <a:pt x="41316" y="-210"/>
                      </a:moveTo>
                      <a:cubicBezTo>
                        <a:pt x="41316" y="-210"/>
                        <a:pt x="19958" y="46530"/>
                        <a:pt x="0" y="61219"/>
                      </a:cubicBezTo>
                      <a:cubicBezTo>
                        <a:pt x="19961" y="83921"/>
                        <a:pt x="46651" y="140008"/>
                        <a:pt x="46655" y="140008"/>
                      </a:cubicBezTo>
                      <a:cubicBezTo>
                        <a:pt x="46651" y="140008"/>
                        <a:pt x="82280" y="106148"/>
                        <a:pt x="93075" y="79440"/>
                      </a:cubicBezTo>
                      <a:cubicBezTo>
                        <a:pt x="82280" y="47390"/>
                        <a:pt x="41316" y="-210"/>
                        <a:pt x="41316" y="-210"/>
                      </a:cubicBezTo>
                      <a:close/>
                    </a:path>
                  </a:pathLst>
                </a:custGeom>
                <a:gradFill>
                  <a:gsLst>
                    <a:gs pos="0">
                      <a:srgbClr val="D2F1EA"/>
                    </a:gs>
                    <a:gs pos="50000">
                      <a:srgbClr val="79D5BF"/>
                    </a:gs>
                  </a:gsLst>
                  <a:lin ang="8100000" scaled="0"/>
                </a:gradFill>
                <a:ln w="7600" cap="flat">
                  <a:solidFill>
                    <a:srgbClr val="20B995"/>
                  </a:solidFill>
                  <a:bevel/>
                </a:ln>
              </p:spPr>
            </p:sp>
            <p:sp>
              <p:nvSpPr>
                <p:cNvPr id="56" name="任意多边形 55"/>
                <p:cNvSpPr/>
                <p:nvPr/>
              </p:nvSpPr>
              <p:spPr>
                <a:xfrm>
                  <a:off x="5749471" y="2659123"/>
                  <a:ext cx="824912" cy="825603"/>
                </a:xfrm>
                <a:custGeom>
                  <a:avLst/>
                  <a:gdLst/>
                  <a:ahLst/>
                  <a:cxnLst/>
                  <a:rect l="0" t="0" r="0" b="0"/>
                  <a:pathLst>
                    <a:path w="824912" h="825603" stroke="0">
                      <a:moveTo>
                        <a:pt x="0" y="412801"/>
                      </a:moveTo>
                      <a:cubicBezTo>
                        <a:pt x="0" y="184768"/>
                        <a:pt x="184576" y="0"/>
                        <a:pt x="412454" y="0"/>
                      </a:cubicBezTo>
                      <a:cubicBezTo>
                        <a:pt x="640221" y="0"/>
                        <a:pt x="824912" y="184768"/>
                        <a:pt x="824912" y="412801"/>
                      </a:cubicBezTo>
                      <a:cubicBezTo>
                        <a:pt x="824912" y="640612"/>
                        <a:pt x="640221" y="825603"/>
                        <a:pt x="412454" y="825603"/>
                      </a:cubicBezTo>
                      <a:cubicBezTo>
                        <a:pt x="184576" y="825603"/>
                        <a:pt x="0" y="640612"/>
                        <a:pt x="0" y="412801"/>
                      </a:cubicBezTo>
                      <a:close/>
                    </a:path>
                  </a:pathLst>
                </a:custGeom>
                <a:solidFill>
                  <a:srgbClr val="FFFFFF">
                    <a:alpha val="40000"/>
                  </a:srgbClr>
                </a:solidFill>
                <a:ln w="7600" cap="flat">
                  <a:noFill/>
                  <a:bevel/>
                </a:ln>
              </p:spPr>
            </p:sp>
            <p:sp>
              <p:nvSpPr>
                <p:cNvPr id="57" name="任意多边形 56"/>
                <p:cNvSpPr/>
                <p:nvPr/>
              </p:nvSpPr>
              <p:spPr>
                <a:xfrm>
                  <a:off x="5773214" y="2682882"/>
                  <a:ext cx="777427" cy="778080"/>
                </a:xfrm>
                <a:custGeom>
                  <a:avLst/>
                  <a:gdLst/>
                  <a:ahLst/>
                  <a:cxnLst/>
                  <a:rect l="0" t="0" r="0" b="0"/>
                  <a:pathLst>
                    <a:path w="777427" h="778080" stroke="0">
                      <a:moveTo>
                        <a:pt x="0" y="389042"/>
                      </a:moveTo>
                      <a:cubicBezTo>
                        <a:pt x="0" y="174133"/>
                        <a:pt x="173951" y="0"/>
                        <a:pt x="388712" y="0"/>
                      </a:cubicBezTo>
                      <a:cubicBezTo>
                        <a:pt x="603368" y="0"/>
                        <a:pt x="777427" y="174133"/>
                        <a:pt x="777427" y="389042"/>
                      </a:cubicBezTo>
                      <a:cubicBezTo>
                        <a:pt x="777427" y="603741"/>
                        <a:pt x="603368" y="778080"/>
                        <a:pt x="388712" y="778080"/>
                      </a:cubicBezTo>
                      <a:cubicBezTo>
                        <a:pt x="173951" y="778080"/>
                        <a:pt x="0" y="603741"/>
                        <a:pt x="0" y="389042"/>
                      </a:cubicBezTo>
                      <a:close/>
                    </a:path>
                  </a:pathLst>
                </a:custGeom>
                <a:solidFill>
                  <a:srgbClr val="FFFFFF"/>
                </a:solidFill>
                <a:ln w="7600" cap="flat">
                  <a:solidFill>
                    <a:srgbClr val="20B995"/>
                  </a:solidFill>
                  <a:bevel/>
                </a:ln>
              </p:spPr>
            </p:sp>
            <p:sp>
              <p:nvSpPr>
                <p:cNvPr id="58" name="Text 192"/>
                <p:cNvSpPr txBox="1"/>
                <p:nvPr/>
              </p:nvSpPr>
              <p:spPr>
                <a:xfrm>
                  <a:off x="5789830" y="2699828"/>
                  <a:ext cx="744192" cy="744192"/>
                </a:xfrm>
                <a:prstGeom prst="rect">
                  <a:avLst/>
                </a:prstGeom>
                <a:noFill/>
              </p:spPr>
              <p:txBody>
                <a:bodyPr wrap="square" lIns="36000" tIns="18000" rIns="36000" bIns="18000" rtlCol="0" anchor="ctr"/>
                <a:lstStyle/>
                <a:p>
                  <a:pPr algn="ctr"/>
                  <a:r>
                    <a:rPr dirty="0" err="1">
                      <a:solidFill>
                        <a:schemeClr val="bg1">
                          <a:lumMod val="50000"/>
                        </a:schemeClr>
                      </a:solidFill>
                      <a:latin typeface="微软雅黑" pitchFamily="34" charset="-122"/>
                      <a:ea typeface="微软雅黑" pitchFamily="34" charset="-122"/>
                    </a:rPr>
                    <a:t>市场部</a:t>
                  </a:r>
                  <a:endParaRPr dirty="0">
                    <a:solidFill>
                      <a:schemeClr val="bg1">
                        <a:lumMod val="50000"/>
                      </a:schemeClr>
                    </a:solidFill>
                    <a:latin typeface="微软雅黑" pitchFamily="34" charset="-122"/>
                    <a:ea typeface="微软雅黑" pitchFamily="34" charset="-122"/>
                  </a:endParaRPr>
                </a:p>
              </p:txBody>
            </p:sp>
          </p:grpSp>
          <p:grpSp>
            <p:nvGrpSpPr>
              <p:cNvPr id="48" name="ArTemp"/>
              <p:cNvGrpSpPr/>
              <p:nvPr/>
            </p:nvGrpSpPr>
            <p:grpSpPr>
              <a:xfrm rot="20520000">
                <a:off x="5312677" y="3182597"/>
                <a:ext cx="216752" cy="260102"/>
                <a:chOff x="5312677" y="3182597"/>
                <a:chExt cx="216752" cy="260102"/>
              </a:xfrm>
            </p:grpSpPr>
            <p:sp>
              <p:nvSpPr>
                <p:cNvPr id="49" name="任意多边形 48"/>
                <p:cNvSpPr/>
                <p:nvPr/>
              </p:nvSpPr>
              <p:spPr>
                <a:xfrm>
                  <a:off x="5312677" y="3182597"/>
                  <a:ext cx="216752" cy="260102"/>
                </a:xfrm>
                <a:custGeom>
                  <a:avLst/>
                  <a:gdLst/>
                  <a:ahLst/>
                  <a:cxnLst/>
                  <a:rect l="0" t="0" r="0" b="0"/>
                  <a:pathLst>
                    <a:path w="216752" h="260102">
                      <a:moveTo>
                        <a:pt x="0" y="0"/>
                      </a:moveTo>
                      <a:lnTo>
                        <a:pt x="108376" y="130051"/>
                      </a:lnTo>
                      <a:lnTo>
                        <a:pt x="0" y="260102"/>
                      </a:lnTo>
                      <a:lnTo>
                        <a:pt x="108376" y="260102"/>
                      </a:lnTo>
                      <a:lnTo>
                        <a:pt x="216752" y="130051"/>
                      </a:lnTo>
                      <a:lnTo>
                        <a:pt x="108376" y="0"/>
                      </a:lnTo>
                      <a:lnTo>
                        <a:pt x="0" y="0"/>
                      </a:lnTo>
                      <a:close/>
                    </a:path>
                  </a:pathLst>
                </a:custGeom>
                <a:gradFill>
                  <a:gsLst>
                    <a:gs pos="0">
                      <a:srgbClr val="20B995"/>
                    </a:gs>
                    <a:gs pos="50000">
                      <a:srgbClr val="63CEB5"/>
                    </a:gs>
                    <a:gs pos="100000">
                      <a:srgbClr val="20B995"/>
                    </a:gs>
                  </a:gsLst>
                  <a:lin ang="5400000" scaled="0"/>
                </a:gradFill>
                <a:ln w="7600" cap="flat">
                  <a:solidFill>
                    <a:srgbClr val="20B995"/>
                  </a:solidFill>
                  <a:bevel/>
                </a:ln>
              </p:spPr>
            </p:sp>
            <p:sp>
              <p:nvSpPr>
                <p:cNvPr id="50" name="任意多边形 49"/>
                <p:cNvSpPr/>
                <p:nvPr/>
              </p:nvSpPr>
              <p:spPr>
                <a:xfrm>
                  <a:off x="5327877" y="3190197"/>
                  <a:ext cx="171152" cy="99651"/>
                </a:xfrm>
                <a:custGeom>
                  <a:avLst/>
                  <a:gdLst/>
                  <a:ahLst/>
                  <a:cxnLst/>
                  <a:rect l="0" t="0" r="0" b="0"/>
                  <a:pathLst>
                    <a:path w="171152" h="99651" stroke="0">
                      <a:moveTo>
                        <a:pt x="0" y="0"/>
                      </a:moveTo>
                      <a:lnTo>
                        <a:pt x="85576" y="99651"/>
                      </a:lnTo>
                      <a:lnTo>
                        <a:pt x="171152" y="99651"/>
                      </a:lnTo>
                      <a:lnTo>
                        <a:pt x="85576" y="0"/>
                      </a:lnTo>
                      <a:lnTo>
                        <a:pt x="0" y="0"/>
                      </a:lnTo>
                      <a:close/>
                    </a:path>
                  </a:pathLst>
                </a:custGeom>
                <a:gradFill>
                  <a:gsLst>
                    <a:gs pos="0">
                      <a:srgbClr val="D2F1EA"/>
                    </a:gs>
                    <a:gs pos="100000">
                      <a:srgbClr val="63CEB5"/>
                    </a:gs>
                  </a:gsLst>
                  <a:lin ang="5400000" scaled="0"/>
                </a:gradFill>
                <a:ln w="7600" cap="flat">
                  <a:solidFill>
                    <a:srgbClr val="20B995"/>
                  </a:solidFill>
                  <a:bevel/>
                </a:ln>
              </p:spPr>
            </p:sp>
          </p:grpSp>
        </p:grpSp>
        <p:grpSp>
          <p:nvGrpSpPr>
            <p:cNvPr id="8" name="组合 7"/>
            <p:cNvGrpSpPr/>
            <p:nvPr/>
          </p:nvGrpSpPr>
          <p:grpSpPr>
            <a:xfrm>
              <a:off x="5037741" y="4424478"/>
              <a:ext cx="1033600" cy="1033600"/>
              <a:chOff x="5037741" y="4424478"/>
              <a:chExt cx="1033600" cy="1033600"/>
            </a:xfrm>
          </p:grpSpPr>
          <p:grpSp>
            <p:nvGrpSpPr>
              <p:cNvPr id="35" name="Circle"/>
              <p:cNvGrpSpPr/>
              <p:nvPr/>
            </p:nvGrpSpPr>
            <p:grpSpPr>
              <a:xfrm>
                <a:off x="5037741" y="4424478"/>
                <a:ext cx="1033600" cy="1033600"/>
                <a:chOff x="5037741" y="4424478"/>
                <a:chExt cx="1033600" cy="1033600"/>
              </a:xfrm>
            </p:grpSpPr>
            <p:sp>
              <p:nvSpPr>
                <p:cNvPr id="39" name="任意多边形 38"/>
                <p:cNvSpPr/>
                <p:nvPr/>
              </p:nvSpPr>
              <p:spPr>
                <a:xfrm>
                  <a:off x="5037741" y="4424478"/>
                  <a:ext cx="1033600" cy="1033600"/>
                </a:xfrm>
                <a:custGeom>
                  <a:avLst/>
                  <a:gdLst/>
                  <a:ahLst/>
                  <a:cxnLst/>
                  <a:rect l="0" t="0" r="0" b="0"/>
                  <a:pathLst>
                    <a:path w="1033600" h="1033600" stroke="0">
                      <a:moveTo>
                        <a:pt x="0" y="516800"/>
                      </a:moveTo>
                      <a:cubicBezTo>
                        <a:pt x="0" y="231380"/>
                        <a:pt x="231380" y="0"/>
                        <a:pt x="516800" y="0"/>
                      </a:cubicBezTo>
                      <a:cubicBezTo>
                        <a:pt x="802218" y="0"/>
                        <a:pt x="1033600" y="231380"/>
                        <a:pt x="1033600" y="516800"/>
                      </a:cubicBezTo>
                      <a:cubicBezTo>
                        <a:pt x="1033600" y="802218"/>
                        <a:pt x="802218" y="1033600"/>
                        <a:pt x="516800" y="1033600"/>
                      </a:cubicBezTo>
                      <a:cubicBezTo>
                        <a:pt x="231380" y="1033600"/>
                        <a:pt x="0" y="802218"/>
                        <a:pt x="0" y="516800"/>
                      </a:cubicBezTo>
                      <a:close/>
                    </a:path>
                  </a:pathLst>
                </a:custGeom>
                <a:gradFill>
                  <a:gsLst>
                    <a:gs pos="100000">
                      <a:srgbClr val="7A96EA"/>
                    </a:gs>
                    <a:gs pos="70527">
                      <a:srgbClr val="7A96EA"/>
                    </a:gs>
                    <a:gs pos="52895">
                      <a:srgbClr val="4169E1"/>
                    </a:gs>
                    <a:gs pos="0">
                      <a:srgbClr val="4169E1"/>
                    </a:gs>
                  </a:gsLst>
                  <a:path path="circle">
                    <a:fillToRect l="50000" t="50000" r="50000" b="50000"/>
                  </a:path>
                </a:gradFill>
                <a:ln w="7600" cap="flat">
                  <a:solidFill>
                    <a:srgbClr val="4169E1"/>
                  </a:solidFill>
                  <a:bevel/>
                </a:ln>
              </p:spPr>
            </p:sp>
            <p:sp>
              <p:nvSpPr>
                <p:cNvPr id="40" name="任意多边形 39"/>
                <p:cNvSpPr/>
                <p:nvPr/>
              </p:nvSpPr>
              <p:spPr>
                <a:xfrm>
                  <a:off x="5044541" y="4941278"/>
                  <a:ext cx="1020004" cy="516800"/>
                </a:xfrm>
                <a:custGeom>
                  <a:avLst/>
                  <a:gdLst/>
                  <a:ahLst/>
                  <a:cxnLst/>
                  <a:rect l="0" t="0" r="0" b="0"/>
                  <a:pathLst>
                    <a:path w="1020004" h="516800" stroke="0">
                      <a:moveTo>
                        <a:pt x="0" y="0"/>
                      </a:moveTo>
                      <a:cubicBezTo>
                        <a:pt x="91343" y="71992"/>
                        <a:pt x="228335" y="143984"/>
                        <a:pt x="510000" y="143984"/>
                      </a:cubicBezTo>
                      <a:cubicBezTo>
                        <a:pt x="791669" y="143984"/>
                        <a:pt x="918506" y="84848"/>
                        <a:pt x="1020004" y="0"/>
                      </a:cubicBezTo>
                      <a:cubicBezTo>
                        <a:pt x="1020004" y="285423"/>
                        <a:pt x="791669" y="516800"/>
                        <a:pt x="510000" y="516800"/>
                      </a:cubicBezTo>
                      <a:cubicBezTo>
                        <a:pt x="228335" y="516800"/>
                        <a:pt x="0" y="285423"/>
                        <a:pt x="0" y="0"/>
                      </a:cubicBezTo>
                      <a:close/>
                    </a:path>
                  </a:pathLst>
                </a:custGeom>
                <a:gradFill>
                  <a:gsLst>
                    <a:gs pos="0">
                      <a:srgbClr val="4169E1"/>
                    </a:gs>
                    <a:gs pos="50000">
                      <a:srgbClr val="5478E4"/>
                    </a:gs>
                    <a:gs pos="100000">
                      <a:srgbClr val="7693E9"/>
                    </a:gs>
                  </a:gsLst>
                  <a:lin ang="5400000" scaled="0"/>
                </a:gradFill>
                <a:ln w="7600" cap="flat">
                  <a:solidFill>
                    <a:srgbClr val="4169E1"/>
                  </a:solidFill>
                  <a:bevel/>
                </a:ln>
              </p:spPr>
            </p:sp>
            <p:sp>
              <p:nvSpPr>
                <p:cNvPr id="41" name="任意多边形 40"/>
                <p:cNvSpPr/>
                <p:nvPr/>
              </p:nvSpPr>
              <p:spPr>
                <a:xfrm>
                  <a:off x="5053858" y="4666910"/>
                  <a:ext cx="110925" cy="309825"/>
                </a:xfrm>
                <a:custGeom>
                  <a:avLst/>
                  <a:gdLst/>
                  <a:ahLst/>
                  <a:cxnLst/>
                  <a:rect l="0" t="0" r="0" b="0"/>
                  <a:pathLst>
                    <a:path w="110925" h="309825" stroke="0">
                      <a:moveTo>
                        <a:pt x="81803" y="-352"/>
                      </a:moveTo>
                      <a:cubicBezTo>
                        <a:pt x="-2516" y="122048"/>
                        <a:pt x="0" y="261603"/>
                        <a:pt x="0" y="261603"/>
                      </a:cubicBezTo>
                      <a:cubicBezTo>
                        <a:pt x="0" y="261603"/>
                        <a:pt x="41818" y="297158"/>
                        <a:pt x="74688" y="309825"/>
                      </a:cubicBezTo>
                      <a:cubicBezTo>
                        <a:pt x="58669" y="188155"/>
                        <a:pt x="110747" y="93342"/>
                        <a:pt x="110747" y="93342"/>
                      </a:cubicBezTo>
                      <a:cubicBezTo>
                        <a:pt x="110747" y="93342"/>
                        <a:pt x="70924" y="56768"/>
                        <a:pt x="81803" y="-352"/>
                      </a:cubicBezTo>
                      <a:close/>
                    </a:path>
                  </a:pathLst>
                </a:custGeom>
                <a:gradFill>
                  <a:gsLst>
                    <a:gs pos="0">
                      <a:srgbClr val="C6D2F6"/>
                    </a:gs>
                    <a:gs pos="100000">
                      <a:srgbClr val="7A96EA"/>
                    </a:gs>
                  </a:gsLst>
                  <a:lin ang="2700000" scaled="0"/>
                </a:gradFill>
                <a:ln w="7600" cap="flat">
                  <a:solidFill>
                    <a:srgbClr val="4169E1"/>
                  </a:solidFill>
                  <a:bevel/>
                </a:ln>
              </p:spPr>
            </p:sp>
            <p:sp>
              <p:nvSpPr>
                <p:cNvPr id="42" name="任意多边形 41"/>
                <p:cNvSpPr/>
                <p:nvPr/>
              </p:nvSpPr>
              <p:spPr>
                <a:xfrm>
                  <a:off x="5606273" y="4441144"/>
                  <a:ext cx="314499" cy="226525"/>
                </a:xfrm>
                <a:custGeom>
                  <a:avLst/>
                  <a:gdLst/>
                  <a:ahLst/>
                  <a:cxnLst/>
                  <a:rect l="0" t="0" r="0" b="0"/>
                  <a:pathLst>
                    <a:path w="314499" h="226525" stroke="0">
                      <a:moveTo>
                        <a:pt x="0" y="-345"/>
                      </a:moveTo>
                      <a:cubicBezTo>
                        <a:pt x="0" y="-345"/>
                        <a:pt x="34065" y="11452"/>
                        <a:pt x="40737" y="82227"/>
                      </a:cubicBezTo>
                      <a:cubicBezTo>
                        <a:pt x="190904" y="109271"/>
                        <a:pt x="276999" y="226525"/>
                        <a:pt x="276999" y="226525"/>
                      </a:cubicBezTo>
                      <a:cubicBezTo>
                        <a:pt x="276999" y="226525"/>
                        <a:pt x="305031" y="197073"/>
                        <a:pt x="314499" y="162350"/>
                      </a:cubicBezTo>
                      <a:cubicBezTo>
                        <a:pt x="180894" y="10116"/>
                        <a:pt x="0" y="-345"/>
                        <a:pt x="0" y="-345"/>
                      </a:cubicBezTo>
                      <a:close/>
                    </a:path>
                  </a:pathLst>
                </a:custGeom>
                <a:gradFill>
                  <a:gsLst>
                    <a:gs pos="0">
                      <a:srgbClr val="D9E1F9"/>
                    </a:gs>
                    <a:gs pos="50000">
                      <a:srgbClr val="8DA5ED"/>
                    </a:gs>
                  </a:gsLst>
                  <a:lin ang="8100000" scaled="0"/>
                </a:gradFill>
                <a:ln w="7600" cap="flat">
                  <a:solidFill>
                    <a:srgbClr val="4169E1"/>
                  </a:solidFill>
                  <a:bevel/>
                </a:ln>
              </p:spPr>
            </p:sp>
            <p:sp>
              <p:nvSpPr>
                <p:cNvPr id="43" name="任意多边形 42"/>
                <p:cNvSpPr/>
                <p:nvPr/>
              </p:nvSpPr>
              <p:spPr>
                <a:xfrm>
                  <a:off x="5899457" y="4625199"/>
                  <a:ext cx="93075" cy="140250"/>
                </a:xfrm>
                <a:custGeom>
                  <a:avLst/>
                  <a:gdLst/>
                  <a:ahLst/>
                  <a:cxnLst/>
                  <a:rect l="0" t="0" r="0" b="0"/>
                  <a:pathLst>
                    <a:path w="93075" h="140250" stroke="0">
                      <a:moveTo>
                        <a:pt x="41316" y="-210"/>
                      </a:moveTo>
                      <a:cubicBezTo>
                        <a:pt x="41316" y="-210"/>
                        <a:pt x="19958" y="46530"/>
                        <a:pt x="0" y="61219"/>
                      </a:cubicBezTo>
                      <a:cubicBezTo>
                        <a:pt x="19961" y="83921"/>
                        <a:pt x="46651" y="140008"/>
                        <a:pt x="46655" y="140008"/>
                      </a:cubicBezTo>
                      <a:cubicBezTo>
                        <a:pt x="46651" y="140008"/>
                        <a:pt x="82280" y="106148"/>
                        <a:pt x="93075" y="79440"/>
                      </a:cubicBezTo>
                      <a:cubicBezTo>
                        <a:pt x="82280" y="47390"/>
                        <a:pt x="41316" y="-210"/>
                        <a:pt x="41316" y="-210"/>
                      </a:cubicBezTo>
                      <a:close/>
                    </a:path>
                  </a:pathLst>
                </a:custGeom>
                <a:gradFill>
                  <a:gsLst>
                    <a:gs pos="0">
                      <a:srgbClr val="D9E1F9"/>
                    </a:gs>
                    <a:gs pos="50000">
                      <a:srgbClr val="8DA5ED"/>
                    </a:gs>
                  </a:gsLst>
                  <a:lin ang="8100000" scaled="0"/>
                </a:gradFill>
                <a:ln w="7600" cap="flat">
                  <a:solidFill>
                    <a:srgbClr val="4169E1"/>
                  </a:solidFill>
                  <a:bevel/>
                </a:ln>
              </p:spPr>
            </p:sp>
            <p:sp>
              <p:nvSpPr>
                <p:cNvPr id="44" name="任意多边形 43"/>
                <p:cNvSpPr/>
                <p:nvPr/>
              </p:nvSpPr>
              <p:spPr>
                <a:xfrm>
                  <a:off x="5142087" y="4528477"/>
                  <a:ext cx="824912" cy="825603"/>
                </a:xfrm>
                <a:custGeom>
                  <a:avLst/>
                  <a:gdLst/>
                  <a:ahLst/>
                  <a:cxnLst/>
                  <a:rect l="0" t="0" r="0" b="0"/>
                  <a:pathLst>
                    <a:path w="824912" h="825603" stroke="0">
                      <a:moveTo>
                        <a:pt x="0" y="412801"/>
                      </a:moveTo>
                      <a:cubicBezTo>
                        <a:pt x="0" y="184768"/>
                        <a:pt x="184576" y="0"/>
                        <a:pt x="412454" y="0"/>
                      </a:cubicBezTo>
                      <a:cubicBezTo>
                        <a:pt x="640221" y="0"/>
                        <a:pt x="824912" y="184768"/>
                        <a:pt x="824912" y="412801"/>
                      </a:cubicBezTo>
                      <a:cubicBezTo>
                        <a:pt x="824912" y="640612"/>
                        <a:pt x="640221" y="825603"/>
                        <a:pt x="412454" y="825603"/>
                      </a:cubicBezTo>
                      <a:cubicBezTo>
                        <a:pt x="184576" y="825603"/>
                        <a:pt x="0" y="640612"/>
                        <a:pt x="0" y="412801"/>
                      </a:cubicBezTo>
                      <a:close/>
                    </a:path>
                  </a:pathLst>
                </a:custGeom>
                <a:solidFill>
                  <a:srgbClr val="FFFFFF">
                    <a:alpha val="40000"/>
                  </a:srgbClr>
                </a:solidFill>
                <a:ln w="7600" cap="flat">
                  <a:noFill/>
                  <a:bevel/>
                </a:ln>
              </p:spPr>
            </p:sp>
            <p:sp>
              <p:nvSpPr>
                <p:cNvPr id="45" name="任意多边形 44"/>
                <p:cNvSpPr/>
                <p:nvPr/>
              </p:nvSpPr>
              <p:spPr>
                <a:xfrm>
                  <a:off x="5165830" y="4552237"/>
                  <a:ext cx="777427" cy="778080"/>
                </a:xfrm>
                <a:custGeom>
                  <a:avLst/>
                  <a:gdLst/>
                  <a:ahLst/>
                  <a:cxnLst/>
                  <a:rect l="0" t="0" r="0" b="0"/>
                  <a:pathLst>
                    <a:path w="777427" h="778080" stroke="0">
                      <a:moveTo>
                        <a:pt x="0" y="389042"/>
                      </a:moveTo>
                      <a:cubicBezTo>
                        <a:pt x="0" y="174133"/>
                        <a:pt x="173951" y="0"/>
                        <a:pt x="388712" y="0"/>
                      </a:cubicBezTo>
                      <a:cubicBezTo>
                        <a:pt x="603368" y="0"/>
                        <a:pt x="777427" y="174133"/>
                        <a:pt x="777427" y="389042"/>
                      </a:cubicBezTo>
                      <a:cubicBezTo>
                        <a:pt x="777427" y="603741"/>
                        <a:pt x="603368" y="778080"/>
                        <a:pt x="388712" y="778080"/>
                      </a:cubicBezTo>
                      <a:cubicBezTo>
                        <a:pt x="173951" y="778080"/>
                        <a:pt x="0" y="603741"/>
                        <a:pt x="0" y="389042"/>
                      </a:cubicBezTo>
                      <a:close/>
                    </a:path>
                  </a:pathLst>
                </a:custGeom>
                <a:solidFill>
                  <a:srgbClr val="FFFFFF"/>
                </a:solidFill>
                <a:ln w="7600" cap="flat">
                  <a:solidFill>
                    <a:srgbClr val="4169E1"/>
                  </a:solidFill>
                  <a:bevel/>
                </a:ln>
              </p:spPr>
            </p:sp>
            <p:sp>
              <p:nvSpPr>
                <p:cNvPr id="46" name="Text 193"/>
                <p:cNvSpPr txBox="1"/>
                <p:nvPr/>
              </p:nvSpPr>
              <p:spPr>
                <a:xfrm>
                  <a:off x="5182445" y="4569182"/>
                  <a:ext cx="744192" cy="744192"/>
                </a:xfrm>
                <a:prstGeom prst="rect">
                  <a:avLst/>
                </a:prstGeom>
                <a:noFill/>
              </p:spPr>
              <p:txBody>
                <a:bodyPr wrap="square" lIns="36000" tIns="18000" rIns="36000" bIns="18000" rtlCol="0" anchor="ctr"/>
                <a:lstStyle/>
                <a:p>
                  <a:pPr algn="ctr"/>
                  <a:r>
                    <a:rPr dirty="0" err="1" smtClean="0">
                      <a:solidFill>
                        <a:schemeClr val="bg1">
                          <a:lumMod val="50000"/>
                        </a:schemeClr>
                      </a:solidFill>
                      <a:latin typeface="微软雅黑" pitchFamily="34" charset="-122"/>
                      <a:ea typeface="微软雅黑" pitchFamily="34" charset="-122"/>
                    </a:rPr>
                    <a:t>系统</a:t>
                  </a:r>
                  <a:endParaRPr lang="en-US" dirty="0" smtClean="0">
                    <a:solidFill>
                      <a:schemeClr val="bg1">
                        <a:lumMod val="50000"/>
                      </a:schemeClr>
                    </a:solidFill>
                    <a:latin typeface="微软雅黑" pitchFamily="34" charset="-122"/>
                    <a:ea typeface="微软雅黑" pitchFamily="34" charset="-122"/>
                  </a:endParaRPr>
                </a:p>
                <a:p>
                  <a:pPr algn="ctr"/>
                  <a:r>
                    <a:rPr dirty="0" err="1" smtClean="0">
                      <a:solidFill>
                        <a:schemeClr val="bg1">
                          <a:lumMod val="50000"/>
                        </a:schemeClr>
                      </a:solidFill>
                      <a:latin typeface="微软雅黑" pitchFamily="34" charset="-122"/>
                      <a:ea typeface="微软雅黑" pitchFamily="34" charset="-122"/>
                    </a:rPr>
                    <a:t>集成部</a:t>
                  </a:r>
                  <a:endParaRPr dirty="0">
                    <a:solidFill>
                      <a:schemeClr val="bg1">
                        <a:lumMod val="50000"/>
                      </a:schemeClr>
                    </a:solidFill>
                    <a:latin typeface="微软雅黑" pitchFamily="34" charset="-122"/>
                    <a:ea typeface="微软雅黑" pitchFamily="34" charset="-122"/>
                  </a:endParaRPr>
                </a:p>
              </p:txBody>
            </p:sp>
          </p:grpSp>
          <p:grpSp>
            <p:nvGrpSpPr>
              <p:cNvPr id="36" name="ArTemp"/>
              <p:cNvGrpSpPr/>
              <p:nvPr/>
            </p:nvGrpSpPr>
            <p:grpSpPr>
              <a:xfrm rot="24840000">
                <a:off x="4988281" y="4181002"/>
                <a:ext cx="216752" cy="260102"/>
                <a:chOff x="4988281" y="4181002"/>
                <a:chExt cx="216752" cy="260102"/>
              </a:xfrm>
            </p:grpSpPr>
            <p:sp>
              <p:nvSpPr>
                <p:cNvPr id="37" name="任意多边形 36"/>
                <p:cNvSpPr/>
                <p:nvPr/>
              </p:nvSpPr>
              <p:spPr>
                <a:xfrm>
                  <a:off x="4988281" y="4181002"/>
                  <a:ext cx="216752" cy="260102"/>
                </a:xfrm>
                <a:custGeom>
                  <a:avLst/>
                  <a:gdLst/>
                  <a:ahLst/>
                  <a:cxnLst/>
                  <a:rect l="0" t="0" r="0" b="0"/>
                  <a:pathLst>
                    <a:path w="216752" h="260102">
                      <a:moveTo>
                        <a:pt x="0" y="0"/>
                      </a:moveTo>
                      <a:lnTo>
                        <a:pt x="108376" y="130051"/>
                      </a:lnTo>
                      <a:lnTo>
                        <a:pt x="0" y="260102"/>
                      </a:lnTo>
                      <a:lnTo>
                        <a:pt x="108376" y="260102"/>
                      </a:lnTo>
                      <a:lnTo>
                        <a:pt x="216752" y="130051"/>
                      </a:lnTo>
                      <a:lnTo>
                        <a:pt x="108376" y="0"/>
                      </a:lnTo>
                      <a:lnTo>
                        <a:pt x="0" y="0"/>
                      </a:lnTo>
                      <a:close/>
                    </a:path>
                  </a:pathLst>
                </a:custGeom>
                <a:gradFill>
                  <a:gsLst>
                    <a:gs pos="0">
                      <a:srgbClr val="4169E1"/>
                    </a:gs>
                    <a:gs pos="50000">
                      <a:srgbClr val="7A96EA"/>
                    </a:gs>
                    <a:gs pos="100000">
                      <a:srgbClr val="4169E1"/>
                    </a:gs>
                  </a:gsLst>
                  <a:lin ang="5400000" scaled="0"/>
                </a:gradFill>
                <a:ln w="7600" cap="flat">
                  <a:solidFill>
                    <a:srgbClr val="4169E1"/>
                  </a:solidFill>
                  <a:bevel/>
                </a:ln>
              </p:spPr>
            </p:sp>
            <p:sp>
              <p:nvSpPr>
                <p:cNvPr id="38" name="任意多边形 37"/>
                <p:cNvSpPr/>
                <p:nvPr/>
              </p:nvSpPr>
              <p:spPr>
                <a:xfrm>
                  <a:off x="5003481" y="4188602"/>
                  <a:ext cx="171152" cy="99651"/>
                </a:xfrm>
                <a:custGeom>
                  <a:avLst/>
                  <a:gdLst/>
                  <a:ahLst/>
                  <a:cxnLst/>
                  <a:rect l="0" t="0" r="0" b="0"/>
                  <a:pathLst>
                    <a:path w="171152" h="99651" stroke="0">
                      <a:moveTo>
                        <a:pt x="0" y="0"/>
                      </a:moveTo>
                      <a:lnTo>
                        <a:pt x="85576" y="99651"/>
                      </a:lnTo>
                      <a:lnTo>
                        <a:pt x="171152" y="99651"/>
                      </a:lnTo>
                      <a:lnTo>
                        <a:pt x="85576" y="0"/>
                      </a:lnTo>
                      <a:lnTo>
                        <a:pt x="0" y="0"/>
                      </a:lnTo>
                      <a:close/>
                    </a:path>
                  </a:pathLst>
                </a:custGeom>
                <a:gradFill>
                  <a:gsLst>
                    <a:gs pos="0">
                      <a:srgbClr val="D9E1F9"/>
                    </a:gs>
                    <a:gs pos="100000">
                      <a:srgbClr val="7A96EA"/>
                    </a:gs>
                  </a:gsLst>
                  <a:lin ang="5400000" scaled="0"/>
                </a:gradFill>
                <a:ln w="7600" cap="flat">
                  <a:solidFill>
                    <a:srgbClr val="4169E1"/>
                  </a:solidFill>
                  <a:bevel/>
                </a:ln>
              </p:spPr>
            </p:sp>
          </p:grpSp>
        </p:grpSp>
        <p:grpSp>
          <p:nvGrpSpPr>
            <p:cNvPr id="9" name="组合 8"/>
            <p:cNvGrpSpPr/>
            <p:nvPr/>
          </p:nvGrpSpPr>
          <p:grpSpPr>
            <a:xfrm>
              <a:off x="3072186" y="4202678"/>
              <a:ext cx="1104736" cy="1255400"/>
              <a:chOff x="3072186" y="4202678"/>
              <a:chExt cx="1104736" cy="1255400"/>
            </a:xfrm>
          </p:grpSpPr>
          <p:grpSp>
            <p:nvGrpSpPr>
              <p:cNvPr id="23" name="Circle"/>
              <p:cNvGrpSpPr/>
              <p:nvPr/>
            </p:nvGrpSpPr>
            <p:grpSpPr>
              <a:xfrm>
                <a:off x="3072186" y="4424478"/>
                <a:ext cx="1033600" cy="1033600"/>
                <a:chOff x="3072186" y="4424478"/>
                <a:chExt cx="1033600" cy="1033600"/>
              </a:xfrm>
            </p:grpSpPr>
            <p:sp>
              <p:nvSpPr>
                <p:cNvPr id="27" name="任意多边形 26"/>
                <p:cNvSpPr/>
                <p:nvPr/>
              </p:nvSpPr>
              <p:spPr>
                <a:xfrm>
                  <a:off x="3072186" y="4424478"/>
                  <a:ext cx="1033600" cy="1033600"/>
                </a:xfrm>
                <a:custGeom>
                  <a:avLst/>
                  <a:gdLst/>
                  <a:ahLst/>
                  <a:cxnLst/>
                  <a:rect l="0" t="0" r="0" b="0"/>
                  <a:pathLst>
                    <a:path w="1033600" h="1033600" stroke="0">
                      <a:moveTo>
                        <a:pt x="0" y="516800"/>
                      </a:moveTo>
                      <a:cubicBezTo>
                        <a:pt x="0" y="231380"/>
                        <a:pt x="231380" y="0"/>
                        <a:pt x="516800" y="0"/>
                      </a:cubicBezTo>
                      <a:cubicBezTo>
                        <a:pt x="802218" y="0"/>
                        <a:pt x="1033600" y="231380"/>
                        <a:pt x="1033600" y="516800"/>
                      </a:cubicBezTo>
                      <a:cubicBezTo>
                        <a:pt x="1033600" y="802218"/>
                        <a:pt x="802218" y="1033600"/>
                        <a:pt x="516800" y="1033600"/>
                      </a:cubicBezTo>
                      <a:cubicBezTo>
                        <a:pt x="231380" y="1033600"/>
                        <a:pt x="0" y="802218"/>
                        <a:pt x="0" y="516800"/>
                      </a:cubicBezTo>
                      <a:close/>
                    </a:path>
                  </a:pathLst>
                </a:custGeom>
                <a:gradFill>
                  <a:gsLst>
                    <a:gs pos="100000">
                      <a:srgbClr val="6FDC6F"/>
                    </a:gs>
                    <a:gs pos="70527">
                      <a:srgbClr val="6FDC6F"/>
                    </a:gs>
                    <a:gs pos="52895">
                      <a:srgbClr val="32CD32"/>
                    </a:gs>
                    <a:gs pos="0">
                      <a:srgbClr val="32CD32"/>
                    </a:gs>
                  </a:gsLst>
                  <a:path path="circle">
                    <a:fillToRect l="50000" t="50000" r="50000" b="50000"/>
                  </a:path>
                </a:gradFill>
                <a:ln w="7600" cap="flat">
                  <a:solidFill>
                    <a:srgbClr val="32CD32"/>
                  </a:solidFill>
                  <a:bevel/>
                </a:ln>
              </p:spPr>
            </p:sp>
            <p:sp>
              <p:nvSpPr>
                <p:cNvPr id="28" name="任意多边形 27"/>
                <p:cNvSpPr/>
                <p:nvPr/>
              </p:nvSpPr>
              <p:spPr>
                <a:xfrm>
                  <a:off x="3078986" y="4941278"/>
                  <a:ext cx="1020004" cy="516800"/>
                </a:xfrm>
                <a:custGeom>
                  <a:avLst/>
                  <a:gdLst/>
                  <a:ahLst/>
                  <a:cxnLst/>
                  <a:rect l="0" t="0" r="0" b="0"/>
                  <a:pathLst>
                    <a:path w="1020004" h="516800" stroke="0">
                      <a:moveTo>
                        <a:pt x="0" y="0"/>
                      </a:moveTo>
                      <a:cubicBezTo>
                        <a:pt x="91343" y="71992"/>
                        <a:pt x="228335" y="143984"/>
                        <a:pt x="510000" y="143984"/>
                      </a:cubicBezTo>
                      <a:cubicBezTo>
                        <a:pt x="791669" y="143984"/>
                        <a:pt x="918506" y="84848"/>
                        <a:pt x="1020004" y="0"/>
                      </a:cubicBezTo>
                      <a:cubicBezTo>
                        <a:pt x="1020004" y="285423"/>
                        <a:pt x="791669" y="516800"/>
                        <a:pt x="510000" y="516800"/>
                      </a:cubicBezTo>
                      <a:cubicBezTo>
                        <a:pt x="228335" y="516800"/>
                        <a:pt x="0" y="285423"/>
                        <a:pt x="0" y="0"/>
                      </a:cubicBezTo>
                      <a:close/>
                    </a:path>
                  </a:pathLst>
                </a:custGeom>
                <a:gradFill>
                  <a:gsLst>
                    <a:gs pos="0">
                      <a:srgbClr val="32CD32"/>
                    </a:gs>
                    <a:gs pos="50000">
                      <a:srgbClr val="46D246"/>
                    </a:gs>
                    <a:gs pos="100000">
                      <a:srgbClr val="6BDB6B"/>
                    </a:gs>
                  </a:gsLst>
                  <a:lin ang="5400000" scaled="0"/>
                </a:gradFill>
                <a:ln w="7600" cap="flat">
                  <a:solidFill>
                    <a:srgbClr val="32CD32"/>
                  </a:solidFill>
                  <a:bevel/>
                </a:ln>
              </p:spPr>
            </p:sp>
            <p:sp>
              <p:nvSpPr>
                <p:cNvPr id="29" name="任意多边形 28"/>
                <p:cNvSpPr/>
                <p:nvPr/>
              </p:nvSpPr>
              <p:spPr>
                <a:xfrm>
                  <a:off x="3088303" y="4666910"/>
                  <a:ext cx="110925" cy="309825"/>
                </a:xfrm>
                <a:custGeom>
                  <a:avLst/>
                  <a:gdLst/>
                  <a:ahLst/>
                  <a:cxnLst/>
                  <a:rect l="0" t="0" r="0" b="0"/>
                  <a:pathLst>
                    <a:path w="110925" h="309825" stroke="0">
                      <a:moveTo>
                        <a:pt x="81803" y="-352"/>
                      </a:moveTo>
                      <a:cubicBezTo>
                        <a:pt x="-2516" y="122048"/>
                        <a:pt x="0" y="261603"/>
                        <a:pt x="0" y="261603"/>
                      </a:cubicBezTo>
                      <a:cubicBezTo>
                        <a:pt x="0" y="261603"/>
                        <a:pt x="41818" y="297158"/>
                        <a:pt x="74688" y="309825"/>
                      </a:cubicBezTo>
                      <a:cubicBezTo>
                        <a:pt x="58669" y="188155"/>
                        <a:pt x="110747" y="93342"/>
                        <a:pt x="110747" y="93342"/>
                      </a:cubicBezTo>
                      <a:cubicBezTo>
                        <a:pt x="110747" y="93342"/>
                        <a:pt x="70924" y="56768"/>
                        <a:pt x="81803" y="-352"/>
                      </a:cubicBezTo>
                      <a:close/>
                    </a:path>
                  </a:pathLst>
                </a:custGeom>
                <a:gradFill>
                  <a:gsLst>
                    <a:gs pos="0">
                      <a:srgbClr val="C1F0C1"/>
                    </a:gs>
                    <a:gs pos="100000">
                      <a:srgbClr val="6FDC6F"/>
                    </a:gs>
                  </a:gsLst>
                  <a:lin ang="2700000" scaled="0"/>
                </a:gradFill>
                <a:ln w="7600" cap="flat">
                  <a:solidFill>
                    <a:srgbClr val="32CD32"/>
                  </a:solidFill>
                  <a:bevel/>
                </a:ln>
              </p:spPr>
            </p:sp>
            <p:sp>
              <p:nvSpPr>
                <p:cNvPr id="30" name="任意多边形 29"/>
                <p:cNvSpPr/>
                <p:nvPr/>
              </p:nvSpPr>
              <p:spPr>
                <a:xfrm>
                  <a:off x="3640718" y="4441144"/>
                  <a:ext cx="314499" cy="226525"/>
                </a:xfrm>
                <a:custGeom>
                  <a:avLst/>
                  <a:gdLst/>
                  <a:ahLst/>
                  <a:cxnLst/>
                  <a:rect l="0" t="0" r="0" b="0"/>
                  <a:pathLst>
                    <a:path w="314499" h="226525" stroke="0">
                      <a:moveTo>
                        <a:pt x="0" y="-345"/>
                      </a:moveTo>
                      <a:cubicBezTo>
                        <a:pt x="0" y="-345"/>
                        <a:pt x="34065" y="11452"/>
                        <a:pt x="40737" y="82227"/>
                      </a:cubicBezTo>
                      <a:cubicBezTo>
                        <a:pt x="190904" y="109271"/>
                        <a:pt x="276999" y="226525"/>
                        <a:pt x="276999" y="226525"/>
                      </a:cubicBezTo>
                      <a:cubicBezTo>
                        <a:pt x="276999" y="226525"/>
                        <a:pt x="305031" y="197073"/>
                        <a:pt x="314499" y="162350"/>
                      </a:cubicBezTo>
                      <a:cubicBezTo>
                        <a:pt x="180894" y="10116"/>
                        <a:pt x="0" y="-345"/>
                        <a:pt x="0" y="-345"/>
                      </a:cubicBezTo>
                      <a:close/>
                    </a:path>
                  </a:pathLst>
                </a:custGeom>
                <a:gradFill>
                  <a:gsLst>
                    <a:gs pos="0">
                      <a:srgbClr val="D6F5D6"/>
                    </a:gs>
                    <a:gs pos="50000">
                      <a:srgbClr val="84E184"/>
                    </a:gs>
                  </a:gsLst>
                  <a:lin ang="8100000" scaled="0"/>
                </a:gradFill>
                <a:ln w="7600" cap="flat">
                  <a:solidFill>
                    <a:srgbClr val="32CD32"/>
                  </a:solidFill>
                  <a:bevel/>
                </a:ln>
              </p:spPr>
            </p:sp>
            <p:sp>
              <p:nvSpPr>
                <p:cNvPr id="31" name="任意多边形 30"/>
                <p:cNvSpPr/>
                <p:nvPr/>
              </p:nvSpPr>
              <p:spPr>
                <a:xfrm>
                  <a:off x="3933902" y="4625199"/>
                  <a:ext cx="93075" cy="140250"/>
                </a:xfrm>
                <a:custGeom>
                  <a:avLst/>
                  <a:gdLst/>
                  <a:ahLst/>
                  <a:cxnLst/>
                  <a:rect l="0" t="0" r="0" b="0"/>
                  <a:pathLst>
                    <a:path w="93075" h="140250" stroke="0">
                      <a:moveTo>
                        <a:pt x="41316" y="-210"/>
                      </a:moveTo>
                      <a:cubicBezTo>
                        <a:pt x="41316" y="-210"/>
                        <a:pt x="19958" y="46530"/>
                        <a:pt x="0" y="61219"/>
                      </a:cubicBezTo>
                      <a:cubicBezTo>
                        <a:pt x="19961" y="83921"/>
                        <a:pt x="46651" y="140008"/>
                        <a:pt x="46655" y="140008"/>
                      </a:cubicBezTo>
                      <a:cubicBezTo>
                        <a:pt x="46651" y="140008"/>
                        <a:pt x="82280" y="106148"/>
                        <a:pt x="93075" y="79440"/>
                      </a:cubicBezTo>
                      <a:cubicBezTo>
                        <a:pt x="82280" y="47390"/>
                        <a:pt x="41316" y="-210"/>
                        <a:pt x="41316" y="-210"/>
                      </a:cubicBezTo>
                      <a:close/>
                    </a:path>
                  </a:pathLst>
                </a:custGeom>
                <a:gradFill>
                  <a:gsLst>
                    <a:gs pos="0">
                      <a:srgbClr val="D6F5D6"/>
                    </a:gs>
                    <a:gs pos="50000">
                      <a:srgbClr val="84E184"/>
                    </a:gs>
                  </a:gsLst>
                  <a:lin ang="8100000" scaled="0"/>
                </a:gradFill>
                <a:ln w="7600" cap="flat">
                  <a:solidFill>
                    <a:srgbClr val="32CD32"/>
                  </a:solidFill>
                  <a:bevel/>
                </a:ln>
              </p:spPr>
            </p:sp>
            <p:sp>
              <p:nvSpPr>
                <p:cNvPr id="32" name="任意多边形 31"/>
                <p:cNvSpPr/>
                <p:nvPr/>
              </p:nvSpPr>
              <p:spPr>
                <a:xfrm>
                  <a:off x="3176532" y="4528477"/>
                  <a:ext cx="824912" cy="825603"/>
                </a:xfrm>
                <a:custGeom>
                  <a:avLst/>
                  <a:gdLst/>
                  <a:ahLst/>
                  <a:cxnLst/>
                  <a:rect l="0" t="0" r="0" b="0"/>
                  <a:pathLst>
                    <a:path w="824912" h="825603" stroke="0">
                      <a:moveTo>
                        <a:pt x="0" y="412801"/>
                      </a:moveTo>
                      <a:cubicBezTo>
                        <a:pt x="0" y="184768"/>
                        <a:pt x="184576" y="0"/>
                        <a:pt x="412454" y="0"/>
                      </a:cubicBezTo>
                      <a:cubicBezTo>
                        <a:pt x="640221" y="0"/>
                        <a:pt x="824912" y="184768"/>
                        <a:pt x="824912" y="412801"/>
                      </a:cubicBezTo>
                      <a:cubicBezTo>
                        <a:pt x="824912" y="640612"/>
                        <a:pt x="640221" y="825603"/>
                        <a:pt x="412454" y="825603"/>
                      </a:cubicBezTo>
                      <a:cubicBezTo>
                        <a:pt x="184576" y="825603"/>
                        <a:pt x="0" y="640612"/>
                        <a:pt x="0" y="412801"/>
                      </a:cubicBezTo>
                      <a:close/>
                    </a:path>
                  </a:pathLst>
                </a:custGeom>
                <a:solidFill>
                  <a:srgbClr val="FFFFFF">
                    <a:alpha val="40000"/>
                  </a:srgbClr>
                </a:solidFill>
                <a:ln w="7600" cap="flat">
                  <a:noFill/>
                  <a:bevel/>
                </a:ln>
              </p:spPr>
            </p:sp>
            <p:sp>
              <p:nvSpPr>
                <p:cNvPr id="33" name="任意多边形 32"/>
                <p:cNvSpPr/>
                <p:nvPr/>
              </p:nvSpPr>
              <p:spPr>
                <a:xfrm>
                  <a:off x="3200274" y="4552237"/>
                  <a:ext cx="777427" cy="778080"/>
                </a:xfrm>
                <a:custGeom>
                  <a:avLst/>
                  <a:gdLst/>
                  <a:ahLst/>
                  <a:cxnLst/>
                  <a:rect l="0" t="0" r="0" b="0"/>
                  <a:pathLst>
                    <a:path w="777427" h="778080" stroke="0">
                      <a:moveTo>
                        <a:pt x="0" y="389042"/>
                      </a:moveTo>
                      <a:cubicBezTo>
                        <a:pt x="0" y="174133"/>
                        <a:pt x="173951" y="0"/>
                        <a:pt x="388712" y="0"/>
                      </a:cubicBezTo>
                      <a:cubicBezTo>
                        <a:pt x="603368" y="0"/>
                        <a:pt x="777427" y="174133"/>
                        <a:pt x="777427" y="389042"/>
                      </a:cubicBezTo>
                      <a:cubicBezTo>
                        <a:pt x="777427" y="603741"/>
                        <a:pt x="603368" y="778080"/>
                        <a:pt x="388712" y="778080"/>
                      </a:cubicBezTo>
                      <a:cubicBezTo>
                        <a:pt x="173951" y="778080"/>
                        <a:pt x="0" y="603741"/>
                        <a:pt x="0" y="389042"/>
                      </a:cubicBezTo>
                      <a:close/>
                    </a:path>
                  </a:pathLst>
                </a:custGeom>
                <a:solidFill>
                  <a:srgbClr val="FFFFFF"/>
                </a:solidFill>
                <a:ln w="7600" cap="flat">
                  <a:solidFill>
                    <a:srgbClr val="32CD32"/>
                  </a:solidFill>
                  <a:bevel/>
                </a:ln>
              </p:spPr>
            </p:sp>
            <p:sp>
              <p:nvSpPr>
                <p:cNvPr id="34" name="Text 194"/>
                <p:cNvSpPr txBox="1"/>
                <p:nvPr/>
              </p:nvSpPr>
              <p:spPr>
                <a:xfrm>
                  <a:off x="3216890" y="4569182"/>
                  <a:ext cx="744192" cy="744192"/>
                </a:xfrm>
                <a:prstGeom prst="rect">
                  <a:avLst/>
                </a:prstGeom>
                <a:noFill/>
              </p:spPr>
              <p:txBody>
                <a:bodyPr wrap="square" lIns="36000" tIns="18000" rIns="36000" bIns="18000" rtlCol="0" anchor="ctr"/>
                <a:lstStyle/>
                <a:p>
                  <a:pPr algn="ctr"/>
                  <a:r>
                    <a:rPr dirty="0" err="1" smtClean="0">
                      <a:solidFill>
                        <a:schemeClr val="bg1">
                          <a:lumMod val="50000"/>
                        </a:schemeClr>
                      </a:solidFill>
                      <a:latin typeface="微软雅黑" pitchFamily="34" charset="-122"/>
                      <a:ea typeface="微软雅黑" pitchFamily="34" charset="-122"/>
                    </a:rPr>
                    <a:t>产品</a:t>
                  </a:r>
                  <a:endParaRPr lang="en-US" dirty="0" smtClean="0">
                    <a:solidFill>
                      <a:schemeClr val="bg1">
                        <a:lumMod val="50000"/>
                      </a:schemeClr>
                    </a:solidFill>
                    <a:latin typeface="微软雅黑" pitchFamily="34" charset="-122"/>
                    <a:ea typeface="微软雅黑" pitchFamily="34" charset="-122"/>
                  </a:endParaRPr>
                </a:p>
                <a:p>
                  <a:pPr algn="ctr"/>
                  <a:r>
                    <a:rPr dirty="0" err="1" smtClean="0">
                      <a:solidFill>
                        <a:schemeClr val="bg1">
                          <a:lumMod val="50000"/>
                        </a:schemeClr>
                      </a:solidFill>
                      <a:latin typeface="微软雅黑" pitchFamily="34" charset="-122"/>
                      <a:ea typeface="微软雅黑" pitchFamily="34" charset="-122"/>
                    </a:rPr>
                    <a:t>运营部</a:t>
                  </a:r>
                  <a:endParaRPr dirty="0">
                    <a:solidFill>
                      <a:schemeClr val="bg1">
                        <a:lumMod val="50000"/>
                      </a:schemeClr>
                    </a:solidFill>
                    <a:latin typeface="微软雅黑" pitchFamily="34" charset="-122"/>
                    <a:ea typeface="微软雅黑" pitchFamily="34" charset="-122"/>
                  </a:endParaRPr>
                </a:p>
              </p:txBody>
            </p:sp>
          </p:grpSp>
          <p:grpSp>
            <p:nvGrpSpPr>
              <p:cNvPr id="24" name="ArTemp"/>
              <p:cNvGrpSpPr/>
              <p:nvPr/>
            </p:nvGrpSpPr>
            <p:grpSpPr>
              <a:xfrm rot="29160000">
                <a:off x="3938495" y="4181003"/>
                <a:ext cx="216752" cy="260102"/>
                <a:chOff x="3938495" y="4181003"/>
                <a:chExt cx="216752" cy="260102"/>
              </a:xfrm>
            </p:grpSpPr>
            <p:sp>
              <p:nvSpPr>
                <p:cNvPr id="25" name="任意多边形 24"/>
                <p:cNvSpPr/>
                <p:nvPr/>
              </p:nvSpPr>
              <p:spPr>
                <a:xfrm>
                  <a:off x="3938495" y="4181003"/>
                  <a:ext cx="216752" cy="260102"/>
                </a:xfrm>
                <a:custGeom>
                  <a:avLst/>
                  <a:gdLst/>
                  <a:ahLst/>
                  <a:cxnLst/>
                  <a:rect l="0" t="0" r="0" b="0"/>
                  <a:pathLst>
                    <a:path w="216752" h="260102">
                      <a:moveTo>
                        <a:pt x="0" y="0"/>
                      </a:moveTo>
                      <a:lnTo>
                        <a:pt x="108376" y="130051"/>
                      </a:lnTo>
                      <a:lnTo>
                        <a:pt x="0" y="260102"/>
                      </a:lnTo>
                      <a:lnTo>
                        <a:pt x="108376" y="260102"/>
                      </a:lnTo>
                      <a:lnTo>
                        <a:pt x="216752" y="130051"/>
                      </a:lnTo>
                      <a:lnTo>
                        <a:pt x="108376" y="0"/>
                      </a:lnTo>
                      <a:lnTo>
                        <a:pt x="0" y="0"/>
                      </a:lnTo>
                      <a:close/>
                    </a:path>
                  </a:pathLst>
                </a:custGeom>
                <a:gradFill>
                  <a:gsLst>
                    <a:gs pos="0">
                      <a:srgbClr val="32CD32"/>
                    </a:gs>
                    <a:gs pos="50000">
                      <a:srgbClr val="6FDC6F"/>
                    </a:gs>
                    <a:gs pos="100000">
                      <a:srgbClr val="32CD32"/>
                    </a:gs>
                  </a:gsLst>
                  <a:lin ang="5400000" scaled="0"/>
                </a:gradFill>
                <a:ln w="7600" cap="flat">
                  <a:solidFill>
                    <a:srgbClr val="32CD32"/>
                  </a:solidFill>
                  <a:bevel/>
                </a:ln>
              </p:spPr>
            </p:sp>
            <p:sp>
              <p:nvSpPr>
                <p:cNvPr id="26" name="任意多边形 25"/>
                <p:cNvSpPr/>
                <p:nvPr/>
              </p:nvSpPr>
              <p:spPr>
                <a:xfrm>
                  <a:off x="3953695" y="4188603"/>
                  <a:ext cx="171152" cy="99651"/>
                </a:xfrm>
                <a:custGeom>
                  <a:avLst/>
                  <a:gdLst/>
                  <a:ahLst/>
                  <a:cxnLst/>
                  <a:rect l="0" t="0" r="0" b="0"/>
                  <a:pathLst>
                    <a:path w="171152" h="99651" stroke="0">
                      <a:moveTo>
                        <a:pt x="0" y="0"/>
                      </a:moveTo>
                      <a:lnTo>
                        <a:pt x="85576" y="99651"/>
                      </a:lnTo>
                      <a:lnTo>
                        <a:pt x="171152" y="99651"/>
                      </a:lnTo>
                      <a:lnTo>
                        <a:pt x="85576" y="0"/>
                      </a:lnTo>
                      <a:lnTo>
                        <a:pt x="0" y="0"/>
                      </a:lnTo>
                      <a:close/>
                    </a:path>
                  </a:pathLst>
                </a:custGeom>
                <a:gradFill>
                  <a:gsLst>
                    <a:gs pos="0">
                      <a:srgbClr val="D6F5D6"/>
                    </a:gs>
                    <a:gs pos="100000">
                      <a:srgbClr val="6FDC6F"/>
                    </a:gs>
                  </a:gsLst>
                  <a:lin ang="5400000" scaled="0"/>
                </a:gradFill>
                <a:ln w="7600" cap="flat">
                  <a:solidFill>
                    <a:srgbClr val="32CD32"/>
                  </a:solidFill>
                  <a:bevel/>
                </a:ln>
              </p:spPr>
            </p:sp>
          </p:grpSp>
        </p:grpSp>
        <p:grpSp>
          <p:nvGrpSpPr>
            <p:cNvPr id="10" name="组合 9"/>
            <p:cNvGrpSpPr/>
            <p:nvPr/>
          </p:nvGrpSpPr>
          <p:grpSpPr>
            <a:xfrm>
              <a:off x="2464800" y="2555123"/>
              <a:ext cx="1366047" cy="1033600"/>
              <a:chOff x="2464800" y="2555123"/>
              <a:chExt cx="1366047" cy="1033600"/>
            </a:xfrm>
          </p:grpSpPr>
          <p:grpSp>
            <p:nvGrpSpPr>
              <p:cNvPr id="11" name="Circle"/>
              <p:cNvGrpSpPr/>
              <p:nvPr/>
            </p:nvGrpSpPr>
            <p:grpSpPr>
              <a:xfrm>
                <a:off x="2464800" y="2555123"/>
                <a:ext cx="1033600" cy="1033600"/>
                <a:chOff x="2464800" y="2555123"/>
                <a:chExt cx="1033600" cy="1033600"/>
              </a:xfrm>
            </p:grpSpPr>
            <p:sp>
              <p:nvSpPr>
                <p:cNvPr id="15" name="任意多边形 14"/>
                <p:cNvSpPr/>
                <p:nvPr/>
              </p:nvSpPr>
              <p:spPr>
                <a:xfrm>
                  <a:off x="2464800" y="2555123"/>
                  <a:ext cx="1033600" cy="1033600"/>
                </a:xfrm>
                <a:custGeom>
                  <a:avLst/>
                  <a:gdLst/>
                  <a:ahLst/>
                  <a:cxnLst/>
                  <a:rect l="0" t="0" r="0" b="0"/>
                  <a:pathLst>
                    <a:path w="1033600" h="1033600" stroke="0">
                      <a:moveTo>
                        <a:pt x="0" y="516800"/>
                      </a:moveTo>
                      <a:cubicBezTo>
                        <a:pt x="0" y="231380"/>
                        <a:pt x="231380" y="0"/>
                        <a:pt x="516800" y="0"/>
                      </a:cubicBezTo>
                      <a:cubicBezTo>
                        <a:pt x="802218" y="0"/>
                        <a:pt x="1033600" y="231380"/>
                        <a:pt x="1033600" y="516800"/>
                      </a:cubicBezTo>
                      <a:cubicBezTo>
                        <a:pt x="1033600" y="802218"/>
                        <a:pt x="802218" y="1033600"/>
                        <a:pt x="516800" y="1033600"/>
                      </a:cubicBezTo>
                      <a:cubicBezTo>
                        <a:pt x="231380" y="1033600"/>
                        <a:pt x="0" y="802218"/>
                        <a:pt x="0" y="516800"/>
                      </a:cubicBezTo>
                      <a:close/>
                    </a:path>
                  </a:pathLst>
                </a:custGeom>
                <a:gradFill>
                  <a:gsLst>
                    <a:gs pos="100000">
                      <a:srgbClr val="B86FDB"/>
                    </a:gs>
                    <a:gs pos="70527">
                      <a:srgbClr val="B86FDB"/>
                    </a:gs>
                    <a:gs pos="52895">
                      <a:srgbClr val="9932CC"/>
                    </a:gs>
                    <a:gs pos="0">
                      <a:srgbClr val="9932CC"/>
                    </a:gs>
                  </a:gsLst>
                  <a:path path="circle">
                    <a:fillToRect l="50000" t="50000" r="50000" b="50000"/>
                  </a:path>
                </a:gradFill>
                <a:ln w="7600" cap="flat">
                  <a:solidFill>
                    <a:srgbClr val="9932CC"/>
                  </a:solidFill>
                  <a:bevel/>
                </a:ln>
              </p:spPr>
            </p:sp>
            <p:sp>
              <p:nvSpPr>
                <p:cNvPr id="16" name="任意多边形 15"/>
                <p:cNvSpPr/>
                <p:nvPr/>
              </p:nvSpPr>
              <p:spPr>
                <a:xfrm>
                  <a:off x="2471599" y="3071923"/>
                  <a:ext cx="1020004" cy="516800"/>
                </a:xfrm>
                <a:custGeom>
                  <a:avLst/>
                  <a:gdLst/>
                  <a:ahLst/>
                  <a:cxnLst/>
                  <a:rect l="0" t="0" r="0" b="0"/>
                  <a:pathLst>
                    <a:path w="1020004" h="516800" stroke="0">
                      <a:moveTo>
                        <a:pt x="0" y="0"/>
                      </a:moveTo>
                      <a:cubicBezTo>
                        <a:pt x="91343" y="71992"/>
                        <a:pt x="228335" y="143984"/>
                        <a:pt x="510000" y="143984"/>
                      </a:cubicBezTo>
                      <a:cubicBezTo>
                        <a:pt x="791669" y="143984"/>
                        <a:pt x="918506" y="84848"/>
                        <a:pt x="1020004" y="0"/>
                      </a:cubicBezTo>
                      <a:cubicBezTo>
                        <a:pt x="1020004" y="285423"/>
                        <a:pt x="791669" y="516800"/>
                        <a:pt x="510000" y="516800"/>
                      </a:cubicBezTo>
                      <a:cubicBezTo>
                        <a:pt x="228335" y="516800"/>
                        <a:pt x="0" y="285423"/>
                        <a:pt x="0" y="0"/>
                      </a:cubicBezTo>
                      <a:close/>
                    </a:path>
                  </a:pathLst>
                </a:custGeom>
                <a:gradFill>
                  <a:gsLst>
                    <a:gs pos="0">
                      <a:srgbClr val="9932CC"/>
                    </a:gs>
                    <a:gs pos="50000">
                      <a:srgbClr val="A346D1"/>
                    </a:gs>
                    <a:gs pos="100000">
                      <a:srgbClr val="B66BDA"/>
                    </a:gs>
                  </a:gsLst>
                  <a:lin ang="5400000" scaled="0"/>
                </a:gradFill>
                <a:ln w="7600" cap="flat">
                  <a:solidFill>
                    <a:srgbClr val="9932CC"/>
                  </a:solidFill>
                  <a:bevel/>
                </a:ln>
              </p:spPr>
            </p:sp>
            <p:sp>
              <p:nvSpPr>
                <p:cNvPr id="17" name="任意多边形 16"/>
                <p:cNvSpPr/>
                <p:nvPr/>
              </p:nvSpPr>
              <p:spPr>
                <a:xfrm>
                  <a:off x="2480916" y="2797555"/>
                  <a:ext cx="110925" cy="309825"/>
                </a:xfrm>
                <a:custGeom>
                  <a:avLst/>
                  <a:gdLst/>
                  <a:ahLst/>
                  <a:cxnLst/>
                  <a:rect l="0" t="0" r="0" b="0"/>
                  <a:pathLst>
                    <a:path w="110925" h="309825" stroke="0">
                      <a:moveTo>
                        <a:pt x="81803" y="-352"/>
                      </a:moveTo>
                      <a:cubicBezTo>
                        <a:pt x="-2516" y="122048"/>
                        <a:pt x="0" y="261603"/>
                        <a:pt x="0" y="261603"/>
                      </a:cubicBezTo>
                      <a:cubicBezTo>
                        <a:pt x="0" y="261603"/>
                        <a:pt x="41818" y="297158"/>
                        <a:pt x="74688" y="309825"/>
                      </a:cubicBezTo>
                      <a:cubicBezTo>
                        <a:pt x="58669" y="188155"/>
                        <a:pt x="110747" y="93342"/>
                        <a:pt x="110747" y="93342"/>
                      </a:cubicBezTo>
                      <a:cubicBezTo>
                        <a:pt x="110747" y="93342"/>
                        <a:pt x="70924" y="56768"/>
                        <a:pt x="81803" y="-352"/>
                      </a:cubicBezTo>
                      <a:close/>
                    </a:path>
                  </a:pathLst>
                </a:custGeom>
                <a:gradFill>
                  <a:gsLst>
                    <a:gs pos="0">
                      <a:srgbClr val="E0C1F0"/>
                    </a:gs>
                    <a:gs pos="100000">
                      <a:srgbClr val="B86FDB"/>
                    </a:gs>
                  </a:gsLst>
                  <a:lin ang="2700000" scaled="0"/>
                </a:gradFill>
                <a:ln w="7600" cap="flat">
                  <a:solidFill>
                    <a:srgbClr val="9932CC"/>
                  </a:solidFill>
                  <a:bevel/>
                </a:ln>
              </p:spPr>
            </p:sp>
            <p:sp>
              <p:nvSpPr>
                <p:cNvPr id="18" name="任意多边形 17"/>
                <p:cNvSpPr/>
                <p:nvPr/>
              </p:nvSpPr>
              <p:spPr>
                <a:xfrm>
                  <a:off x="3033331" y="2571788"/>
                  <a:ext cx="314499" cy="226525"/>
                </a:xfrm>
                <a:custGeom>
                  <a:avLst/>
                  <a:gdLst/>
                  <a:ahLst/>
                  <a:cxnLst/>
                  <a:rect l="0" t="0" r="0" b="0"/>
                  <a:pathLst>
                    <a:path w="314499" h="226525" stroke="0">
                      <a:moveTo>
                        <a:pt x="0" y="-345"/>
                      </a:moveTo>
                      <a:cubicBezTo>
                        <a:pt x="0" y="-345"/>
                        <a:pt x="34065" y="11452"/>
                        <a:pt x="40737" y="82227"/>
                      </a:cubicBezTo>
                      <a:cubicBezTo>
                        <a:pt x="190904" y="109271"/>
                        <a:pt x="276999" y="226525"/>
                        <a:pt x="276999" y="226525"/>
                      </a:cubicBezTo>
                      <a:cubicBezTo>
                        <a:pt x="276999" y="226525"/>
                        <a:pt x="305031" y="197073"/>
                        <a:pt x="314499" y="162350"/>
                      </a:cubicBezTo>
                      <a:cubicBezTo>
                        <a:pt x="180894" y="10116"/>
                        <a:pt x="0" y="-345"/>
                        <a:pt x="0" y="-345"/>
                      </a:cubicBezTo>
                      <a:close/>
                    </a:path>
                  </a:pathLst>
                </a:custGeom>
                <a:gradFill>
                  <a:gsLst>
                    <a:gs pos="0">
                      <a:srgbClr val="EBD6F5"/>
                    </a:gs>
                    <a:gs pos="50000">
                      <a:srgbClr val="C284E0"/>
                    </a:gs>
                  </a:gsLst>
                  <a:lin ang="8100000" scaled="0"/>
                </a:gradFill>
                <a:ln w="7600" cap="flat">
                  <a:solidFill>
                    <a:srgbClr val="9932CC"/>
                  </a:solidFill>
                  <a:bevel/>
                </a:ln>
              </p:spPr>
            </p:sp>
            <p:sp>
              <p:nvSpPr>
                <p:cNvPr id="19" name="任意多边形 18"/>
                <p:cNvSpPr/>
                <p:nvPr/>
              </p:nvSpPr>
              <p:spPr>
                <a:xfrm>
                  <a:off x="3326515" y="2755844"/>
                  <a:ext cx="93075" cy="140250"/>
                </a:xfrm>
                <a:custGeom>
                  <a:avLst/>
                  <a:gdLst/>
                  <a:ahLst/>
                  <a:cxnLst/>
                  <a:rect l="0" t="0" r="0" b="0"/>
                  <a:pathLst>
                    <a:path w="93075" h="140250" stroke="0">
                      <a:moveTo>
                        <a:pt x="41316" y="-210"/>
                      </a:moveTo>
                      <a:cubicBezTo>
                        <a:pt x="41316" y="-210"/>
                        <a:pt x="19958" y="46530"/>
                        <a:pt x="0" y="61219"/>
                      </a:cubicBezTo>
                      <a:cubicBezTo>
                        <a:pt x="19961" y="83921"/>
                        <a:pt x="46651" y="140008"/>
                        <a:pt x="46655" y="140008"/>
                      </a:cubicBezTo>
                      <a:cubicBezTo>
                        <a:pt x="46651" y="140008"/>
                        <a:pt x="82280" y="106148"/>
                        <a:pt x="93075" y="79440"/>
                      </a:cubicBezTo>
                      <a:cubicBezTo>
                        <a:pt x="82280" y="47390"/>
                        <a:pt x="41316" y="-210"/>
                        <a:pt x="41316" y="-210"/>
                      </a:cubicBezTo>
                      <a:close/>
                    </a:path>
                  </a:pathLst>
                </a:custGeom>
                <a:gradFill>
                  <a:gsLst>
                    <a:gs pos="0">
                      <a:srgbClr val="EBD6F5"/>
                    </a:gs>
                    <a:gs pos="50000">
                      <a:srgbClr val="C284E0"/>
                    </a:gs>
                  </a:gsLst>
                  <a:lin ang="8100000" scaled="0"/>
                </a:gradFill>
                <a:ln w="7600" cap="flat">
                  <a:solidFill>
                    <a:srgbClr val="9932CC"/>
                  </a:solidFill>
                  <a:bevel/>
                </a:ln>
              </p:spPr>
            </p:sp>
            <p:sp>
              <p:nvSpPr>
                <p:cNvPr id="20" name="任意多边形 19"/>
                <p:cNvSpPr/>
                <p:nvPr/>
              </p:nvSpPr>
              <p:spPr>
                <a:xfrm>
                  <a:off x="2569145" y="2659122"/>
                  <a:ext cx="824912" cy="825603"/>
                </a:xfrm>
                <a:custGeom>
                  <a:avLst/>
                  <a:gdLst/>
                  <a:ahLst/>
                  <a:cxnLst/>
                  <a:rect l="0" t="0" r="0" b="0"/>
                  <a:pathLst>
                    <a:path w="824912" h="825603" stroke="0">
                      <a:moveTo>
                        <a:pt x="0" y="412801"/>
                      </a:moveTo>
                      <a:cubicBezTo>
                        <a:pt x="0" y="184768"/>
                        <a:pt x="184576" y="0"/>
                        <a:pt x="412454" y="0"/>
                      </a:cubicBezTo>
                      <a:cubicBezTo>
                        <a:pt x="640221" y="0"/>
                        <a:pt x="824912" y="184768"/>
                        <a:pt x="824912" y="412801"/>
                      </a:cubicBezTo>
                      <a:cubicBezTo>
                        <a:pt x="824912" y="640612"/>
                        <a:pt x="640221" y="825603"/>
                        <a:pt x="412454" y="825603"/>
                      </a:cubicBezTo>
                      <a:cubicBezTo>
                        <a:pt x="184576" y="825603"/>
                        <a:pt x="0" y="640612"/>
                        <a:pt x="0" y="412801"/>
                      </a:cubicBezTo>
                      <a:close/>
                    </a:path>
                  </a:pathLst>
                </a:custGeom>
                <a:solidFill>
                  <a:srgbClr val="FFFFFF">
                    <a:alpha val="40000"/>
                  </a:srgbClr>
                </a:solidFill>
                <a:ln w="7600" cap="flat">
                  <a:noFill/>
                  <a:bevel/>
                </a:ln>
              </p:spPr>
            </p:sp>
            <p:sp>
              <p:nvSpPr>
                <p:cNvPr id="21" name="任意多边形 20"/>
                <p:cNvSpPr/>
                <p:nvPr/>
              </p:nvSpPr>
              <p:spPr>
                <a:xfrm>
                  <a:off x="2592888" y="2682881"/>
                  <a:ext cx="777427" cy="778080"/>
                </a:xfrm>
                <a:custGeom>
                  <a:avLst/>
                  <a:gdLst/>
                  <a:ahLst/>
                  <a:cxnLst/>
                  <a:rect l="0" t="0" r="0" b="0"/>
                  <a:pathLst>
                    <a:path w="777427" h="778080" stroke="0">
                      <a:moveTo>
                        <a:pt x="0" y="389042"/>
                      </a:moveTo>
                      <a:cubicBezTo>
                        <a:pt x="0" y="174133"/>
                        <a:pt x="173951" y="0"/>
                        <a:pt x="388712" y="0"/>
                      </a:cubicBezTo>
                      <a:cubicBezTo>
                        <a:pt x="603368" y="0"/>
                        <a:pt x="777427" y="174133"/>
                        <a:pt x="777427" y="389042"/>
                      </a:cubicBezTo>
                      <a:cubicBezTo>
                        <a:pt x="777427" y="603741"/>
                        <a:pt x="603368" y="778080"/>
                        <a:pt x="388712" y="778080"/>
                      </a:cubicBezTo>
                      <a:cubicBezTo>
                        <a:pt x="173951" y="778080"/>
                        <a:pt x="0" y="603741"/>
                        <a:pt x="0" y="389042"/>
                      </a:cubicBezTo>
                      <a:close/>
                    </a:path>
                  </a:pathLst>
                </a:custGeom>
                <a:solidFill>
                  <a:srgbClr val="FFFFFF"/>
                </a:solidFill>
                <a:ln w="7600" cap="flat">
                  <a:solidFill>
                    <a:srgbClr val="9932CC"/>
                  </a:solidFill>
                  <a:bevel/>
                </a:ln>
              </p:spPr>
            </p:sp>
            <p:sp>
              <p:nvSpPr>
                <p:cNvPr id="22" name="Text 195"/>
                <p:cNvSpPr txBox="1"/>
                <p:nvPr/>
              </p:nvSpPr>
              <p:spPr>
                <a:xfrm>
                  <a:off x="2609504" y="2699827"/>
                  <a:ext cx="744192" cy="744192"/>
                </a:xfrm>
                <a:prstGeom prst="rect">
                  <a:avLst/>
                </a:prstGeom>
                <a:noFill/>
              </p:spPr>
              <p:txBody>
                <a:bodyPr wrap="square" lIns="36000" tIns="18000" rIns="36000" bIns="18000" rtlCol="0" anchor="ctr"/>
                <a:lstStyle/>
                <a:p>
                  <a:pPr algn="ctr"/>
                  <a:r>
                    <a:rPr dirty="0" err="1" smtClean="0">
                      <a:solidFill>
                        <a:schemeClr val="bg1">
                          <a:lumMod val="50000"/>
                        </a:schemeClr>
                      </a:solidFill>
                      <a:latin typeface="微软雅黑" pitchFamily="34" charset="-122"/>
                      <a:ea typeface="微软雅黑" pitchFamily="34" charset="-122"/>
                    </a:rPr>
                    <a:t>产品</a:t>
                  </a:r>
                  <a:endParaRPr lang="en-US" dirty="0" smtClean="0">
                    <a:solidFill>
                      <a:schemeClr val="bg1">
                        <a:lumMod val="50000"/>
                      </a:schemeClr>
                    </a:solidFill>
                    <a:latin typeface="微软雅黑" pitchFamily="34" charset="-122"/>
                    <a:ea typeface="微软雅黑" pitchFamily="34" charset="-122"/>
                  </a:endParaRPr>
                </a:p>
                <a:p>
                  <a:pPr algn="ctr"/>
                  <a:r>
                    <a:rPr dirty="0" err="1" smtClean="0">
                      <a:solidFill>
                        <a:schemeClr val="bg1">
                          <a:lumMod val="50000"/>
                        </a:schemeClr>
                      </a:solidFill>
                      <a:latin typeface="微软雅黑" pitchFamily="34" charset="-122"/>
                      <a:ea typeface="微软雅黑" pitchFamily="34" charset="-122"/>
                    </a:rPr>
                    <a:t>研发部</a:t>
                  </a:r>
                  <a:endParaRPr dirty="0">
                    <a:solidFill>
                      <a:schemeClr val="bg1">
                        <a:lumMod val="50000"/>
                      </a:schemeClr>
                    </a:solidFill>
                    <a:latin typeface="微软雅黑" pitchFamily="34" charset="-122"/>
                    <a:ea typeface="微软雅黑" pitchFamily="34" charset="-122"/>
                  </a:endParaRPr>
                </a:p>
              </p:txBody>
            </p:sp>
          </p:grpSp>
          <p:grpSp>
            <p:nvGrpSpPr>
              <p:cNvPr id="12" name="ArTemp"/>
              <p:cNvGrpSpPr/>
              <p:nvPr/>
            </p:nvGrpSpPr>
            <p:grpSpPr>
              <a:xfrm rot="33480000">
                <a:off x="3614095" y="3182596"/>
                <a:ext cx="216752" cy="260102"/>
                <a:chOff x="3614095" y="3182596"/>
                <a:chExt cx="216752" cy="260102"/>
              </a:xfrm>
            </p:grpSpPr>
            <p:sp>
              <p:nvSpPr>
                <p:cNvPr id="13" name="任意多边形 12"/>
                <p:cNvSpPr/>
                <p:nvPr/>
              </p:nvSpPr>
              <p:spPr>
                <a:xfrm>
                  <a:off x="3614095" y="3182596"/>
                  <a:ext cx="216752" cy="260102"/>
                </a:xfrm>
                <a:custGeom>
                  <a:avLst/>
                  <a:gdLst/>
                  <a:ahLst/>
                  <a:cxnLst/>
                  <a:rect l="0" t="0" r="0" b="0"/>
                  <a:pathLst>
                    <a:path w="216752" h="260102">
                      <a:moveTo>
                        <a:pt x="0" y="0"/>
                      </a:moveTo>
                      <a:lnTo>
                        <a:pt x="108376" y="130051"/>
                      </a:lnTo>
                      <a:lnTo>
                        <a:pt x="0" y="260102"/>
                      </a:lnTo>
                      <a:lnTo>
                        <a:pt x="108376" y="260102"/>
                      </a:lnTo>
                      <a:lnTo>
                        <a:pt x="216752" y="130051"/>
                      </a:lnTo>
                      <a:lnTo>
                        <a:pt x="108376" y="0"/>
                      </a:lnTo>
                      <a:lnTo>
                        <a:pt x="0" y="0"/>
                      </a:lnTo>
                      <a:close/>
                    </a:path>
                  </a:pathLst>
                </a:custGeom>
                <a:gradFill>
                  <a:gsLst>
                    <a:gs pos="0">
                      <a:srgbClr val="9932CC"/>
                    </a:gs>
                    <a:gs pos="50000">
                      <a:srgbClr val="B86FDB"/>
                    </a:gs>
                    <a:gs pos="100000">
                      <a:srgbClr val="9932CC"/>
                    </a:gs>
                  </a:gsLst>
                  <a:lin ang="5400000" scaled="0"/>
                </a:gradFill>
                <a:ln w="7600" cap="flat">
                  <a:solidFill>
                    <a:srgbClr val="9932CC"/>
                  </a:solidFill>
                  <a:bevel/>
                </a:ln>
              </p:spPr>
            </p:sp>
            <p:sp>
              <p:nvSpPr>
                <p:cNvPr id="14" name="任意多边形 13"/>
                <p:cNvSpPr/>
                <p:nvPr/>
              </p:nvSpPr>
              <p:spPr>
                <a:xfrm>
                  <a:off x="3629295" y="3190196"/>
                  <a:ext cx="171152" cy="99651"/>
                </a:xfrm>
                <a:custGeom>
                  <a:avLst/>
                  <a:gdLst/>
                  <a:ahLst/>
                  <a:cxnLst/>
                  <a:rect l="0" t="0" r="0" b="0"/>
                  <a:pathLst>
                    <a:path w="171152" h="99651" stroke="0">
                      <a:moveTo>
                        <a:pt x="0" y="0"/>
                      </a:moveTo>
                      <a:lnTo>
                        <a:pt x="85576" y="99651"/>
                      </a:lnTo>
                      <a:lnTo>
                        <a:pt x="171152" y="99651"/>
                      </a:lnTo>
                      <a:lnTo>
                        <a:pt x="85576" y="0"/>
                      </a:lnTo>
                      <a:lnTo>
                        <a:pt x="0" y="0"/>
                      </a:lnTo>
                      <a:close/>
                    </a:path>
                  </a:pathLst>
                </a:custGeom>
                <a:gradFill>
                  <a:gsLst>
                    <a:gs pos="0">
                      <a:srgbClr val="EBD6F5"/>
                    </a:gs>
                    <a:gs pos="100000">
                      <a:srgbClr val="B86FDB"/>
                    </a:gs>
                  </a:gsLst>
                  <a:lin ang="5400000" scaled="0"/>
                </a:gradFill>
                <a:ln w="7600" cap="flat">
                  <a:solidFill>
                    <a:srgbClr val="9932CC"/>
                  </a:solidFill>
                  <a:bevel/>
                </a:ln>
              </p:spPr>
            </p:sp>
          </p:grpSp>
        </p:grpSp>
      </p:grpSp>
    </p:spTree>
    <p:extLst>
      <p:ext uri="{BB962C8B-B14F-4D97-AF65-F5344CB8AC3E}">
        <p14:creationId xmlns:p14="http://schemas.microsoft.com/office/powerpoint/2010/main" val="20412492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业务方向</a:t>
            </a:r>
            <a:endParaRPr lang="zh-CN" altLang="en-US" dirty="0">
              <a:latin typeface="微软雅黑" pitchFamily="34" charset="-122"/>
              <a:ea typeface="微软雅黑" pitchFamily="34" charset="-122"/>
            </a:endParaRPr>
          </a:p>
        </p:txBody>
      </p:sp>
      <p:sp>
        <p:nvSpPr>
          <p:cNvPr id="4" name="椭圆 82"/>
          <p:cNvSpPr>
            <a:spLocks noChangeArrowheads="1"/>
          </p:cNvSpPr>
          <p:nvPr/>
        </p:nvSpPr>
        <p:spPr bwMode="auto">
          <a:xfrm>
            <a:off x="742950" y="1844675"/>
            <a:ext cx="1176338" cy="1176338"/>
          </a:xfrm>
          <a:prstGeom prst="ellipse">
            <a:avLst/>
          </a:prstGeom>
          <a:noFill/>
          <a:ln w="57150">
            <a:solidFill>
              <a:srgbClr val="8F9AB0"/>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solidFill>
                <a:srgbClr val="FFFFFF"/>
              </a:solidFill>
              <a:latin typeface="微软雅黑" pitchFamily="34" charset="-122"/>
              <a:ea typeface="微软雅黑" pitchFamily="34" charset="-122"/>
            </a:endParaRPr>
          </a:p>
        </p:txBody>
      </p:sp>
      <p:sp>
        <p:nvSpPr>
          <p:cNvPr id="5" name="椭圆 84"/>
          <p:cNvSpPr>
            <a:spLocks noChangeArrowheads="1"/>
          </p:cNvSpPr>
          <p:nvPr/>
        </p:nvSpPr>
        <p:spPr bwMode="auto">
          <a:xfrm>
            <a:off x="4924425" y="1844675"/>
            <a:ext cx="1174750" cy="1176338"/>
          </a:xfrm>
          <a:prstGeom prst="ellipse">
            <a:avLst/>
          </a:prstGeom>
          <a:noFill/>
          <a:ln w="57150">
            <a:solidFill>
              <a:srgbClr val="8FA7A7"/>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solidFill>
                <a:srgbClr val="FFFFFF"/>
              </a:solidFill>
              <a:latin typeface="微软雅黑" pitchFamily="34" charset="-122"/>
              <a:ea typeface="微软雅黑" pitchFamily="34" charset="-122"/>
            </a:endParaRPr>
          </a:p>
        </p:txBody>
      </p:sp>
      <p:sp>
        <p:nvSpPr>
          <p:cNvPr id="6" name="文本框 87"/>
          <p:cNvSpPr txBox="1">
            <a:spLocks noChangeArrowheads="1"/>
          </p:cNvSpPr>
          <p:nvPr/>
        </p:nvSpPr>
        <p:spPr bwMode="auto">
          <a:xfrm>
            <a:off x="2760663" y="3876675"/>
            <a:ext cx="1381125" cy="658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Arial" pitchFamily="34" charset="0"/>
                <a:ea typeface="宋体" pitchFamily="2" charset="-122"/>
              </a:defRPr>
            </a:lvl1pPr>
            <a:lvl2pPr marL="742950" indent="-285750">
              <a:defRPr kumimoji="1" sz="2400">
                <a:solidFill>
                  <a:schemeClr val="tx1"/>
                </a:solidFill>
                <a:latin typeface="Arial" pitchFamily="34" charset="0"/>
                <a:ea typeface="宋体" pitchFamily="2" charset="-122"/>
              </a:defRPr>
            </a:lvl2pPr>
            <a:lvl3pPr marL="1143000" indent="-228600">
              <a:defRPr kumimoji="1" sz="2400">
                <a:solidFill>
                  <a:schemeClr val="tx1"/>
                </a:solidFill>
                <a:latin typeface="Arial" pitchFamily="34" charset="0"/>
                <a:ea typeface="宋体" pitchFamily="2" charset="-122"/>
              </a:defRPr>
            </a:lvl3pPr>
            <a:lvl4pPr marL="1600200" indent="-228600">
              <a:defRPr kumimoji="1" sz="2400">
                <a:solidFill>
                  <a:schemeClr val="tx1"/>
                </a:solidFill>
                <a:latin typeface="Arial" pitchFamily="34" charset="0"/>
                <a:ea typeface="宋体" pitchFamily="2" charset="-122"/>
              </a:defRPr>
            </a:lvl4pPr>
            <a:lvl5pPr marL="2057400" indent="-228600">
              <a:defRPr kumimoji="1" sz="2400">
                <a:solidFill>
                  <a:schemeClr val="tx1"/>
                </a:solidFill>
                <a:latin typeface="Arial" pitchFamily="34" charset="0"/>
                <a:ea typeface="宋体" pitchFamily="2" charset="-122"/>
              </a:defRPr>
            </a:lvl5pPr>
            <a:lvl6pPr marL="25146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6pPr>
            <a:lvl7pPr marL="29718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7pPr>
            <a:lvl8pPr marL="34290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8pPr>
            <a:lvl9pPr marL="38862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9pPr>
          </a:lstStyle>
          <a:p>
            <a:pPr algn="ctr">
              <a:lnSpc>
                <a:spcPct val="120000"/>
              </a:lnSpc>
            </a:pPr>
            <a:r>
              <a:rPr kumimoji="0" lang="zh-CN" altLang="en-US" sz="1600" b="1" dirty="0">
                <a:solidFill>
                  <a:srgbClr val="4D4D4D"/>
                </a:solidFill>
                <a:latin typeface="微软雅黑" pitchFamily="34" charset="-122"/>
                <a:ea typeface="微软雅黑" pitchFamily="34" charset="-122"/>
              </a:rPr>
              <a:t>移动互联网产品研发</a:t>
            </a:r>
          </a:p>
        </p:txBody>
      </p:sp>
      <p:sp>
        <p:nvSpPr>
          <p:cNvPr id="7" name="椭圆 83"/>
          <p:cNvSpPr>
            <a:spLocks noChangeArrowheads="1"/>
          </p:cNvSpPr>
          <p:nvPr/>
        </p:nvSpPr>
        <p:spPr bwMode="auto">
          <a:xfrm>
            <a:off x="2863850" y="2393950"/>
            <a:ext cx="1176338" cy="1176338"/>
          </a:xfrm>
          <a:prstGeom prst="ellipse">
            <a:avLst/>
          </a:prstGeom>
          <a:noFill/>
          <a:ln w="57150">
            <a:solidFill>
              <a:srgbClr val="A6BCBF"/>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solidFill>
                <a:srgbClr val="FFFFFF"/>
              </a:solidFill>
              <a:latin typeface="微软雅黑" pitchFamily="34" charset="-122"/>
              <a:ea typeface="微软雅黑" pitchFamily="34" charset="-122"/>
            </a:endParaRPr>
          </a:p>
        </p:txBody>
      </p:sp>
      <p:sp>
        <p:nvSpPr>
          <p:cNvPr id="8" name="椭圆 85"/>
          <p:cNvSpPr>
            <a:spLocks noChangeArrowheads="1"/>
          </p:cNvSpPr>
          <p:nvPr/>
        </p:nvSpPr>
        <p:spPr bwMode="auto">
          <a:xfrm>
            <a:off x="7029450" y="2393950"/>
            <a:ext cx="1174750" cy="1176338"/>
          </a:xfrm>
          <a:prstGeom prst="ellipse">
            <a:avLst/>
          </a:prstGeom>
          <a:noFill/>
          <a:ln w="57150">
            <a:solidFill>
              <a:srgbClr val="BDA499"/>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solidFill>
                <a:srgbClr val="FFFFFF"/>
              </a:solidFill>
              <a:latin typeface="微软雅黑" pitchFamily="34" charset="-122"/>
              <a:ea typeface="微软雅黑" pitchFamily="34" charset="-122"/>
            </a:endParaRPr>
          </a:p>
        </p:txBody>
      </p:sp>
      <p:sp>
        <p:nvSpPr>
          <p:cNvPr id="9" name="文本框 86"/>
          <p:cNvSpPr txBox="1">
            <a:spLocks noChangeArrowheads="1"/>
          </p:cNvSpPr>
          <p:nvPr/>
        </p:nvSpPr>
        <p:spPr bwMode="auto">
          <a:xfrm>
            <a:off x="684213" y="3325813"/>
            <a:ext cx="1381125" cy="658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Arial" pitchFamily="34" charset="0"/>
                <a:ea typeface="宋体" pitchFamily="2" charset="-122"/>
              </a:defRPr>
            </a:lvl1pPr>
            <a:lvl2pPr marL="742950" indent="-285750">
              <a:defRPr kumimoji="1" sz="2400">
                <a:solidFill>
                  <a:schemeClr val="tx1"/>
                </a:solidFill>
                <a:latin typeface="Arial" pitchFamily="34" charset="0"/>
                <a:ea typeface="宋体" pitchFamily="2" charset="-122"/>
              </a:defRPr>
            </a:lvl2pPr>
            <a:lvl3pPr marL="1143000" indent="-228600">
              <a:defRPr kumimoji="1" sz="2400">
                <a:solidFill>
                  <a:schemeClr val="tx1"/>
                </a:solidFill>
                <a:latin typeface="Arial" pitchFamily="34" charset="0"/>
                <a:ea typeface="宋体" pitchFamily="2" charset="-122"/>
              </a:defRPr>
            </a:lvl3pPr>
            <a:lvl4pPr marL="1600200" indent="-228600">
              <a:defRPr kumimoji="1" sz="2400">
                <a:solidFill>
                  <a:schemeClr val="tx1"/>
                </a:solidFill>
                <a:latin typeface="Arial" pitchFamily="34" charset="0"/>
                <a:ea typeface="宋体" pitchFamily="2" charset="-122"/>
              </a:defRPr>
            </a:lvl4pPr>
            <a:lvl5pPr marL="2057400" indent="-228600">
              <a:defRPr kumimoji="1" sz="2400">
                <a:solidFill>
                  <a:schemeClr val="tx1"/>
                </a:solidFill>
                <a:latin typeface="Arial" pitchFamily="34" charset="0"/>
                <a:ea typeface="宋体" pitchFamily="2" charset="-122"/>
              </a:defRPr>
            </a:lvl5pPr>
            <a:lvl6pPr marL="25146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6pPr>
            <a:lvl7pPr marL="29718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7pPr>
            <a:lvl8pPr marL="34290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8pPr>
            <a:lvl9pPr marL="38862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9pPr>
          </a:lstStyle>
          <a:p>
            <a:pPr algn="ctr">
              <a:lnSpc>
                <a:spcPct val="120000"/>
              </a:lnSpc>
            </a:pPr>
            <a:r>
              <a:rPr kumimoji="0" lang="zh-CN" altLang="en-US" sz="1600" b="1" dirty="0" smtClean="0">
                <a:solidFill>
                  <a:srgbClr val="4D4D4D"/>
                </a:solidFill>
                <a:latin typeface="微软雅黑" pitchFamily="34" charset="-122"/>
                <a:ea typeface="微软雅黑" pitchFamily="34" charset="-122"/>
              </a:rPr>
              <a:t>应用</a:t>
            </a:r>
            <a:endParaRPr kumimoji="0" lang="en-US" altLang="zh-CN" sz="1600" b="1" dirty="0" smtClean="0">
              <a:solidFill>
                <a:srgbClr val="4D4D4D"/>
              </a:solidFill>
              <a:latin typeface="微软雅黑" pitchFamily="34" charset="-122"/>
              <a:ea typeface="微软雅黑" pitchFamily="34" charset="-122"/>
            </a:endParaRPr>
          </a:p>
          <a:p>
            <a:pPr algn="ctr">
              <a:lnSpc>
                <a:spcPct val="120000"/>
              </a:lnSpc>
            </a:pPr>
            <a:r>
              <a:rPr kumimoji="0" lang="zh-CN" altLang="en-US" sz="1600" b="1" dirty="0" smtClean="0">
                <a:solidFill>
                  <a:srgbClr val="4D4D4D"/>
                </a:solidFill>
                <a:latin typeface="微软雅黑" pitchFamily="34" charset="-122"/>
                <a:ea typeface="微软雅黑" pitchFamily="34" charset="-122"/>
              </a:rPr>
              <a:t>软件开发</a:t>
            </a:r>
            <a:endParaRPr kumimoji="0" lang="zh-CN" altLang="en-US" sz="1600" b="1" dirty="0">
              <a:solidFill>
                <a:srgbClr val="4D4D4D"/>
              </a:solidFill>
              <a:latin typeface="微软雅黑" pitchFamily="34" charset="-122"/>
              <a:ea typeface="微软雅黑" pitchFamily="34" charset="-122"/>
            </a:endParaRPr>
          </a:p>
        </p:txBody>
      </p:sp>
      <p:sp>
        <p:nvSpPr>
          <p:cNvPr id="10" name="文本框 88"/>
          <p:cNvSpPr txBox="1">
            <a:spLocks noChangeArrowheads="1"/>
          </p:cNvSpPr>
          <p:nvPr/>
        </p:nvSpPr>
        <p:spPr bwMode="auto">
          <a:xfrm>
            <a:off x="4867275" y="3325813"/>
            <a:ext cx="1381125" cy="36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Arial" pitchFamily="34" charset="0"/>
                <a:ea typeface="宋体" pitchFamily="2" charset="-122"/>
              </a:defRPr>
            </a:lvl1pPr>
            <a:lvl2pPr marL="742950" indent="-285750">
              <a:defRPr kumimoji="1" sz="2400">
                <a:solidFill>
                  <a:schemeClr val="tx1"/>
                </a:solidFill>
                <a:latin typeface="Arial" pitchFamily="34" charset="0"/>
                <a:ea typeface="宋体" pitchFamily="2" charset="-122"/>
              </a:defRPr>
            </a:lvl2pPr>
            <a:lvl3pPr marL="1143000" indent="-228600">
              <a:defRPr kumimoji="1" sz="2400">
                <a:solidFill>
                  <a:schemeClr val="tx1"/>
                </a:solidFill>
                <a:latin typeface="Arial" pitchFamily="34" charset="0"/>
                <a:ea typeface="宋体" pitchFamily="2" charset="-122"/>
              </a:defRPr>
            </a:lvl3pPr>
            <a:lvl4pPr marL="1600200" indent="-228600">
              <a:defRPr kumimoji="1" sz="2400">
                <a:solidFill>
                  <a:schemeClr val="tx1"/>
                </a:solidFill>
                <a:latin typeface="Arial" pitchFamily="34" charset="0"/>
                <a:ea typeface="宋体" pitchFamily="2" charset="-122"/>
              </a:defRPr>
            </a:lvl4pPr>
            <a:lvl5pPr marL="2057400" indent="-228600">
              <a:defRPr kumimoji="1" sz="2400">
                <a:solidFill>
                  <a:schemeClr val="tx1"/>
                </a:solidFill>
                <a:latin typeface="Arial" pitchFamily="34" charset="0"/>
                <a:ea typeface="宋体" pitchFamily="2" charset="-122"/>
              </a:defRPr>
            </a:lvl5pPr>
            <a:lvl6pPr marL="25146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6pPr>
            <a:lvl7pPr marL="29718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7pPr>
            <a:lvl8pPr marL="34290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8pPr>
            <a:lvl9pPr marL="38862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9pPr>
          </a:lstStyle>
          <a:p>
            <a:pPr algn="ctr">
              <a:lnSpc>
                <a:spcPct val="120000"/>
              </a:lnSpc>
            </a:pPr>
            <a:r>
              <a:rPr kumimoji="0" lang="zh-CN" altLang="en-US" sz="1600" b="1" dirty="0">
                <a:solidFill>
                  <a:srgbClr val="4D4D4D"/>
                </a:solidFill>
                <a:latin typeface="微软雅黑" pitchFamily="34" charset="-122"/>
                <a:ea typeface="微软雅黑" pitchFamily="34" charset="-122"/>
              </a:rPr>
              <a:t>系统集成</a:t>
            </a:r>
          </a:p>
        </p:txBody>
      </p:sp>
      <p:sp>
        <p:nvSpPr>
          <p:cNvPr id="11" name="文本框 89"/>
          <p:cNvSpPr txBox="1">
            <a:spLocks noChangeArrowheads="1"/>
          </p:cNvSpPr>
          <p:nvPr/>
        </p:nvSpPr>
        <p:spPr bwMode="auto">
          <a:xfrm>
            <a:off x="6969125" y="3876675"/>
            <a:ext cx="1708150" cy="36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Arial" pitchFamily="34" charset="0"/>
                <a:ea typeface="宋体" pitchFamily="2" charset="-122"/>
              </a:defRPr>
            </a:lvl1pPr>
            <a:lvl2pPr marL="742950" indent="-285750">
              <a:defRPr kumimoji="1" sz="2400">
                <a:solidFill>
                  <a:schemeClr val="tx1"/>
                </a:solidFill>
                <a:latin typeface="Arial" pitchFamily="34" charset="0"/>
                <a:ea typeface="宋体" pitchFamily="2" charset="-122"/>
              </a:defRPr>
            </a:lvl2pPr>
            <a:lvl3pPr marL="1143000" indent="-228600">
              <a:defRPr kumimoji="1" sz="2400">
                <a:solidFill>
                  <a:schemeClr val="tx1"/>
                </a:solidFill>
                <a:latin typeface="Arial" pitchFamily="34" charset="0"/>
                <a:ea typeface="宋体" pitchFamily="2" charset="-122"/>
              </a:defRPr>
            </a:lvl3pPr>
            <a:lvl4pPr marL="1600200" indent="-228600">
              <a:defRPr kumimoji="1" sz="2400">
                <a:solidFill>
                  <a:schemeClr val="tx1"/>
                </a:solidFill>
                <a:latin typeface="Arial" pitchFamily="34" charset="0"/>
                <a:ea typeface="宋体" pitchFamily="2" charset="-122"/>
              </a:defRPr>
            </a:lvl4pPr>
            <a:lvl5pPr marL="2057400" indent="-228600">
              <a:defRPr kumimoji="1" sz="2400">
                <a:solidFill>
                  <a:schemeClr val="tx1"/>
                </a:solidFill>
                <a:latin typeface="Arial" pitchFamily="34" charset="0"/>
                <a:ea typeface="宋体" pitchFamily="2" charset="-122"/>
              </a:defRPr>
            </a:lvl5pPr>
            <a:lvl6pPr marL="25146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6pPr>
            <a:lvl7pPr marL="29718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7pPr>
            <a:lvl8pPr marL="34290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8pPr>
            <a:lvl9pPr marL="38862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9pPr>
          </a:lstStyle>
          <a:p>
            <a:pPr>
              <a:lnSpc>
                <a:spcPct val="120000"/>
              </a:lnSpc>
            </a:pPr>
            <a:r>
              <a:rPr kumimoji="0" lang="zh-CN" altLang="en-US" sz="1600" b="1" dirty="0">
                <a:solidFill>
                  <a:srgbClr val="4D4D4D"/>
                </a:solidFill>
                <a:latin typeface="微软雅黑" pitchFamily="34" charset="-122"/>
                <a:ea typeface="微软雅黑" pitchFamily="34" charset="-122"/>
              </a:rPr>
              <a:t>移动互联网运营</a:t>
            </a:r>
          </a:p>
        </p:txBody>
      </p:sp>
      <p:pic>
        <p:nvPicPr>
          <p:cNvPr id="12" name="Group 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2788" y="2870200"/>
            <a:ext cx="3952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Group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838" y="2224088"/>
            <a:ext cx="433387"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Group 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5425" y="2241550"/>
            <a:ext cx="415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Group 5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9650" y="2814638"/>
            <a:ext cx="549275"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椭圆 116"/>
          <p:cNvSpPr>
            <a:spLocks noChangeArrowheads="1"/>
          </p:cNvSpPr>
          <p:nvPr/>
        </p:nvSpPr>
        <p:spPr bwMode="auto">
          <a:xfrm>
            <a:off x="2719388" y="2249488"/>
            <a:ext cx="1465262" cy="1465262"/>
          </a:xfrm>
          <a:prstGeom prst="ellipse">
            <a:avLst/>
          </a:prstGeom>
          <a:noFill/>
          <a:ln w="57150">
            <a:solidFill>
              <a:srgbClr val="A6BCBF"/>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solidFill>
                <a:srgbClr val="FFFFFF"/>
              </a:solidFill>
              <a:latin typeface="微软雅黑" pitchFamily="34" charset="-122"/>
              <a:ea typeface="微软雅黑" pitchFamily="34" charset="-122"/>
            </a:endParaRPr>
          </a:p>
        </p:txBody>
      </p:sp>
      <p:sp>
        <p:nvSpPr>
          <p:cNvPr id="17" name="椭圆 118"/>
          <p:cNvSpPr>
            <a:spLocks noChangeArrowheads="1"/>
          </p:cNvSpPr>
          <p:nvPr/>
        </p:nvSpPr>
        <p:spPr bwMode="auto">
          <a:xfrm>
            <a:off x="6883400" y="2249488"/>
            <a:ext cx="1466850" cy="1465262"/>
          </a:xfrm>
          <a:prstGeom prst="ellipse">
            <a:avLst/>
          </a:prstGeom>
          <a:noFill/>
          <a:ln w="57150">
            <a:solidFill>
              <a:srgbClr val="BDA499"/>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solidFill>
                <a:srgbClr val="FFFFFF"/>
              </a:solidFill>
              <a:latin typeface="微软雅黑" pitchFamily="34" charset="-122"/>
              <a:ea typeface="微软雅黑" pitchFamily="34" charset="-122"/>
            </a:endParaRPr>
          </a:p>
        </p:txBody>
      </p:sp>
      <p:cxnSp>
        <p:nvCxnSpPr>
          <p:cNvPr id="18" name="Straight Connector 25"/>
          <p:cNvCxnSpPr>
            <a:cxnSpLocks noChangeShapeType="1"/>
          </p:cNvCxnSpPr>
          <p:nvPr/>
        </p:nvCxnSpPr>
        <p:spPr bwMode="auto">
          <a:xfrm flipV="1">
            <a:off x="4168775" y="2774950"/>
            <a:ext cx="685800" cy="244475"/>
          </a:xfrm>
          <a:prstGeom prst="line">
            <a:avLst/>
          </a:prstGeom>
          <a:noFill/>
          <a:ln w="38100" cap="rnd">
            <a:solidFill>
              <a:srgbClr val="6A8F94"/>
            </a:solidFill>
            <a:round/>
            <a:headEnd type="oval" w="med" len="med"/>
            <a:tailEnd type="oval" w="med" len="med"/>
          </a:ln>
          <a:extLst>
            <a:ext uri="{909E8E84-426E-40DD-AFC4-6F175D3DCCD1}">
              <a14:hiddenFill xmlns:a14="http://schemas.microsoft.com/office/drawing/2010/main">
                <a:noFill/>
              </a14:hiddenFill>
            </a:ext>
          </a:extLst>
        </p:spPr>
      </p:cxnSp>
      <p:cxnSp>
        <p:nvCxnSpPr>
          <p:cNvPr id="19" name="Straight Connector 25"/>
          <p:cNvCxnSpPr>
            <a:cxnSpLocks noChangeShapeType="1"/>
          </p:cNvCxnSpPr>
          <p:nvPr/>
        </p:nvCxnSpPr>
        <p:spPr bwMode="auto">
          <a:xfrm>
            <a:off x="6210300" y="2628900"/>
            <a:ext cx="685800" cy="242888"/>
          </a:xfrm>
          <a:prstGeom prst="line">
            <a:avLst/>
          </a:prstGeom>
          <a:noFill/>
          <a:ln w="38100" cap="rnd">
            <a:solidFill>
              <a:srgbClr val="4E6363"/>
            </a:solidFill>
            <a:round/>
            <a:headEnd type="oval" w="med" len="med"/>
            <a:tailEnd type="oval" w="med" len="med"/>
          </a:ln>
          <a:extLst>
            <a:ext uri="{909E8E84-426E-40DD-AFC4-6F175D3DCCD1}">
              <a14:hiddenFill xmlns:a14="http://schemas.microsoft.com/office/drawing/2010/main">
                <a:noFill/>
              </a14:hiddenFill>
            </a:ext>
          </a:extLst>
        </p:spPr>
      </p:cxnSp>
      <p:cxnSp>
        <p:nvCxnSpPr>
          <p:cNvPr id="20" name="Straight Connector 25"/>
          <p:cNvCxnSpPr>
            <a:cxnSpLocks noChangeShapeType="1"/>
          </p:cNvCxnSpPr>
          <p:nvPr/>
        </p:nvCxnSpPr>
        <p:spPr bwMode="auto">
          <a:xfrm>
            <a:off x="2039938" y="2640013"/>
            <a:ext cx="685800" cy="242887"/>
          </a:xfrm>
          <a:prstGeom prst="line">
            <a:avLst/>
          </a:prstGeom>
          <a:noFill/>
          <a:ln w="38100" cap="rnd">
            <a:solidFill>
              <a:srgbClr val="4F5A71"/>
            </a:solidFill>
            <a:round/>
            <a:headEnd type="oval" w="med" len="med"/>
            <a:tailEnd type="oval" w="med" len="med"/>
          </a:ln>
          <a:extLst>
            <a:ext uri="{909E8E84-426E-40DD-AFC4-6F175D3DCCD1}">
              <a14:hiddenFill xmlns:a14="http://schemas.microsoft.com/office/drawing/2010/main">
                <a:noFill/>
              </a14:hiddenFill>
            </a:ext>
          </a:extLst>
        </p:spPr>
      </p:cxnSp>
      <p:grpSp>
        <p:nvGrpSpPr>
          <p:cNvPr id="21" name="Group 21"/>
          <p:cNvGrpSpPr>
            <a:grpSpLocks/>
          </p:cNvGrpSpPr>
          <p:nvPr/>
        </p:nvGrpSpPr>
        <p:grpSpPr bwMode="auto">
          <a:xfrm>
            <a:off x="612775" y="1701800"/>
            <a:ext cx="5653088" cy="1463675"/>
            <a:chOff x="0" y="0"/>
            <a:chExt cx="8903" cy="2306"/>
          </a:xfrm>
        </p:grpSpPr>
        <p:sp>
          <p:nvSpPr>
            <p:cNvPr id="22" name="椭圆 115"/>
            <p:cNvSpPr>
              <a:spLocks noChangeArrowheads="1"/>
            </p:cNvSpPr>
            <p:nvPr/>
          </p:nvSpPr>
          <p:spPr bwMode="auto">
            <a:xfrm>
              <a:off x="0" y="0"/>
              <a:ext cx="2308" cy="2307"/>
            </a:xfrm>
            <a:prstGeom prst="ellipse">
              <a:avLst/>
            </a:prstGeom>
            <a:noFill/>
            <a:ln w="57150">
              <a:solidFill>
                <a:srgbClr val="8F9AB0"/>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solidFill>
                  <a:srgbClr val="FFFFFF"/>
                </a:solidFill>
                <a:latin typeface="微软雅黑" pitchFamily="34" charset="-122"/>
                <a:ea typeface="微软雅黑" pitchFamily="34" charset="-122"/>
              </a:endParaRPr>
            </a:p>
          </p:txBody>
        </p:sp>
        <p:sp>
          <p:nvSpPr>
            <p:cNvPr id="23" name="椭圆 117"/>
            <p:cNvSpPr>
              <a:spLocks noChangeArrowheads="1"/>
            </p:cNvSpPr>
            <p:nvPr/>
          </p:nvSpPr>
          <p:spPr bwMode="auto">
            <a:xfrm>
              <a:off x="6577" y="0"/>
              <a:ext cx="2308" cy="2307"/>
            </a:xfrm>
            <a:prstGeom prst="ellipse">
              <a:avLst/>
            </a:prstGeom>
            <a:noFill/>
            <a:ln w="57150">
              <a:solidFill>
                <a:srgbClr val="8FA7A7"/>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a:solidFill>
                  <a:srgbClr val="FFFFFF"/>
                </a:solidFill>
                <a:latin typeface="微软雅黑" pitchFamily="34" charset="-122"/>
                <a:ea typeface="微软雅黑" pitchFamily="34" charset="-122"/>
              </a:endParaRPr>
            </a:p>
          </p:txBody>
        </p:sp>
        <p:sp>
          <p:nvSpPr>
            <p:cNvPr id="24" name="椭圆 117"/>
            <p:cNvSpPr>
              <a:spLocks noChangeArrowheads="1"/>
            </p:cNvSpPr>
            <p:nvPr/>
          </p:nvSpPr>
          <p:spPr bwMode="auto">
            <a:xfrm>
              <a:off x="6595" y="0"/>
              <a:ext cx="2308" cy="2307"/>
            </a:xfrm>
            <a:prstGeom prst="ellipse">
              <a:avLst/>
            </a:prstGeom>
            <a:noFill/>
            <a:ln w="57150">
              <a:solidFill>
                <a:srgbClr val="8FA7A7"/>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txBody>
            <a:bodyPr anchor="ctr"/>
            <a:lstStyle/>
            <a:p>
              <a:pPr algn="ctr">
                <a:buFont typeface="Arial" charset="0"/>
                <a:buNone/>
                <a:defRPr/>
              </a:pPr>
              <a:endParaRPr lang="zh-CN" altLang="en-US">
                <a:solidFill>
                  <a:srgbClr val="FFFFFF"/>
                </a:solidFill>
                <a:latin typeface="微软雅黑" pitchFamily="34" charset="-122"/>
                <a:ea typeface="微软雅黑" pitchFamily="34" charset="-122"/>
              </a:endParaRPr>
            </a:p>
          </p:txBody>
        </p:sp>
      </p:grpSp>
      <p:sp>
        <p:nvSpPr>
          <p:cNvPr id="25" name="Text Box 20"/>
          <p:cNvSpPr txBox="1">
            <a:spLocks noChangeArrowheads="1"/>
          </p:cNvSpPr>
          <p:nvPr/>
        </p:nvSpPr>
        <p:spPr bwMode="auto">
          <a:xfrm>
            <a:off x="760239" y="4688234"/>
            <a:ext cx="7590011" cy="1440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itchFamily="34" charset="0"/>
                <a:ea typeface="宋体" pitchFamily="2" charset="-122"/>
              </a:defRPr>
            </a:lvl1pPr>
            <a:lvl2pPr marL="742950" indent="-285750">
              <a:defRPr kumimoji="1" sz="2400">
                <a:solidFill>
                  <a:schemeClr val="tx1"/>
                </a:solidFill>
                <a:latin typeface="Arial" pitchFamily="34" charset="0"/>
                <a:ea typeface="宋体" pitchFamily="2" charset="-122"/>
              </a:defRPr>
            </a:lvl2pPr>
            <a:lvl3pPr marL="1143000" indent="-228600">
              <a:defRPr kumimoji="1" sz="2400">
                <a:solidFill>
                  <a:schemeClr val="tx1"/>
                </a:solidFill>
                <a:latin typeface="Arial" pitchFamily="34" charset="0"/>
                <a:ea typeface="宋体" pitchFamily="2" charset="-122"/>
              </a:defRPr>
            </a:lvl3pPr>
            <a:lvl4pPr marL="1600200" indent="-228600">
              <a:defRPr kumimoji="1" sz="2400">
                <a:solidFill>
                  <a:schemeClr val="tx1"/>
                </a:solidFill>
                <a:latin typeface="Arial" pitchFamily="34" charset="0"/>
                <a:ea typeface="宋体" pitchFamily="2" charset="-122"/>
              </a:defRPr>
            </a:lvl4pPr>
            <a:lvl5pPr marL="2057400" indent="-228600">
              <a:defRPr kumimoji="1" sz="2400">
                <a:solidFill>
                  <a:schemeClr val="tx1"/>
                </a:solidFill>
                <a:latin typeface="Arial" pitchFamily="34" charset="0"/>
                <a:ea typeface="宋体" pitchFamily="2" charset="-122"/>
              </a:defRPr>
            </a:lvl5pPr>
            <a:lvl6pPr marL="25146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6pPr>
            <a:lvl7pPr marL="29718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7pPr>
            <a:lvl8pPr marL="34290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8pPr>
            <a:lvl9pPr marL="3886200" indent="-228600" fontAlgn="base">
              <a:spcBef>
                <a:spcPct val="0"/>
              </a:spcBef>
              <a:spcAft>
                <a:spcPct val="0"/>
              </a:spcAft>
              <a:buFont typeface="Arial" pitchFamily="34" charset="0"/>
              <a:defRPr kumimoji="1" sz="2400">
                <a:solidFill>
                  <a:schemeClr val="tx1"/>
                </a:solidFill>
                <a:latin typeface="Arial" pitchFamily="34" charset="0"/>
                <a:ea typeface="宋体" pitchFamily="2" charset="-122"/>
              </a:defRPr>
            </a:lvl9pPr>
          </a:lstStyle>
          <a:p>
            <a:pPr>
              <a:lnSpc>
                <a:spcPct val="125000"/>
              </a:lnSpc>
            </a:pPr>
            <a:r>
              <a:rPr kumimoji="0" lang="zh-CN" altLang="en-US" sz="1800" dirty="0" smtClean="0">
                <a:latin typeface="微软雅黑" pitchFamily="34" charset="-122"/>
                <a:ea typeface="微软雅黑" pitchFamily="34" charset="-122"/>
              </a:rPr>
              <a:t>       杭</a:t>
            </a:r>
            <a:r>
              <a:rPr kumimoji="0" lang="zh-CN" altLang="en-US" sz="1800" dirty="0" smtClean="0">
                <a:latin typeface="微软雅黑" pitchFamily="34" charset="-122"/>
                <a:ea typeface="微软雅黑" pitchFamily="34" charset="-122"/>
                <a:sym typeface="Arial" pitchFamily="34" charset="0"/>
              </a:rPr>
              <a:t>州</a:t>
            </a:r>
            <a:r>
              <a:rPr kumimoji="0" lang="zh-CN" altLang="en-US" sz="1800" dirty="0">
                <a:latin typeface="微软雅黑" pitchFamily="34" charset="-122"/>
                <a:ea typeface="微软雅黑" pitchFamily="34" charset="-122"/>
                <a:sym typeface="Arial" pitchFamily="34" charset="0"/>
              </a:rPr>
              <a:t>冉思科技有</a:t>
            </a:r>
            <a:r>
              <a:rPr kumimoji="0" lang="zh-CN" altLang="en-US" sz="1800" dirty="0">
                <a:latin typeface="微软雅黑" pitchFamily="34" charset="-122"/>
                <a:ea typeface="微软雅黑" pitchFamily="34" charset="-122"/>
              </a:rPr>
              <a:t>限公司是一家专注于移动互联网产品研发、移动互联网运营和应用软件开发及系统集成为一体的国家高新技术企业。公司拥有一支优秀的团队，在移动互联网及ICT领域有着多年的产品研发、运营和管理经验。</a:t>
            </a:r>
          </a:p>
        </p:txBody>
      </p:sp>
    </p:spTree>
    <p:extLst>
      <p:ext uri="{BB962C8B-B14F-4D97-AF65-F5344CB8AC3E}">
        <p14:creationId xmlns:p14="http://schemas.microsoft.com/office/powerpoint/2010/main" val="14748651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核心优势</a:t>
            </a:r>
            <a:endParaRPr lang="zh-CN" altLang="en-US" dirty="0">
              <a:latin typeface="微软雅黑" pitchFamily="34" charset="-122"/>
              <a:ea typeface="微软雅黑" pitchFamily="34" charset="-122"/>
            </a:endParaRPr>
          </a:p>
        </p:txBody>
      </p:sp>
      <p:sp>
        <p:nvSpPr>
          <p:cNvPr id="4" name="任意多边形 3"/>
          <p:cNvSpPr/>
          <p:nvPr/>
        </p:nvSpPr>
        <p:spPr>
          <a:xfrm>
            <a:off x="2051720" y="1757000"/>
            <a:ext cx="5112702" cy="722000"/>
          </a:xfrm>
          <a:custGeom>
            <a:avLst/>
            <a:gdLst>
              <a:gd name="rtl" fmla="*/ 30400 w 2427908"/>
              <a:gd name="rtt" fmla="*/ 30400 h 456000"/>
              <a:gd name="rtr" fmla="*/ 2397508 w 2427908"/>
              <a:gd name="rtb" fmla="*/ 425600 h 456000"/>
            </a:gdLst>
            <a:ahLst/>
            <a:cxnLst/>
            <a:rect l="rtl" t="rtt" r="rtr" b="rtb"/>
            <a:pathLst>
              <a:path w="2427908" h="456000">
                <a:moveTo>
                  <a:pt x="82080" y="0"/>
                </a:moveTo>
                <a:lnTo>
                  <a:pt x="2345828" y="0"/>
                </a:lnTo>
                <a:cubicBezTo>
                  <a:pt x="2391161" y="0"/>
                  <a:pt x="2427908" y="36747"/>
                  <a:pt x="2427908" y="82080"/>
                </a:cubicBezTo>
                <a:lnTo>
                  <a:pt x="2427908" y="373920"/>
                </a:lnTo>
                <a:cubicBezTo>
                  <a:pt x="2427908" y="419253"/>
                  <a:pt x="2391161" y="456000"/>
                  <a:pt x="2345828" y="456000"/>
                </a:cubicBezTo>
                <a:lnTo>
                  <a:pt x="82080" y="456000"/>
                </a:lnTo>
                <a:cubicBezTo>
                  <a:pt x="36747" y="456000"/>
                  <a:pt x="0" y="419253"/>
                  <a:pt x="0" y="373920"/>
                </a:cubicBezTo>
                <a:lnTo>
                  <a:pt x="0" y="82080"/>
                </a:lnTo>
                <a:cubicBezTo>
                  <a:pt x="0" y="36747"/>
                  <a:pt x="36747" y="0"/>
                  <a:pt x="82080" y="0"/>
                </a:cubicBezTo>
                <a:close/>
              </a:path>
            </a:pathLst>
          </a:custGeom>
          <a:gradFill>
            <a:gsLst>
              <a:gs pos="0">
                <a:srgbClr val="FF9933"/>
              </a:gs>
              <a:gs pos="100000">
                <a:srgbClr val="CC6600"/>
              </a:gs>
            </a:gsLst>
            <a:lin ang="5400000" scaled="0"/>
          </a:gradFill>
          <a:ln w="7600" cap="flat">
            <a:solidFill>
              <a:srgbClr val="CC6600"/>
            </a:solidFill>
            <a:bevel/>
          </a:ln>
        </p:spPr>
        <p:txBody>
          <a:bodyPr wrap="square" lIns="36000" tIns="18000" rIns="36000" bIns="18000" rtlCol="0" anchor="ctr"/>
          <a:lstStyle/>
          <a:p>
            <a:pPr algn="ctr"/>
            <a:r>
              <a:rPr lang="zh-CN" altLang="en-US" sz="2000" dirty="0">
                <a:solidFill>
                  <a:schemeClr val="bg1"/>
                </a:solidFill>
                <a:latin typeface="微软雅黑" pitchFamily="34" charset="-122"/>
                <a:ea typeface="微软雅黑" pitchFamily="34" charset="-122"/>
                <a:sym typeface="Arial" pitchFamily="34" charset="0"/>
              </a:rPr>
              <a:t>强大的政府行业</a:t>
            </a:r>
            <a:r>
              <a:rPr lang="zh-CN" altLang="en-US" sz="2000" dirty="0" smtClean="0">
                <a:solidFill>
                  <a:schemeClr val="bg1"/>
                </a:solidFill>
                <a:latin typeface="微软雅黑" pitchFamily="34" charset="-122"/>
                <a:ea typeface="微软雅黑" pitchFamily="34" charset="-122"/>
                <a:sym typeface="Arial" pitchFamily="34" charset="0"/>
              </a:rPr>
              <a:t>竞争力</a:t>
            </a:r>
            <a:endParaRPr lang="zh-CN" altLang="en-US" sz="2000" dirty="0">
              <a:solidFill>
                <a:schemeClr val="bg1"/>
              </a:solidFill>
              <a:latin typeface="微软雅黑" pitchFamily="34" charset="-122"/>
              <a:ea typeface="微软雅黑" pitchFamily="34" charset="-122"/>
              <a:sym typeface="Arial" pitchFamily="34" charset="0"/>
            </a:endParaRPr>
          </a:p>
        </p:txBody>
      </p:sp>
      <p:sp>
        <p:nvSpPr>
          <p:cNvPr id="5" name="任意多边形 4"/>
          <p:cNvSpPr/>
          <p:nvPr/>
        </p:nvSpPr>
        <p:spPr>
          <a:xfrm>
            <a:off x="2051720" y="3201000"/>
            <a:ext cx="5098413" cy="722000"/>
          </a:xfrm>
          <a:custGeom>
            <a:avLst/>
            <a:gdLst>
              <a:gd name="rtl" fmla="*/ 30400 w 2427908"/>
              <a:gd name="rtt" fmla="*/ 30400 h 456000"/>
              <a:gd name="rtr" fmla="*/ 2397508 w 2427908"/>
              <a:gd name="rtb" fmla="*/ 425600 h 456000"/>
            </a:gdLst>
            <a:ahLst/>
            <a:cxnLst/>
            <a:rect l="rtl" t="rtt" r="rtr" b="rtb"/>
            <a:pathLst>
              <a:path w="2427908" h="456000">
                <a:moveTo>
                  <a:pt x="82080" y="0"/>
                </a:moveTo>
                <a:lnTo>
                  <a:pt x="2345828" y="0"/>
                </a:lnTo>
                <a:cubicBezTo>
                  <a:pt x="2391161" y="0"/>
                  <a:pt x="2427908" y="36747"/>
                  <a:pt x="2427908" y="82080"/>
                </a:cubicBezTo>
                <a:lnTo>
                  <a:pt x="2427908" y="373920"/>
                </a:lnTo>
                <a:cubicBezTo>
                  <a:pt x="2427908" y="419253"/>
                  <a:pt x="2391161" y="456000"/>
                  <a:pt x="2345828" y="456000"/>
                </a:cubicBezTo>
                <a:lnTo>
                  <a:pt x="82080" y="456000"/>
                </a:lnTo>
                <a:cubicBezTo>
                  <a:pt x="36747" y="456000"/>
                  <a:pt x="0" y="419253"/>
                  <a:pt x="0" y="373920"/>
                </a:cubicBezTo>
                <a:lnTo>
                  <a:pt x="0" y="82080"/>
                </a:lnTo>
                <a:cubicBezTo>
                  <a:pt x="0" y="36747"/>
                  <a:pt x="36747" y="0"/>
                  <a:pt x="82080" y="0"/>
                </a:cubicBezTo>
                <a:close/>
              </a:path>
            </a:pathLst>
          </a:custGeom>
          <a:gradFill>
            <a:gsLst>
              <a:gs pos="0">
                <a:srgbClr val="AED75B"/>
              </a:gs>
              <a:gs pos="100000">
                <a:srgbClr val="7BA428"/>
              </a:gs>
            </a:gsLst>
            <a:lin ang="5400000" scaled="0"/>
          </a:gradFill>
          <a:ln w="7600" cap="flat">
            <a:solidFill>
              <a:srgbClr val="7BA428"/>
            </a:solidFill>
            <a:bevel/>
          </a:ln>
        </p:spPr>
        <p:txBody>
          <a:bodyPr wrap="square" lIns="36000" tIns="18000" rIns="36000" bIns="18000" rtlCol="0" anchor="ctr"/>
          <a:lstStyle/>
          <a:p>
            <a:pPr algn="ctr"/>
            <a:r>
              <a:rPr lang="zh-CN" altLang="en-US" sz="2000" dirty="0" smtClean="0">
                <a:solidFill>
                  <a:schemeClr val="bg1"/>
                </a:solidFill>
                <a:latin typeface="微软雅黑" pitchFamily="34" charset="-122"/>
                <a:ea typeface="微软雅黑" pitchFamily="34" charset="-122"/>
                <a:sym typeface="Arial" pitchFamily="34" charset="0"/>
              </a:rPr>
              <a:t>资深的</a:t>
            </a:r>
            <a:r>
              <a:rPr lang="zh-CN" altLang="en-US" sz="2000" dirty="0">
                <a:solidFill>
                  <a:schemeClr val="bg1"/>
                </a:solidFill>
                <a:latin typeface="微软雅黑" pitchFamily="34" charset="-122"/>
                <a:ea typeface="微软雅黑" pitchFamily="34" charset="-122"/>
                <a:sym typeface="Arial" pitchFamily="34" charset="0"/>
              </a:rPr>
              <a:t>微</a:t>
            </a:r>
            <a:r>
              <a:rPr lang="zh-CN" altLang="en-US" sz="2000" dirty="0" smtClean="0">
                <a:solidFill>
                  <a:schemeClr val="bg1"/>
                </a:solidFill>
                <a:latin typeface="微软雅黑" pitchFamily="34" charset="-122"/>
                <a:ea typeface="微软雅黑" pitchFamily="34" charset="-122"/>
                <a:sym typeface="Arial" pitchFamily="34" charset="0"/>
              </a:rPr>
              <a:t>信公众号开发经验</a:t>
            </a:r>
            <a:endParaRPr lang="zh-CN" altLang="en-US" sz="2000" dirty="0">
              <a:solidFill>
                <a:schemeClr val="bg1"/>
              </a:solidFill>
              <a:latin typeface="微软雅黑" pitchFamily="34" charset="-122"/>
              <a:ea typeface="微软雅黑" pitchFamily="34" charset="-122"/>
              <a:sym typeface="Arial" pitchFamily="34" charset="0"/>
            </a:endParaRPr>
          </a:p>
        </p:txBody>
      </p:sp>
      <p:sp>
        <p:nvSpPr>
          <p:cNvPr id="6" name="任意多边形 5"/>
          <p:cNvSpPr/>
          <p:nvPr/>
        </p:nvSpPr>
        <p:spPr>
          <a:xfrm>
            <a:off x="2051720" y="4643080"/>
            <a:ext cx="5093829" cy="730136"/>
          </a:xfrm>
          <a:custGeom>
            <a:avLst/>
            <a:gdLst>
              <a:gd name="rtl" fmla="*/ 30400 w 2427908"/>
              <a:gd name="rtt" fmla="*/ 30400 h 456000"/>
              <a:gd name="rtr" fmla="*/ 2397508 w 2427908"/>
              <a:gd name="rtb" fmla="*/ 425600 h 456000"/>
            </a:gdLst>
            <a:ahLst/>
            <a:cxnLst/>
            <a:rect l="rtl" t="rtt" r="rtr" b="rtb"/>
            <a:pathLst>
              <a:path w="2427908" h="456000">
                <a:moveTo>
                  <a:pt x="82080" y="0"/>
                </a:moveTo>
                <a:lnTo>
                  <a:pt x="2345828" y="0"/>
                </a:lnTo>
                <a:cubicBezTo>
                  <a:pt x="2391161" y="0"/>
                  <a:pt x="2427908" y="36747"/>
                  <a:pt x="2427908" y="82080"/>
                </a:cubicBezTo>
                <a:lnTo>
                  <a:pt x="2427908" y="373920"/>
                </a:lnTo>
                <a:cubicBezTo>
                  <a:pt x="2427908" y="419253"/>
                  <a:pt x="2391161" y="456000"/>
                  <a:pt x="2345828" y="456000"/>
                </a:cubicBezTo>
                <a:lnTo>
                  <a:pt x="82080" y="456000"/>
                </a:lnTo>
                <a:cubicBezTo>
                  <a:pt x="36747" y="456000"/>
                  <a:pt x="0" y="419253"/>
                  <a:pt x="0" y="373920"/>
                </a:cubicBezTo>
                <a:lnTo>
                  <a:pt x="0" y="82080"/>
                </a:lnTo>
                <a:cubicBezTo>
                  <a:pt x="0" y="36747"/>
                  <a:pt x="36747" y="0"/>
                  <a:pt x="82080" y="0"/>
                </a:cubicBezTo>
                <a:close/>
              </a:path>
            </a:pathLst>
          </a:custGeom>
          <a:gradFill>
            <a:gsLst>
              <a:gs pos="0">
                <a:srgbClr val="6FBDD1"/>
              </a:gs>
              <a:gs pos="100000">
                <a:srgbClr val="358EA6"/>
              </a:gs>
            </a:gsLst>
            <a:lin ang="5400000" scaled="0"/>
          </a:gradFill>
          <a:ln w="7600" cap="flat">
            <a:solidFill>
              <a:srgbClr val="358EA6"/>
            </a:solidFill>
            <a:bevel/>
          </a:ln>
        </p:spPr>
        <p:txBody>
          <a:bodyPr wrap="square" lIns="36000" tIns="18000" rIns="36000" bIns="18000" rtlCol="0" anchor="ctr"/>
          <a:lstStyle/>
          <a:p>
            <a:pPr algn="ctr">
              <a:lnSpc>
                <a:spcPct val="130000"/>
              </a:lnSpc>
              <a:spcBef>
                <a:spcPts val="600"/>
              </a:spcBef>
              <a:spcAft>
                <a:spcPts val="600"/>
              </a:spcAft>
            </a:pPr>
            <a:r>
              <a:rPr lang="zh-CN" altLang="en-US" sz="2000" dirty="0" smtClean="0">
                <a:solidFill>
                  <a:schemeClr val="bg1"/>
                </a:solidFill>
                <a:latin typeface="微软雅黑" pitchFamily="34" charset="-122"/>
                <a:ea typeface="微软雅黑" pitchFamily="34" charset="-122"/>
                <a:sym typeface="Arial" pitchFamily="34" charset="0"/>
              </a:rPr>
              <a:t>优质、专业的客服团队</a:t>
            </a:r>
            <a:endParaRPr lang="zh-CN" altLang="en-US" sz="2000" dirty="0">
              <a:solidFill>
                <a:schemeClr val="bg1"/>
              </a:solidFill>
              <a:latin typeface="微软雅黑" pitchFamily="34" charset="-122"/>
              <a:ea typeface="微软雅黑" pitchFamily="34" charset="-122"/>
              <a:sym typeface="Arial" pitchFamily="34" charset="0"/>
            </a:endParaRPr>
          </a:p>
        </p:txBody>
      </p:sp>
      <p:sp>
        <p:nvSpPr>
          <p:cNvPr id="7" name="TextBox 6"/>
          <p:cNvSpPr txBox="1"/>
          <p:nvPr/>
        </p:nvSpPr>
        <p:spPr>
          <a:xfrm>
            <a:off x="492797" y="3377334"/>
            <a:ext cx="891591" cy="461665"/>
          </a:xfrm>
          <a:prstGeom prst="rect">
            <a:avLst/>
          </a:prstGeom>
          <a:noFill/>
        </p:spPr>
        <p:txBody>
          <a:bodyPr wrap="none" rtlCol="0">
            <a:spAutoFit/>
          </a:bodyPr>
          <a:lstStyle/>
          <a:p>
            <a:r>
              <a:rPr lang="zh-CN" altLang="en-US" sz="2400" dirty="0" smtClean="0">
                <a:solidFill>
                  <a:srgbClr val="92D050"/>
                </a:solidFill>
                <a:latin typeface="+mj-ea"/>
                <a:ea typeface="+mj-ea"/>
              </a:rPr>
              <a:t>研 发</a:t>
            </a:r>
            <a:endParaRPr lang="zh-CN" altLang="en-US" sz="2400" dirty="0">
              <a:solidFill>
                <a:srgbClr val="92D050"/>
              </a:solidFill>
              <a:latin typeface="+mj-ea"/>
              <a:ea typeface="+mj-ea"/>
            </a:endParaRPr>
          </a:p>
        </p:txBody>
      </p:sp>
      <p:sp>
        <p:nvSpPr>
          <p:cNvPr id="8" name="TextBox 7"/>
          <p:cNvSpPr txBox="1"/>
          <p:nvPr/>
        </p:nvSpPr>
        <p:spPr>
          <a:xfrm>
            <a:off x="483970" y="4823482"/>
            <a:ext cx="891591" cy="461665"/>
          </a:xfrm>
          <a:prstGeom prst="rect">
            <a:avLst/>
          </a:prstGeom>
          <a:noFill/>
        </p:spPr>
        <p:txBody>
          <a:bodyPr wrap="none" rtlCol="0">
            <a:spAutoFit/>
          </a:bodyPr>
          <a:lstStyle/>
          <a:p>
            <a:r>
              <a:rPr lang="zh-CN" altLang="en-US" sz="2400" dirty="0" smtClean="0">
                <a:solidFill>
                  <a:srgbClr val="00B0F0"/>
                </a:solidFill>
                <a:latin typeface="+mj-ea"/>
                <a:ea typeface="+mj-ea"/>
              </a:rPr>
              <a:t>售 后</a:t>
            </a:r>
            <a:endParaRPr lang="zh-CN" altLang="en-US" sz="2400" dirty="0">
              <a:solidFill>
                <a:srgbClr val="00B0F0"/>
              </a:solidFill>
              <a:latin typeface="+mj-ea"/>
              <a:ea typeface="+mj-ea"/>
            </a:endParaRPr>
          </a:p>
        </p:txBody>
      </p:sp>
      <p:sp>
        <p:nvSpPr>
          <p:cNvPr id="9" name="TextBox 8"/>
          <p:cNvSpPr txBox="1"/>
          <p:nvPr/>
        </p:nvSpPr>
        <p:spPr>
          <a:xfrm>
            <a:off x="467544" y="1928262"/>
            <a:ext cx="891591" cy="461665"/>
          </a:xfrm>
          <a:prstGeom prst="rect">
            <a:avLst/>
          </a:prstGeom>
          <a:noFill/>
        </p:spPr>
        <p:txBody>
          <a:bodyPr wrap="none" rtlCol="0">
            <a:spAutoFit/>
          </a:bodyPr>
          <a:lstStyle/>
          <a:p>
            <a:r>
              <a:rPr lang="zh-CN" altLang="en-US" sz="2400" dirty="0" smtClean="0">
                <a:solidFill>
                  <a:srgbClr val="FF9900"/>
                </a:solidFill>
                <a:latin typeface="+mj-ea"/>
                <a:ea typeface="+mj-ea"/>
              </a:rPr>
              <a:t>市 场</a:t>
            </a:r>
            <a:endParaRPr lang="zh-CN" altLang="en-US" sz="2400" dirty="0">
              <a:solidFill>
                <a:srgbClr val="FF9900"/>
              </a:solidFill>
              <a:latin typeface="+mj-ea"/>
              <a:ea typeface="+mj-ea"/>
            </a:endParaRPr>
          </a:p>
        </p:txBody>
      </p:sp>
    </p:spTree>
    <p:extLst>
      <p:ext uri="{BB962C8B-B14F-4D97-AF65-F5344CB8AC3E}">
        <p14:creationId xmlns:p14="http://schemas.microsoft.com/office/powerpoint/2010/main" val="14748651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文本框 24"/>
          <p:cNvSpPr txBox="1">
            <a:spLocks noChangeArrowheads="1"/>
          </p:cNvSpPr>
          <p:nvPr>
            <p:custDataLst>
              <p:tags r:id="rId2"/>
            </p:custDataLst>
          </p:nvPr>
        </p:nvSpPr>
        <p:spPr bwMode="auto">
          <a:xfrm>
            <a:off x="1647825" y="3213100"/>
            <a:ext cx="698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4800" dirty="0">
                <a:solidFill>
                  <a:schemeClr val="accent2"/>
                </a:solidFill>
                <a:latin typeface="微软雅黑" pitchFamily="34" charset="-122"/>
                <a:ea typeface="微软雅黑" pitchFamily="34" charset="-122"/>
              </a:rPr>
              <a:t>第</a:t>
            </a:r>
          </a:p>
        </p:txBody>
      </p:sp>
      <p:sp>
        <p:nvSpPr>
          <p:cNvPr id="2051" name="文本框 25"/>
          <p:cNvSpPr txBox="1">
            <a:spLocks noChangeArrowheads="1"/>
          </p:cNvSpPr>
          <p:nvPr>
            <p:custDataLst>
              <p:tags r:id="rId3"/>
            </p:custDataLst>
          </p:nvPr>
        </p:nvSpPr>
        <p:spPr bwMode="auto">
          <a:xfrm>
            <a:off x="3341688" y="1878013"/>
            <a:ext cx="11064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5400" dirty="0">
                <a:solidFill>
                  <a:schemeClr val="accent2"/>
                </a:solidFill>
                <a:latin typeface="微软雅黑" pitchFamily="34" charset="-122"/>
                <a:ea typeface="微软雅黑" pitchFamily="34" charset="-122"/>
              </a:rPr>
              <a:t>章</a:t>
            </a:r>
          </a:p>
        </p:txBody>
      </p:sp>
      <p:sp>
        <p:nvSpPr>
          <p:cNvPr id="27" name="文本框 26"/>
          <p:cNvSpPr txBox="1"/>
          <p:nvPr>
            <p:custDataLst>
              <p:tags r:id="rId4"/>
            </p:custDataLst>
          </p:nvPr>
        </p:nvSpPr>
        <p:spPr>
          <a:xfrm>
            <a:off x="3616325" y="3527425"/>
            <a:ext cx="3722688" cy="571500"/>
          </a:xfrm>
          <a:prstGeom prst="rect">
            <a:avLst/>
          </a:prstGeom>
          <a:noFill/>
        </p:spPr>
        <p:txBody>
          <a:bodyPr/>
          <a:lstStyle/>
          <a:p>
            <a:pPr algn="ctr" eaLnBrk="1" fontAlgn="auto" hangingPunct="1">
              <a:lnSpc>
                <a:spcPct val="130000"/>
              </a:lnSpc>
              <a:spcBef>
                <a:spcPts val="0"/>
              </a:spcBef>
              <a:spcAft>
                <a:spcPts val="0"/>
              </a:spcAft>
              <a:defRPr/>
            </a:pPr>
            <a:r>
              <a:rPr lang="zh-CN" altLang="en-US" sz="2400" dirty="0" smtClean="0">
                <a:solidFill>
                  <a:schemeClr val="tx1">
                    <a:lumMod val="50000"/>
                    <a:lumOff val="50000"/>
                  </a:schemeClr>
                </a:solidFill>
                <a:latin typeface="微软雅黑" pitchFamily="34" charset="-122"/>
                <a:ea typeface="微软雅黑" pitchFamily="34" charset="-122"/>
              </a:rPr>
              <a:t>成功案例</a:t>
            </a:r>
            <a:endParaRPr lang="zh-CN" altLang="en-US" sz="2400" dirty="0">
              <a:solidFill>
                <a:schemeClr val="tx1">
                  <a:lumMod val="50000"/>
                  <a:lumOff val="50000"/>
                </a:schemeClr>
              </a:solidFill>
              <a:latin typeface="微软雅黑" pitchFamily="34" charset="-122"/>
              <a:ea typeface="微软雅黑" pitchFamily="34" charset="-122"/>
            </a:endParaRPr>
          </a:p>
        </p:txBody>
      </p:sp>
      <p:grpSp>
        <p:nvGrpSpPr>
          <p:cNvPr id="2053" name="组合 27"/>
          <p:cNvGrpSpPr>
            <a:grpSpLocks/>
          </p:cNvGrpSpPr>
          <p:nvPr>
            <p:custDataLst>
              <p:tags r:id="rId5"/>
            </p:custDataLst>
          </p:nvPr>
        </p:nvGrpSpPr>
        <p:grpSpPr bwMode="auto">
          <a:xfrm>
            <a:off x="2230438" y="2232025"/>
            <a:ext cx="1255712" cy="1335088"/>
            <a:chOff x="2027513" y="2778845"/>
            <a:chExt cx="813578" cy="865200"/>
          </a:xfrm>
        </p:grpSpPr>
        <p:sp>
          <p:nvSpPr>
            <p:cNvPr id="29" name="椭圆 28"/>
            <p:cNvSpPr/>
            <p:nvPr/>
          </p:nvSpPr>
          <p:spPr>
            <a:xfrm>
              <a:off x="2200308" y="2938305"/>
              <a:ext cx="466959" cy="467064"/>
            </a:xfrm>
            <a:prstGeom prst="ellipse">
              <a:avLst/>
            </a:prstGeom>
            <a:no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altLang="zh-CN" sz="8000" kern="0" dirty="0" smtClean="0">
                  <a:solidFill>
                    <a:schemeClr val="accent1"/>
                  </a:solidFill>
                  <a:latin typeface="微软雅黑" pitchFamily="34" charset="-122"/>
                  <a:ea typeface="微软雅黑" pitchFamily="34" charset="-122"/>
                </a:rPr>
                <a:t>2</a:t>
              </a:r>
              <a:endParaRPr lang="zh-CN" altLang="en-US" sz="8000" kern="0" dirty="0">
                <a:solidFill>
                  <a:schemeClr val="accent1"/>
                </a:solidFill>
                <a:latin typeface="微软雅黑" pitchFamily="34" charset="-122"/>
                <a:ea typeface="微软雅黑" pitchFamily="34" charset="-122"/>
              </a:endParaRPr>
            </a:p>
          </p:txBody>
        </p:sp>
        <p:sp>
          <p:nvSpPr>
            <p:cNvPr id="30" name="Freeform 9"/>
            <p:cNvSpPr>
              <a:spLocks/>
            </p:cNvSpPr>
            <p:nvPr/>
          </p:nvSpPr>
          <p:spPr bwMode="auto">
            <a:xfrm>
              <a:off x="2027513" y="2778845"/>
              <a:ext cx="813578" cy="865200"/>
            </a:xfrm>
            <a:custGeom>
              <a:avLst/>
              <a:gdLst>
                <a:gd name="T0" fmla="*/ 66 w 788"/>
                <a:gd name="T1" fmla="*/ 471 h 838"/>
                <a:gd name="T2" fmla="*/ 122 w 788"/>
                <a:gd name="T3" fmla="*/ 470 h 838"/>
                <a:gd name="T4" fmla="*/ 29 w 788"/>
                <a:gd name="T5" fmla="*/ 524 h 838"/>
                <a:gd name="T6" fmla="*/ 26 w 788"/>
                <a:gd name="T7" fmla="*/ 592 h 838"/>
                <a:gd name="T8" fmla="*/ 659 w 788"/>
                <a:gd name="T9" fmla="*/ 573 h 838"/>
                <a:gd name="T10" fmla="*/ 55 w 788"/>
                <a:gd name="T11" fmla="*/ 663 h 838"/>
                <a:gd name="T12" fmla="*/ 51 w 788"/>
                <a:gd name="T13" fmla="*/ 632 h 838"/>
                <a:gd name="T14" fmla="*/ 492 w 788"/>
                <a:gd name="T15" fmla="*/ 775 h 838"/>
                <a:gd name="T16" fmla="*/ 392 w 788"/>
                <a:gd name="T17" fmla="*/ 778 h 838"/>
                <a:gd name="T18" fmla="*/ 757 w 788"/>
                <a:gd name="T19" fmla="*/ 248 h 838"/>
                <a:gd name="T20" fmla="*/ 656 w 788"/>
                <a:gd name="T21" fmla="*/ 116 h 838"/>
                <a:gd name="T22" fmla="*/ 486 w 788"/>
                <a:gd name="T23" fmla="*/ 10 h 838"/>
                <a:gd name="T24" fmla="*/ 220 w 788"/>
                <a:gd name="T25" fmla="*/ 53 h 838"/>
                <a:gd name="T26" fmla="*/ 101 w 788"/>
                <a:gd name="T27" fmla="*/ 153 h 838"/>
                <a:gd name="T28" fmla="*/ 58 w 788"/>
                <a:gd name="T29" fmla="*/ 236 h 838"/>
                <a:gd name="T30" fmla="*/ 34 w 788"/>
                <a:gd name="T31" fmla="*/ 315 h 838"/>
                <a:gd name="T32" fmla="*/ 3 w 788"/>
                <a:gd name="T33" fmla="*/ 436 h 838"/>
                <a:gd name="T34" fmla="*/ 23 w 788"/>
                <a:gd name="T35" fmla="*/ 502 h 838"/>
                <a:gd name="T36" fmla="*/ 45 w 788"/>
                <a:gd name="T37" fmla="*/ 489 h 838"/>
                <a:gd name="T38" fmla="*/ 53 w 788"/>
                <a:gd name="T39" fmla="*/ 463 h 838"/>
                <a:gd name="T40" fmla="*/ 60 w 788"/>
                <a:gd name="T41" fmla="*/ 401 h 838"/>
                <a:gd name="T42" fmla="*/ 63 w 788"/>
                <a:gd name="T43" fmla="*/ 312 h 838"/>
                <a:gd name="T44" fmla="*/ 105 w 788"/>
                <a:gd name="T45" fmla="*/ 187 h 838"/>
                <a:gd name="T46" fmla="*/ 159 w 788"/>
                <a:gd name="T47" fmla="*/ 111 h 838"/>
                <a:gd name="T48" fmla="*/ 404 w 788"/>
                <a:gd name="T49" fmla="*/ 53 h 838"/>
                <a:gd name="T50" fmla="*/ 600 w 788"/>
                <a:gd name="T51" fmla="*/ 151 h 838"/>
                <a:gd name="T52" fmla="*/ 616 w 788"/>
                <a:gd name="T53" fmla="*/ 222 h 838"/>
                <a:gd name="T54" fmla="*/ 536 w 788"/>
                <a:gd name="T55" fmla="*/ 177 h 838"/>
                <a:gd name="T56" fmla="*/ 579 w 788"/>
                <a:gd name="T57" fmla="*/ 227 h 838"/>
                <a:gd name="T58" fmla="*/ 667 w 788"/>
                <a:gd name="T59" fmla="*/ 320 h 838"/>
                <a:gd name="T60" fmla="*/ 613 w 788"/>
                <a:gd name="T61" fmla="*/ 273 h 838"/>
                <a:gd name="T62" fmla="*/ 574 w 788"/>
                <a:gd name="T63" fmla="*/ 273 h 838"/>
                <a:gd name="T64" fmla="*/ 692 w 788"/>
                <a:gd name="T65" fmla="*/ 431 h 838"/>
                <a:gd name="T66" fmla="*/ 679 w 788"/>
                <a:gd name="T67" fmla="*/ 558 h 838"/>
                <a:gd name="T68" fmla="*/ 555 w 788"/>
                <a:gd name="T69" fmla="*/ 688 h 838"/>
                <a:gd name="T70" fmla="*/ 423 w 788"/>
                <a:gd name="T71" fmla="*/ 721 h 838"/>
                <a:gd name="T72" fmla="*/ 248 w 788"/>
                <a:gd name="T73" fmla="*/ 682 h 838"/>
                <a:gd name="T74" fmla="*/ 101 w 788"/>
                <a:gd name="T75" fmla="*/ 537 h 838"/>
                <a:gd name="T76" fmla="*/ 108 w 788"/>
                <a:gd name="T77" fmla="*/ 618 h 838"/>
                <a:gd name="T78" fmla="*/ 125 w 788"/>
                <a:gd name="T79" fmla="*/ 666 h 838"/>
                <a:gd name="T80" fmla="*/ 153 w 788"/>
                <a:gd name="T81" fmla="*/ 693 h 838"/>
                <a:gd name="T82" fmla="*/ 190 w 788"/>
                <a:gd name="T83" fmla="*/ 714 h 838"/>
                <a:gd name="T84" fmla="*/ 211 w 788"/>
                <a:gd name="T85" fmla="*/ 685 h 838"/>
                <a:gd name="T86" fmla="*/ 243 w 788"/>
                <a:gd name="T87" fmla="*/ 732 h 838"/>
                <a:gd name="T88" fmla="*/ 299 w 788"/>
                <a:gd name="T89" fmla="*/ 769 h 838"/>
                <a:gd name="T90" fmla="*/ 384 w 788"/>
                <a:gd name="T91" fmla="*/ 758 h 838"/>
                <a:gd name="T92" fmla="*/ 428 w 788"/>
                <a:gd name="T93" fmla="*/ 750 h 838"/>
                <a:gd name="T94" fmla="*/ 492 w 788"/>
                <a:gd name="T95" fmla="*/ 754 h 838"/>
                <a:gd name="T96" fmla="*/ 573 w 788"/>
                <a:gd name="T97" fmla="*/ 733 h 838"/>
                <a:gd name="T98" fmla="*/ 716 w 788"/>
                <a:gd name="T99" fmla="*/ 594 h 838"/>
                <a:gd name="T100" fmla="*/ 743 w 788"/>
                <a:gd name="T101" fmla="*/ 614 h 838"/>
                <a:gd name="T102" fmla="*/ 769 w 788"/>
                <a:gd name="T103" fmla="*/ 505 h 838"/>
                <a:gd name="T104" fmla="*/ 114 w 788"/>
                <a:gd name="T105" fmla="*/ 640 h 838"/>
                <a:gd name="T106" fmla="*/ 209 w 788"/>
                <a:gd name="T107" fmla="*/ 674 h 838"/>
                <a:gd name="T108" fmla="*/ 211 w 788"/>
                <a:gd name="T109" fmla="*/ 671 h 838"/>
                <a:gd name="T110" fmla="*/ 341 w 788"/>
                <a:gd name="T111" fmla="*/ 741 h 838"/>
                <a:gd name="T112" fmla="*/ 80 w 788"/>
                <a:gd name="T113" fmla="*/ 510 h 838"/>
                <a:gd name="T114" fmla="*/ 145 w 788"/>
                <a:gd name="T115" fmla="*/ 759 h 838"/>
                <a:gd name="T116" fmla="*/ 158 w 788"/>
                <a:gd name="T117" fmla="*/ 783 h 838"/>
                <a:gd name="T118" fmla="*/ 244 w 788"/>
                <a:gd name="T119" fmla="*/ 827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88" h="838">
                  <a:moveTo>
                    <a:pt x="0" y="207"/>
                  </a:moveTo>
                  <a:lnTo>
                    <a:pt x="0" y="207"/>
                  </a:lnTo>
                  <a:lnTo>
                    <a:pt x="2" y="209"/>
                  </a:lnTo>
                  <a:lnTo>
                    <a:pt x="5" y="212"/>
                  </a:lnTo>
                  <a:lnTo>
                    <a:pt x="10" y="212"/>
                  </a:lnTo>
                  <a:lnTo>
                    <a:pt x="14" y="212"/>
                  </a:lnTo>
                  <a:lnTo>
                    <a:pt x="14" y="212"/>
                  </a:lnTo>
                  <a:lnTo>
                    <a:pt x="14" y="211"/>
                  </a:lnTo>
                  <a:lnTo>
                    <a:pt x="14" y="207"/>
                  </a:lnTo>
                  <a:lnTo>
                    <a:pt x="10" y="204"/>
                  </a:lnTo>
                  <a:lnTo>
                    <a:pt x="6" y="203"/>
                  </a:lnTo>
                  <a:lnTo>
                    <a:pt x="3" y="203"/>
                  </a:lnTo>
                  <a:lnTo>
                    <a:pt x="2" y="204"/>
                  </a:lnTo>
                  <a:lnTo>
                    <a:pt x="0" y="207"/>
                  </a:lnTo>
                  <a:lnTo>
                    <a:pt x="0" y="207"/>
                  </a:lnTo>
                  <a:close/>
                  <a:moveTo>
                    <a:pt x="66" y="471"/>
                  </a:moveTo>
                  <a:lnTo>
                    <a:pt x="66" y="471"/>
                  </a:lnTo>
                  <a:lnTo>
                    <a:pt x="68" y="468"/>
                  </a:lnTo>
                  <a:lnTo>
                    <a:pt x="66" y="465"/>
                  </a:lnTo>
                  <a:lnTo>
                    <a:pt x="64" y="465"/>
                  </a:lnTo>
                  <a:lnTo>
                    <a:pt x="64" y="465"/>
                  </a:lnTo>
                  <a:lnTo>
                    <a:pt x="64" y="470"/>
                  </a:lnTo>
                  <a:lnTo>
                    <a:pt x="64" y="471"/>
                  </a:lnTo>
                  <a:lnTo>
                    <a:pt x="66" y="471"/>
                  </a:lnTo>
                  <a:lnTo>
                    <a:pt x="66" y="471"/>
                  </a:lnTo>
                  <a:close/>
                  <a:moveTo>
                    <a:pt x="125" y="470"/>
                  </a:moveTo>
                  <a:lnTo>
                    <a:pt x="125" y="466"/>
                  </a:lnTo>
                  <a:lnTo>
                    <a:pt x="125" y="466"/>
                  </a:lnTo>
                  <a:lnTo>
                    <a:pt x="124" y="466"/>
                  </a:lnTo>
                  <a:lnTo>
                    <a:pt x="122" y="466"/>
                  </a:lnTo>
                  <a:lnTo>
                    <a:pt x="121" y="465"/>
                  </a:lnTo>
                  <a:lnTo>
                    <a:pt x="121" y="465"/>
                  </a:lnTo>
                  <a:lnTo>
                    <a:pt x="121" y="468"/>
                  </a:lnTo>
                  <a:lnTo>
                    <a:pt x="122" y="470"/>
                  </a:lnTo>
                  <a:lnTo>
                    <a:pt x="124" y="471"/>
                  </a:lnTo>
                  <a:lnTo>
                    <a:pt x="125" y="470"/>
                  </a:lnTo>
                  <a:lnTo>
                    <a:pt x="125" y="470"/>
                  </a:lnTo>
                  <a:close/>
                  <a:moveTo>
                    <a:pt x="24" y="550"/>
                  </a:moveTo>
                  <a:lnTo>
                    <a:pt x="24" y="550"/>
                  </a:lnTo>
                  <a:lnTo>
                    <a:pt x="26" y="550"/>
                  </a:lnTo>
                  <a:lnTo>
                    <a:pt x="27" y="548"/>
                  </a:lnTo>
                  <a:lnTo>
                    <a:pt x="27" y="548"/>
                  </a:lnTo>
                  <a:lnTo>
                    <a:pt x="27" y="542"/>
                  </a:lnTo>
                  <a:lnTo>
                    <a:pt x="27" y="534"/>
                  </a:lnTo>
                  <a:lnTo>
                    <a:pt x="26" y="528"/>
                  </a:lnTo>
                  <a:lnTo>
                    <a:pt x="21" y="523"/>
                  </a:lnTo>
                  <a:lnTo>
                    <a:pt x="21" y="523"/>
                  </a:lnTo>
                  <a:lnTo>
                    <a:pt x="23" y="523"/>
                  </a:lnTo>
                  <a:lnTo>
                    <a:pt x="24" y="524"/>
                  </a:lnTo>
                  <a:lnTo>
                    <a:pt x="26" y="526"/>
                  </a:lnTo>
                  <a:lnTo>
                    <a:pt x="29" y="524"/>
                  </a:lnTo>
                  <a:lnTo>
                    <a:pt x="29" y="524"/>
                  </a:lnTo>
                  <a:lnTo>
                    <a:pt x="27" y="521"/>
                  </a:lnTo>
                  <a:lnTo>
                    <a:pt x="26" y="518"/>
                  </a:lnTo>
                  <a:lnTo>
                    <a:pt x="23" y="516"/>
                  </a:lnTo>
                  <a:lnTo>
                    <a:pt x="18" y="516"/>
                  </a:lnTo>
                  <a:lnTo>
                    <a:pt x="18" y="516"/>
                  </a:lnTo>
                  <a:lnTo>
                    <a:pt x="18" y="513"/>
                  </a:lnTo>
                  <a:lnTo>
                    <a:pt x="14" y="511"/>
                  </a:lnTo>
                  <a:lnTo>
                    <a:pt x="13" y="508"/>
                  </a:lnTo>
                  <a:lnTo>
                    <a:pt x="14" y="503"/>
                  </a:lnTo>
                  <a:lnTo>
                    <a:pt x="11" y="503"/>
                  </a:lnTo>
                  <a:lnTo>
                    <a:pt x="11" y="503"/>
                  </a:lnTo>
                  <a:lnTo>
                    <a:pt x="11" y="526"/>
                  </a:lnTo>
                  <a:lnTo>
                    <a:pt x="14" y="548"/>
                  </a:lnTo>
                  <a:lnTo>
                    <a:pt x="19" y="571"/>
                  </a:lnTo>
                  <a:lnTo>
                    <a:pt x="26" y="592"/>
                  </a:lnTo>
                  <a:lnTo>
                    <a:pt x="26" y="592"/>
                  </a:lnTo>
                  <a:lnTo>
                    <a:pt x="31" y="590"/>
                  </a:lnTo>
                  <a:lnTo>
                    <a:pt x="32" y="585"/>
                  </a:lnTo>
                  <a:lnTo>
                    <a:pt x="32" y="581"/>
                  </a:lnTo>
                  <a:lnTo>
                    <a:pt x="31" y="574"/>
                  </a:lnTo>
                  <a:lnTo>
                    <a:pt x="27" y="561"/>
                  </a:lnTo>
                  <a:lnTo>
                    <a:pt x="24" y="550"/>
                  </a:lnTo>
                  <a:lnTo>
                    <a:pt x="24" y="550"/>
                  </a:lnTo>
                  <a:close/>
                  <a:moveTo>
                    <a:pt x="659" y="573"/>
                  </a:moveTo>
                  <a:lnTo>
                    <a:pt x="659" y="573"/>
                  </a:lnTo>
                  <a:lnTo>
                    <a:pt x="658" y="574"/>
                  </a:lnTo>
                  <a:lnTo>
                    <a:pt x="659" y="577"/>
                  </a:lnTo>
                  <a:lnTo>
                    <a:pt x="664" y="577"/>
                  </a:lnTo>
                  <a:lnTo>
                    <a:pt x="664" y="577"/>
                  </a:lnTo>
                  <a:lnTo>
                    <a:pt x="664" y="574"/>
                  </a:lnTo>
                  <a:lnTo>
                    <a:pt x="663" y="573"/>
                  </a:lnTo>
                  <a:lnTo>
                    <a:pt x="659" y="573"/>
                  </a:lnTo>
                  <a:lnTo>
                    <a:pt x="659" y="573"/>
                  </a:lnTo>
                  <a:close/>
                  <a:moveTo>
                    <a:pt x="39" y="611"/>
                  </a:moveTo>
                  <a:lnTo>
                    <a:pt x="39" y="611"/>
                  </a:lnTo>
                  <a:lnTo>
                    <a:pt x="39" y="606"/>
                  </a:lnTo>
                  <a:lnTo>
                    <a:pt x="37" y="602"/>
                  </a:lnTo>
                  <a:lnTo>
                    <a:pt x="32" y="592"/>
                  </a:lnTo>
                  <a:lnTo>
                    <a:pt x="32" y="592"/>
                  </a:lnTo>
                  <a:lnTo>
                    <a:pt x="31" y="594"/>
                  </a:lnTo>
                  <a:lnTo>
                    <a:pt x="27" y="594"/>
                  </a:lnTo>
                  <a:lnTo>
                    <a:pt x="27" y="594"/>
                  </a:lnTo>
                  <a:lnTo>
                    <a:pt x="31" y="603"/>
                  </a:lnTo>
                  <a:lnTo>
                    <a:pt x="32" y="613"/>
                  </a:lnTo>
                  <a:lnTo>
                    <a:pt x="35" y="621"/>
                  </a:lnTo>
                  <a:lnTo>
                    <a:pt x="40" y="629"/>
                  </a:lnTo>
                  <a:lnTo>
                    <a:pt x="40" y="629"/>
                  </a:lnTo>
                  <a:lnTo>
                    <a:pt x="42" y="639"/>
                  </a:lnTo>
                  <a:lnTo>
                    <a:pt x="47" y="647"/>
                  </a:lnTo>
                  <a:lnTo>
                    <a:pt x="55" y="663"/>
                  </a:lnTo>
                  <a:lnTo>
                    <a:pt x="66" y="679"/>
                  </a:lnTo>
                  <a:lnTo>
                    <a:pt x="74" y="695"/>
                  </a:lnTo>
                  <a:lnTo>
                    <a:pt x="74" y="695"/>
                  </a:lnTo>
                  <a:lnTo>
                    <a:pt x="80" y="701"/>
                  </a:lnTo>
                  <a:lnTo>
                    <a:pt x="85" y="708"/>
                  </a:lnTo>
                  <a:lnTo>
                    <a:pt x="92" y="713"/>
                  </a:lnTo>
                  <a:lnTo>
                    <a:pt x="98" y="719"/>
                  </a:lnTo>
                  <a:lnTo>
                    <a:pt x="98" y="719"/>
                  </a:lnTo>
                  <a:lnTo>
                    <a:pt x="95" y="713"/>
                  </a:lnTo>
                  <a:lnTo>
                    <a:pt x="92" y="708"/>
                  </a:lnTo>
                  <a:lnTo>
                    <a:pt x="88" y="703"/>
                  </a:lnTo>
                  <a:lnTo>
                    <a:pt x="87" y="696"/>
                  </a:lnTo>
                  <a:lnTo>
                    <a:pt x="87" y="696"/>
                  </a:lnTo>
                  <a:lnTo>
                    <a:pt x="79" y="688"/>
                  </a:lnTo>
                  <a:lnTo>
                    <a:pt x="72" y="677"/>
                  </a:lnTo>
                  <a:lnTo>
                    <a:pt x="61" y="656"/>
                  </a:lnTo>
                  <a:lnTo>
                    <a:pt x="51" y="632"/>
                  </a:lnTo>
                  <a:lnTo>
                    <a:pt x="39" y="611"/>
                  </a:lnTo>
                  <a:lnTo>
                    <a:pt x="39" y="611"/>
                  </a:lnTo>
                  <a:close/>
                  <a:moveTo>
                    <a:pt x="706" y="666"/>
                  </a:moveTo>
                  <a:lnTo>
                    <a:pt x="706" y="666"/>
                  </a:lnTo>
                  <a:lnTo>
                    <a:pt x="712" y="666"/>
                  </a:lnTo>
                  <a:lnTo>
                    <a:pt x="719" y="664"/>
                  </a:lnTo>
                  <a:lnTo>
                    <a:pt x="724" y="663"/>
                  </a:lnTo>
                  <a:lnTo>
                    <a:pt x="728" y="659"/>
                  </a:lnTo>
                  <a:lnTo>
                    <a:pt x="728" y="659"/>
                  </a:lnTo>
                  <a:lnTo>
                    <a:pt x="722" y="658"/>
                  </a:lnTo>
                  <a:lnTo>
                    <a:pt x="716" y="659"/>
                  </a:lnTo>
                  <a:lnTo>
                    <a:pt x="711" y="663"/>
                  </a:lnTo>
                  <a:lnTo>
                    <a:pt x="706" y="666"/>
                  </a:lnTo>
                  <a:lnTo>
                    <a:pt x="706" y="666"/>
                  </a:lnTo>
                  <a:close/>
                  <a:moveTo>
                    <a:pt x="490" y="774"/>
                  </a:moveTo>
                  <a:lnTo>
                    <a:pt x="490" y="774"/>
                  </a:lnTo>
                  <a:lnTo>
                    <a:pt x="492" y="775"/>
                  </a:lnTo>
                  <a:lnTo>
                    <a:pt x="494" y="777"/>
                  </a:lnTo>
                  <a:lnTo>
                    <a:pt x="497" y="777"/>
                  </a:lnTo>
                  <a:lnTo>
                    <a:pt x="499" y="777"/>
                  </a:lnTo>
                  <a:lnTo>
                    <a:pt x="499" y="777"/>
                  </a:lnTo>
                  <a:lnTo>
                    <a:pt x="497" y="775"/>
                  </a:lnTo>
                  <a:lnTo>
                    <a:pt x="495" y="774"/>
                  </a:lnTo>
                  <a:lnTo>
                    <a:pt x="494" y="774"/>
                  </a:lnTo>
                  <a:lnTo>
                    <a:pt x="490" y="774"/>
                  </a:lnTo>
                  <a:lnTo>
                    <a:pt x="490" y="774"/>
                  </a:lnTo>
                  <a:close/>
                  <a:moveTo>
                    <a:pt x="389" y="787"/>
                  </a:moveTo>
                  <a:lnTo>
                    <a:pt x="389" y="787"/>
                  </a:lnTo>
                  <a:lnTo>
                    <a:pt x="392" y="787"/>
                  </a:lnTo>
                  <a:lnTo>
                    <a:pt x="396" y="785"/>
                  </a:lnTo>
                  <a:lnTo>
                    <a:pt x="397" y="782"/>
                  </a:lnTo>
                  <a:lnTo>
                    <a:pt x="396" y="778"/>
                  </a:lnTo>
                  <a:lnTo>
                    <a:pt x="396" y="778"/>
                  </a:lnTo>
                  <a:lnTo>
                    <a:pt x="392" y="778"/>
                  </a:lnTo>
                  <a:lnTo>
                    <a:pt x="391" y="780"/>
                  </a:lnTo>
                  <a:lnTo>
                    <a:pt x="389" y="787"/>
                  </a:lnTo>
                  <a:lnTo>
                    <a:pt x="389" y="787"/>
                  </a:lnTo>
                  <a:close/>
                  <a:moveTo>
                    <a:pt x="777" y="421"/>
                  </a:moveTo>
                  <a:lnTo>
                    <a:pt x="777" y="421"/>
                  </a:lnTo>
                  <a:lnTo>
                    <a:pt x="783" y="410"/>
                  </a:lnTo>
                  <a:lnTo>
                    <a:pt x="786" y="399"/>
                  </a:lnTo>
                  <a:lnTo>
                    <a:pt x="788" y="386"/>
                  </a:lnTo>
                  <a:lnTo>
                    <a:pt x="788" y="373"/>
                  </a:lnTo>
                  <a:lnTo>
                    <a:pt x="783" y="346"/>
                  </a:lnTo>
                  <a:lnTo>
                    <a:pt x="778" y="318"/>
                  </a:lnTo>
                  <a:lnTo>
                    <a:pt x="778" y="318"/>
                  </a:lnTo>
                  <a:lnTo>
                    <a:pt x="774" y="299"/>
                  </a:lnTo>
                  <a:lnTo>
                    <a:pt x="767" y="281"/>
                  </a:lnTo>
                  <a:lnTo>
                    <a:pt x="762" y="264"/>
                  </a:lnTo>
                  <a:lnTo>
                    <a:pt x="757" y="248"/>
                  </a:lnTo>
                  <a:lnTo>
                    <a:pt x="757" y="248"/>
                  </a:lnTo>
                  <a:lnTo>
                    <a:pt x="753" y="243"/>
                  </a:lnTo>
                  <a:lnTo>
                    <a:pt x="749" y="240"/>
                  </a:lnTo>
                  <a:lnTo>
                    <a:pt x="749" y="240"/>
                  </a:lnTo>
                  <a:lnTo>
                    <a:pt x="743" y="222"/>
                  </a:lnTo>
                  <a:lnTo>
                    <a:pt x="737" y="204"/>
                  </a:lnTo>
                  <a:lnTo>
                    <a:pt x="728" y="188"/>
                  </a:lnTo>
                  <a:lnTo>
                    <a:pt x="719" y="172"/>
                  </a:lnTo>
                  <a:lnTo>
                    <a:pt x="709" y="158"/>
                  </a:lnTo>
                  <a:lnTo>
                    <a:pt x="700" y="145"/>
                  </a:lnTo>
                  <a:lnTo>
                    <a:pt x="675" y="119"/>
                  </a:lnTo>
                  <a:lnTo>
                    <a:pt x="675" y="119"/>
                  </a:lnTo>
                  <a:lnTo>
                    <a:pt x="666" y="121"/>
                  </a:lnTo>
                  <a:lnTo>
                    <a:pt x="659" y="122"/>
                  </a:lnTo>
                  <a:lnTo>
                    <a:pt x="659" y="122"/>
                  </a:lnTo>
                  <a:lnTo>
                    <a:pt x="658" y="119"/>
                  </a:lnTo>
                  <a:lnTo>
                    <a:pt x="656" y="117"/>
                  </a:lnTo>
                  <a:lnTo>
                    <a:pt x="656" y="116"/>
                  </a:lnTo>
                  <a:lnTo>
                    <a:pt x="656" y="116"/>
                  </a:lnTo>
                  <a:lnTo>
                    <a:pt x="650" y="116"/>
                  </a:lnTo>
                  <a:lnTo>
                    <a:pt x="648" y="114"/>
                  </a:lnTo>
                  <a:lnTo>
                    <a:pt x="646" y="111"/>
                  </a:lnTo>
                  <a:lnTo>
                    <a:pt x="646" y="111"/>
                  </a:lnTo>
                  <a:lnTo>
                    <a:pt x="664" y="113"/>
                  </a:lnTo>
                  <a:lnTo>
                    <a:pt x="664" y="113"/>
                  </a:lnTo>
                  <a:lnTo>
                    <a:pt x="663" y="109"/>
                  </a:lnTo>
                  <a:lnTo>
                    <a:pt x="663" y="105"/>
                  </a:lnTo>
                  <a:lnTo>
                    <a:pt x="663" y="105"/>
                  </a:lnTo>
                  <a:lnTo>
                    <a:pt x="643" y="85"/>
                  </a:lnTo>
                  <a:lnTo>
                    <a:pt x="621" y="68"/>
                  </a:lnTo>
                  <a:lnTo>
                    <a:pt x="597" y="51"/>
                  </a:lnTo>
                  <a:lnTo>
                    <a:pt x="571" y="39"/>
                  </a:lnTo>
                  <a:lnTo>
                    <a:pt x="544" y="27"/>
                  </a:lnTo>
                  <a:lnTo>
                    <a:pt x="515" y="18"/>
                  </a:lnTo>
                  <a:lnTo>
                    <a:pt x="486" y="10"/>
                  </a:lnTo>
                  <a:lnTo>
                    <a:pt x="455" y="6"/>
                  </a:lnTo>
                  <a:lnTo>
                    <a:pt x="455" y="6"/>
                  </a:lnTo>
                  <a:lnTo>
                    <a:pt x="429" y="2"/>
                  </a:lnTo>
                  <a:lnTo>
                    <a:pt x="402" y="0"/>
                  </a:lnTo>
                  <a:lnTo>
                    <a:pt x="376" y="2"/>
                  </a:lnTo>
                  <a:lnTo>
                    <a:pt x="351" y="5"/>
                  </a:lnTo>
                  <a:lnTo>
                    <a:pt x="351" y="5"/>
                  </a:lnTo>
                  <a:lnTo>
                    <a:pt x="339" y="6"/>
                  </a:lnTo>
                  <a:lnTo>
                    <a:pt x="330" y="11"/>
                  </a:lnTo>
                  <a:lnTo>
                    <a:pt x="318" y="13"/>
                  </a:lnTo>
                  <a:lnTo>
                    <a:pt x="314" y="14"/>
                  </a:lnTo>
                  <a:lnTo>
                    <a:pt x="307" y="14"/>
                  </a:lnTo>
                  <a:lnTo>
                    <a:pt x="307" y="14"/>
                  </a:lnTo>
                  <a:lnTo>
                    <a:pt x="262" y="32"/>
                  </a:lnTo>
                  <a:lnTo>
                    <a:pt x="240" y="42"/>
                  </a:lnTo>
                  <a:lnTo>
                    <a:pt x="230" y="47"/>
                  </a:lnTo>
                  <a:lnTo>
                    <a:pt x="220" y="53"/>
                  </a:lnTo>
                  <a:lnTo>
                    <a:pt x="220" y="53"/>
                  </a:lnTo>
                  <a:lnTo>
                    <a:pt x="219" y="53"/>
                  </a:lnTo>
                  <a:lnTo>
                    <a:pt x="217" y="53"/>
                  </a:lnTo>
                  <a:lnTo>
                    <a:pt x="217" y="53"/>
                  </a:lnTo>
                  <a:lnTo>
                    <a:pt x="204" y="63"/>
                  </a:lnTo>
                  <a:lnTo>
                    <a:pt x="193" y="69"/>
                  </a:lnTo>
                  <a:lnTo>
                    <a:pt x="180" y="77"/>
                  </a:lnTo>
                  <a:lnTo>
                    <a:pt x="170" y="87"/>
                  </a:lnTo>
                  <a:lnTo>
                    <a:pt x="170" y="87"/>
                  </a:lnTo>
                  <a:lnTo>
                    <a:pt x="153" y="100"/>
                  </a:lnTo>
                  <a:lnTo>
                    <a:pt x="135" y="116"/>
                  </a:lnTo>
                  <a:lnTo>
                    <a:pt x="119" y="132"/>
                  </a:lnTo>
                  <a:lnTo>
                    <a:pt x="101" y="146"/>
                  </a:lnTo>
                  <a:lnTo>
                    <a:pt x="101" y="146"/>
                  </a:lnTo>
                  <a:lnTo>
                    <a:pt x="103" y="150"/>
                  </a:lnTo>
                  <a:lnTo>
                    <a:pt x="103" y="151"/>
                  </a:lnTo>
                  <a:lnTo>
                    <a:pt x="101" y="153"/>
                  </a:lnTo>
                  <a:lnTo>
                    <a:pt x="101" y="153"/>
                  </a:lnTo>
                  <a:lnTo>
                    <a:pt x="98" y="154"/>
                  </a:lnTo>
                  <a:lnTo>
                    <a:pt x="93" y="158"/>
                  </a:lnTo>
                  <a:lnTo>
                    <a:pt x="88" y="166"/>
                  </a:lnTo>
                  <a:lnTo>
                    <a:pt x="85" y="174"/>
                  </a:lnTo>
                  <a:lnTo>
                    <a:pt x="80" y="183"/>
                  </a:lnTo>
                  <a:lnTo>
                    <a:pt x="80" y="183"/>
                  </a:lnTo>
                  <a:lnTo>
                    <a:pt x="82" y="183"/>
                  </a:lnTo>
                  <a:lnTo>
                    <a:pt x="84" y="185"/>
                  </a:lnTo>
                  <a:lnTo>
                    <a:pt x="85" y="188"/>
                  </a:lnTo>
                  <a:lnTo>
                    <a:pt x="85" y="188"/>
                  </a:lnTo>
                  <a:lnTo>
                    <a:pt x="80" y="195"/>
                  </a:lnTo>
                  <a:lnTo>
                    <a:pt x="77" y="203"/>
                  </a:lnTo>
                  <a:lnTo>
                    <a:pt x="71" y="219"/>
                  </a:lnTo>
                  <a:lnTo>
                    <a:pt x="68" y="227"/>
                  </a:lnTo>
                  <a:lnTo>
                    <a:pt x="63" y="233"/>
                  </a:lnTo>
                  <a:lnTo>
                    <a:pt x="58" y="236"/>
                  </a:lnTo>
                  <a:lnTo>
                    <a:pt x="50" y="240"/>
                  </a:lnTo>
                  <a:lnTo>
                    <a:pt x="50" y="240"/>
                  </a:lnTo>
                  <a:lnTo>
                    <a:pt x="53" y="244"/>
                  </a:lnTo>
                  <a:lnTo>
                    <a:pt x="55" y="249"/>
                  </a:lnTo>
                  <a:lnTo>
                    <a:pt x="55" y="256"/>
                  </a:lnTo>
                  <a:lnTo>
                    <a:pt x="53" y="262"/>
                  </a:lnTo>
                  <a:lnTo>
                    <a:pt x="47" y="272"/>
                  </a:lnTo>
                  <a:lnTo>
                    <a:pt x="39" y="281"/>
                  </a:lnTo>
                  <a:lnTo>
                    <a:pt x="39" y="281"/>
                  </a:lnTo>
                  <a:lnTo>
                    <a:pt x="40" y="285"/>
                  </a:lnTo>
                  <a:lnTo>
                    <a:pt x="40" y="288"/>
                  </a:lnTo>
                  <a:lnTo>
                    <a:pt x="35" y="294"/>
                  </a:lnTo>
                  <a:lnTo>
                    <a:pt x="35" y="294"/>
                  </a:lnTo>
                  <a:lnTo>
                    <a:pt x="35" y="301"/>
                  </a:lnTo>
                  <a:lnTo>
                    <a:pt x="34" y="306"/>
                  </a:lnTo>
                  <a:lnTo>
                    <a:pt x="34" y="310"/>
                  </a:lnTo>
                  <a:lnTo>
                    <a:pt x="34" y="315"/>
                  </a:lnTo>
                  <a:lnTo>
                    <a:pt x="34" y="315"/>
                  </a:lnTo>
                  <a:lnTo>
                    <a:pt x="29" y="327"/>
                  </a:lnTo>
                  <a:lnTo>
                    <a:pt x="21" y="335"/>
                  </a:lnTo>
                  <a:lnTo>
                    <a:pt x="19" y="339"/>
                  </a:lnTo>
                  <a:lnTo>
                    <a:pt x="16" y="344"/>
                  </a:lnTo>
                  <a:lnTo>
                    <a:pt x="16" y="349"/>
                  </a:lnTo>
                  <a:lnTo>
                    <a:pt x="16" y="355"/>
                  </a:lnTo>
                  <a:lnTo>
                    <a:pt x="16" y="355"/>
                  </a:lnTo>
                  <a:lnTo>
                    <a:pt x="13" y="355"/>
                  </a:lnTo>
                  <a:lnTo>
                    <a:pt x="10" y="354"/>
                  </a:lnTo>
                  <a:lnTo>
                    <a:pt x="10" y="354"/>
                  </a:lnTo>
                  <a:lnTo>
                    <a:pt x="8" y="357"/>
                  </a:lnTo>
                  <a:lnTo>
                    <a:pt x="5" y="359"/>
                  </a:lnTo>
                  <a:lnTo>
                    <a:pt x="5" y="359"/>
                  </a:lnTo>
                  <a:lnTo>
                    <a:pt x="3" y="376"/>
                  </a:lnTo>
                  <a:lnTo>
                    <a:pt x="3" y="396"/>
                  </a:lnTo>
                  <a:lnTo>
                    <a:pt x="3" y="436"/>
                  </a:lnTo>
                  <a:lnTo>
                    <a:pt x="3" y="436"/>
                  </a:lnTo>
                  <a:lnTo>
                    <a:pt x="6" y="454"/>
                  </a:lnTo>
                  <a:lnTo>
                    <a:pt x="8" y="471"/>
                  </a:lnTo>
                  <a:lnTo>
                    <a:pt x="8" y="471"/>
                  </a:lnTo>
                  <a:lnTo>
                    <a:pt x="8" y="487"/>
                  </a:lnTo>
                  <a:lnTo>
                    <a:pt x="10" y="495"/>
                  </a:lnTo>
                  <a:lnTo>
                    <a:pt x="11" y="499"/>
                  </a:lnTo>
                  <a:lnTo>
                    <a:pt x="14" y="500"/>
                  </a:lnTo>
                  <a:lnTo>
                    <a:pt x="14" y="500"/>
                  </a:lnTo>
                  <a:lnTo>
                    <a:pt x="14" y="500"/>
                  </a:lnTo>
                  <a:lnTo>
                    <a:pt x="14" y="497"/>
                  </a:lnTo>
                  <a:lnTo>
                    <a:pt x="14" y="495"/>
                  </a:lnTo>
                  <a:lnTo>
                    <a:pt x="18" y="495"/>
                  </a:lnTo>
                  <a:lnTo>
                    <a:pt x="18" y="495"/>
                  </a:lnTo>
                  <a:lnTo>
                    <a:pt x="21" y="497"/>
                  </a:lnTo>
                  <a:lnTo>
                    <a:pt x="23" y="502"/>
                  </a:lnTo>
                  <a:lnTo>
                    <a:pt x="23" y="502"/>
                  </a:lnTo>
                  <a:lnTo>
                    <a:pt x="21" y="505"/>
                  </a:lnTo>
                  <a:lnTo>
                    <a:pt x="19" y="507"/>
                  </a:lnTo>
                  <a:lnTo>
                    <a:pt x="18" y="508"/>
                  </a:lnTo>
                  <a:lnTo>
                    <a:pt x="18" y="513"/>
                  </a:lnTo>
                  <a:lnTo>
                    <a:pt x="18" y="513"/>
                  </a:lnTo>
                  <a:lnTo>
                    <a:pt x="21" y="513"/>
                  </a:lnTo>
                  <a:lnTo>
                    <a:pt x="24" y="511"/>
                  </a:lnTo>
                  <a:lnTo>
                    <a:pt x="29" y="508"/>
                  </a:lnTo>
                  <a:lnTo>
                    <a:pt x="32" y="503"/>
                  </a:lnTo>
                  <a:lnTo>
                    <a:pt x="39" y="499"/>
                  </a:lnTo>
                  <a:lnTo>
                    <a:pt x="39" y="499"/>
                  </a:lnTo>
                  <a:lnTo>
                    <a:pt x="37" y="495"/>
                  </a:lnTo>
                  <a:lnTo>
                    <a:pt x="39" y="492"/>
                  </a:lnTo>
                  <a:lnTo>
                    <a:pt x="39" y="492"/>
                  </a:lnTo>
                  <a:lnTo>
                    <a:pt x="40" y="491"/>
                  </a:lnTo>
                  <a:lnTo>
                    <a:pt x="43" y="489"/>
                  </a:lnTo>
                  <a:lnTo>
                    <a:pt x="45" y="489"/>
                  </a:lnTo>
                  <a:lnTo>
                    <a:pt x="47" y="486"/>
                  </a:lnTo>
                  <a:lnTo>
                    <a:pt x="47" y="486"/>
                  </a:lnTo>
                  <a:lnTo>
                    <a:pt x="42" y="486"/>
                  </a:lnTo>
                  <a:lnTo>
                    <a:pt x="39" y="486"/>
                  </a:lnTo>
                  <a:lnTo>
                    <a:pt x="39" y="486"/>
                  </a:lnTo>
                  <a:lnTo>
                    <a:pt x="42" y="479"/>
                  </a:lnTo>
                  <a:lnTo>
                    <a:pt x="45" y="473"/>
                  </a:lnTo>
                  <a:lnTo>
                    <a:pt x="50" y="468"/>
                  </a:lnTo>
                  <a:lnTo>
                    <a:pt x="53" y="468"/>
                  </a:lnTo>
                  <a:lnTo>
                    <a:pt x="56" y="468"/>
                  </a:lnTo>
                  <a:lnTo>
                    <a:pt x="56" y="468"/>
                  </a:lnTo>
                  <a:lnTo>
                    <a:pt x="56" y="465"/>
                  </a:lnTo>
                  <a:lnTo>
                    <a:pt x="53" y="465"/>
                  </a:lnTo>
                  <a:lnTo>
                    <a:pt x="51" y="465"/>
                  </a:lnTo>
                  <a:lnTo>
                    <a:pt x="53" y="463"/>
                  </a:lnTo>
                  <a:lnTo>
                    <a:pt x="53" y="463"/>
                  </a:lnTo>
                  <a:lnTo>
                    <a:pt x="53" y="463"/>
                  </a:lnTo>
                  <a:lnTo>
                    <a:pt x="55" y="462"/>
                  </a:lnTo>
                  <a:lnTo>
                    <a:pt x="55" y="462"/>
                  </a:lnTo>
                  <a:lnTo>
                    <a:pt x="53" y="462"/>
                  </a:lnTo>
                  <a:lnTo>
                    <a:pt x="53" y="462"/>
                  </a:lnTo>
                  <a:lnTo>
                    <a:pt x="53" y="460"/>
                  </a:lnTo>
                  <a:lnTo>
                    <a:pt x="56" y="457"/>
                  </a:lnTo>
                  <a:lnTo>
                    <a:pt x="61" y="454"/>
                  </a:lnTo>
                  <a:lnTo>
                    <a:pt x="66" y="454"/>
                  </a:lnTo>
                  <a:lnTo>
                    <a:pt x="66" y="454"/>
                  </a:lnTo>
                  <a:lnTo>
                    <a:pt x="63" y="449"/>
                  </a:lnTo>
                  <a:lnTo>
                    <a:pt x="63" y="449"/>
                  </a:lnTo>
                  <a:lnTo>
                    <a:pt x="63" y="442"/>
                  </a:lnTo>
                  <a:lnTo>
                    <a:pt x="63" y="436"/>
                  </a:lnTo>
                  <a:lnTo>
                    <a:pt x="60" y="421"/>
                  </a:lnTo>
                  <a:lnTo>
                    <a:pt x="58" y="413"/>
                  </a:lnTo>
                  <a:lnTo>
                    <a:pt x="58" y="407"/>
                  </a:lnTo>
                  <a:lnTo>
                    <a:pt x="60" y="401"/>
                  </a:lnTo>
                  <a:lnTo>
                    <a:pt x="64" y="397"/>
                  </a:lnTo>
                  <a:lnTo>
                    <a:pt x="64" y="397"/>
                  </a:lnTo>
                  <a:lnTo>
                    <a:pt x="63" y="380"/>
                  </a:lnTo>
                  <a:lnTo>
                    <a:pt x="61" y="364"/>
                  </a:lnTo>
                  <a:lnTo>
                    <a:pt x="61" y="346"/>
                  </a:lnTo>
                  <a:lnTo>
                    <a:pt x="63" y="327"/>
                  </a:lnTo>
                  <a:lnTo>
                    <a:pt x="63" y="327"/>
                  </a:lnTo>
                  <a:lnTo>
                    <a:pt x="63" y="325"/>
                  </a:lnTo>
                  <a:lnTo>
                    <a:pt x="60" y="323"/>
                  </a:lnTo>
                  <a:lnTo>
                    <a:pt x="58" y="323"/>
                  </a:lnTo>
                  <a:lnTo>
                    <a:pt x="58" y="320"/>
                  </a:lnTo>
                  <a:lnTo>
                    <a:pt x="58" y="320"/>
                  </a:lnTo>
                  <a:lnTo>
                    <a:pt x="60" y="318"/>
                  </a:lnTo>
                  <a:lnTo>
                    <a:pt x="61" y="317"/>
                  </a:lnTo>
                  <a:lnTo>
                    <a:pt x="63" y="315"/>
                  </a:lnTo>
                  <a:lnTo>
                    <a:pt x="63" y="312"/>
                  </a:lnTo>
                  <a:lnTo>
                    <a:pt x="63" y="312"/>
                  </a:lnTo>
                  <a:lnTo>
                    <a:pt x="66" y="299"/>
                  </a:lnTo>
                  <a:lnTo>
                    <a:pt x="69" y="286"/>
                  </a:lnTo>
                  <a:lnTo>
                    <a:pt x="71" y="262"/>
                  </a:lnTo>
                  <a:lnTo>
                    <a:pt x="71" y="262"/>
                  </a:lnTo>
                  <a:lnTo>
                    <a:pt x="72" y="256"/>
                  </a:lnTo>
                  <a:lnTo>
                    <a:pt x="76" y="249"/>
                  </a:lnTo>
                  <a:lnTo>
                    <a:pt x="80" y="238"/>
                  </a:lnTo>
                  <a:lnTo>
                    <a:pt x="87" y="225"/>
                  </a:lnTo>
                  <a:lnTo>
                    <a:pt x="87" y="219"/>
                  </a:lnTo>
                  <a:lnTo>
                    <a:pt x="87" y="212"/>
                  </a:lnTo>
                  <a:lnTo>
                    <a:pt x="87" y="212"/>
                  </a:lnTo>
                  <a:lnTo>
                    <a:pt x="92" y="207"/>
                  </a:lnTo>
                  <a:lnTo>
                    <a:pt x="96" y="199"/>
                  </a:lnTo>
                  <a:lnTo>
                    <a:pt x="98" y="193"/>
                  </a:lnTo>
                  <a:lnTo>
                    <a:pt x="98" y="185"/>
                  </a:lnTo>
                  <a:lnTo>
                    <a:pt x="98" y="185"/>
                  </a:lnTo>
                  <a:lnTo>
                    <a:pt x="105" y="187"/>
                  </a:lnTo>
                  <a:lnTo>
                    <a:pt x="111" y="185"/>
                  </a:lnTo>
                  <a:lnTo>
                    <a:pt x="117" y="182"/>
                  </a:lnTo>
                  <a:lnTo>
                    <a:pt x="121" y="177"/>
                  </a:lnTo>
                  <a:lnTo>
                    <a:pt x="121" y="177"/>
                  </a:lnTo>
                  <a:lnTo>
                    <a:pt x="119" y="174"/>
                  </a:lnTo>
                  <a:lnTo>
                    <a:pt x="117" y="170"/>
                  </a:lnTo>
                  <a:lnTo>
                    <a:pt x="116" y="169"/>
                  </a:lnTo>
                  <a:lnTo>
                    <a:pt x="114" y="164"/>
                  </a:lnTo>
                  <a:lnTo>
                    <a:pt x="114" y="164"/>
                  </a:lnTo>
                  <a:lnTo>
                    <a:pt x="119" y="158"/>
                  </a:lnTo>
                  <a:lnTo>
                    <a:pt x="124" y="151"/>
                  </a:lnTo>
                  <a:lnTo>
                    <a:pt x="135" y="138"/>
                  </a:lnTo>
                  <a:lnTo>
                    <a:pt x="146" y="127"/>
                  </a:lnTo>
                  <a:lnTo>
                    <a:pt x="151" y="119"/>
                  </a:lnTo>
                  <a:lnTo>
                    <a:pt x="156" y="113"/>
                  </a:lnTo>
                  <a:lnTo>
                    <a:pt x="156" y="113"/>
                  </a:lnTo>
                  <a:lnTo>
                    <a:pt x="159" y="111"/>
                  </a:lnTo>
                  <a:lnTo>
                    <a:pt x="162" y="109"/>
                  </a:lnTo>
                  <a:lnTo>
                    <a:pt x="166" y="105"/>
                  </a:lnTo>
                  <a:lnTo>
                    <a:pt x="166" y="105"/>
                  </a:lnTo>
                  <a:lnTo>
                    <a:pt x="187" y="90"/>
                  </a:lnTo>
                  <a:lnTo>
                    <a:pt x="211" y="77"/>
                  </a:lnTo>
                  <a:lnTo>
                    <a:pt x="235" y="66"/>
                  </a:lnTo>
                  <a:lnTo>
                    <a:pt x="261" y="56"/>
                  </a:lnTo>
                  <a:lnTo>
                    <a:pt x="289" y="50"/>
                  </a:lnTo>
                  <a:lnTo>
                    <a:pt x="317" y="43"/>
                  </a:lnTo>
                  <a:lnTo>
                    <a:pt x="347" y="42"/>
                  </a:lnTo>
                  <a:lnTo>
                    <a:pt x="378" y="42"/>
                  </a:lnTo>
                  <a:lnTo>
                    <a:pt x="378" y="42"/>
                  </a:lnTo>
                  <a:lnTo>
                    <a:pt x="381" y="45"/>
                  </a:lnTo>
                  <a:lnTo>
                    <a:pt x="383" y="48"/>
                  </a:lnTo>
                  <a:lnTo>
                    <a:pt x="383" y="48"/>
                  </a:lnTo>
                  <a:lnTo>
                    <a:pt x="392" y="50"/>
                  </a:lnTo>
                  <a:lnTo>
                    <a:pt x="404" y="53"/>
                  </a:lnTo>
                  <a:lnTo>
                    <a:pt x="404" y="53"/>
                  </a:lnTo>
                  <a:lnTo>
                    <a:pt x="408" y="56"/>
                  </a:lnTo>
                  <a:lnTo>
                    <a:pt x="413" y="60"/>
                  </a:lnTo>
                  <a:lnTo>
                    <a:pt x="425" y="63"/>
                  </a:lnTo>
                  <a:lnTo>
                    <a:pt x="436" y="66"/>
                  </a:lnTo>
                  <a:lnTo>
                    <a:pt x="447" y="69"/>
                  </a:lnTo>
                  <a:lnTo>
                    <a:pt x="447" y="69"/>
                  </a:lnTo>
                  <a:lnTo>
                    <a:pt x="478" y="84"/>
                  </a:lnTo>
                  <a:lnTo>
                    <a:pt x="508" y="97"/>
                  </a:lnTo>
                  <a:lnTo>
                    <a:pt x="508" y="97"/>
                  </a:lnTo>
                  <a:lnTo>
                    <a:pt x="550" y="114"/>
                  </a:lnTo>
                  <a:lnTo>
                    <a:pt x="569" y="124"/>
                  </a:lnTo>
                  <a:lnTo>
                    <a:pt x="577" y="129"/>
                  </a:lnTo>
                  <a:lnTo>
                    <a:pt x="585" y="135"/>
                  </a:lnTo>
                  <a:lnTo>
                    <a:pt x="585" y="135"/>
                  </a:lnTo>
                  <a:lnTo>
                    <a:pt x="593" y="143"/>
                  </a:lnTo>
                  <a:lnTo>
                    <a:pt x="600" y="151"/>
                  </a:lnTo>
                  <a:lnTo>
                    <a:pt x="609" y="170"/>
                  </a:lnTo>
                  <a:lnTo>
                    <a:pt x="618" y="191"/>
                  </a:lnTo>
                  <a:lnTo>
                    <a:pt x="627" y="212"/>
                  </a:lnTo>
                  <a:lnTo>
                    <a:pt x="627" y="212"/>
                  </a:lnTo>
                  <a:lnTo>
                    <a:pt x="635" y="227"/>
                  </a:lnTo>
                  <a:lnTo>
                    <a:pt x="643" y="243"/>
                  </a:lnTo>
                  <a:lnTo>
                    <a:pt x="643" y="243"/>
                  </a:lnTo>
                  <a:lnTo>
                    <a:pt x="635" y="238"/>
                  </a:lnTo>
                  <a:lnTo>
                    <a:pt x="630" y="233"/>
                  </a:lnTo>
                  <a:lnTo>
                    <a:pt x="629" y="228"/>
                  </a:lnTo>
                  <a:lnTo>
                    <a:pt x="629" y="228"/>
                  </a:lnTo>
                  <a:lnTo>
                    <a:pt x="626" y="228"/>
                  </a:lnTo>
                  <a:lnTo>
                    <a:pt x="624" y="228"/>
                  </a:lnTo>
                  <a:lnTo>
                    <a:pt x="624" y="227"/>
                  </a:lnTo>
                  <a:lnTo>
                    <a:pt x="621" y="228"/>
                  </a:lnTo>
                  <a:lnTo>
                    <a:pt x="621" y="228"/>
                  </a:lnTo>
                  <a:lnTo>
                    <a:pt x="616" y="222"/>
                  </a:lnTo>
                  <a:lnTo>
                    <a:pt x="609" y="217"/>
                  </a:lnTo>
                  <a:lnTo>
                    <a:pt x="603" y="212"/>
                  </a:lnTo>
                  <a:lnTo>
                    <a:pt x="595" y="209"/>
                  </a:lnTo>
                  <a:lnTo>
                    <a:pt x="595" y="209"/>
                  </a:lnTo>
                  <a:lnTo>
                    <a:pt x="592" y="206"/>
                  </a:lnTo>
                  <a:lnTo>
                    <a:pt x="589" y="203"/>
                  </a:lnTo>
                  <a:lnTo>
                    <a:pt x="579" y="196"/>
                  </a:lnTo>
                  <a:lnTo>
                    <a:pt x="558" y="188"/>
                  </a:lnTo>
                  <a:lnTo>
                    <a:pt x="558" y="188"/>
                  </a:lnTo>
                  <a:lnTo>
                    <a:pt x="552" y="185"/>
                  </a:lnTo>
                  <a:lnTo>
                    <a:pt x="545" y="179"/>
                  </a:lnTo>
                  <a:lnTo>
                    <a:pt x="539" y="174"/>
                  </a:lnTo>
                  <a:lnTo>
                    <a:pt x="536" y="172"/>
                  </a:lnTo>
                  <a:lnTo>
                    <a:pt x="531" y="172"/>
                  </a:lnTo>
                  <a:lnTo>
                    <a:pt x="531" y="172"/>
                  </a:lnTo>
                  <a:lnTo>
                    <a:pt x="532" y="175"/>
                  </a:lnTo>
                  <a:lnTo>
                    <a:pt x="536" y="177"/>
                  </a:lnTo>
                  <a:lnTo>
                    <a:pt x="539" y="177"/>
                  </a:lnTo>
                  <a:lnTo>
                    <a:pt x="540" y="177"/>
                  </a:lnTo>
                  <a:lnTo>
                    <a:pt x="540" y="177"/>
                  </a:lnTo>
                  <a:lnTo>
                    <a:pt x="540" y="179"/>
                  </a:lnTo>
                  <a:lnTo>
                    <a:pt x="539" y="180"/>
                  </a:lnTo>
                  <a:lnTo>
                    <a:pt x="537" y="182"/>
                  </a:lnTo>
                  <a:lnTo>
                    <a:pt x="537" y="183"/>
                  </a:lnTo>
                  <a:lnTo>
                    <a:pt x="537" y="183"/>
                  </a:lnTo>
                  <a:lnTo>
                    <a:pt x="542" y="188"/>
                  </a:lnTo>
                  <a:lnTo>
                    <a:pt x="545" y="191"/>
                  </a:lnTo>
                  <a:lnTo>
                    <a:pt x="553" y="199"/>
                  </a:lnTo>
                  <a:lnTo>
                    <a:pt x="553" y="199"/>
                  </a:lnTo>
                  <a:lnTo>
                    <a:pt x="556" y="204"/>
                  </a:lnTo>
                  <a:lnTo>
                    <a:pt x="560" y="211"/>
                  </a:lnTo>
                  <a:lnTo>
                    <a:pt x="560" y="211"/>
                  </a:lnTo>
                  <a:lnTo>
                    <a:pt x="568" y="219"/>
                  </a:lnTo>
                  <a:lnTo>
                    <a:pt x="579" y="227"/>
                  </a:lnTo>
                  <a:lnTo>
                    <a:pt x="589" y="235"/>
                  </a:lnTo>
                  <a:lnTo>
                    <a:pt x="597" y="243"/>
                  </a:lnTo>
                  <a:lnTo>
                    <a:pt x="597" y="243"/>
                  </a:lnTo>
                  <a:lnTo>
                    <a:pt x="605" y="253"/>
                  </a:lnTo>
                  <a:lnTo>
                    <a:pt x="608" y="259"/>
                  </a:lnTo>
                  <a:lnTo>
                    <a:pt x="613" y="264"/>
                  </a:lnTo>
                  <a:lnTo>
                    <a:pt x="613" y="264"/>
                  </a:lnTo>
                  <a:lnTo>
                    <a:pt x="621" y="269"/>
                  </a:lnTo>
                  <a:lnTo>
                    <a:pt x="629" y="272"/>
                  </a:lnTo>
                  <a:lnTo>
                    <a:pt x="629" y="272"/>
                  </a:lnTo>
                  <a:lnTo>
                    <a:pt x="635" y="278"/>
                  </a:lnTo>
                  <a:lnTo>
                    <a:pt x="640" y="286"/>
                  </a:lnTo>
                  <a:lnTo>
                    <a:pt x="646" y="294"/>
                  </a:lnTo>
                  <a:lnTo>
                    <a:pt x="653" y="301"/>
                  </a:lnTo>
                  <a:lnTo>
                    <a:pt x="653" y="301"/>
                  </a:lnTo>
                  <a:lnTo>
                    <a:pt x="661" y="310"/>
                  </a:lnTo>
                  <a:lnTo>
                    <a:pt x="667" y="320"/>
                  </a:lnTo>
                  <a:lnTo>
                    <a:pt x="677" y="328"/>
                  </a:lnTo>
                  <a:lnTo>
                    <a:pt x="687" y="335"/>
                  </a:lnTo>
                  <a:lnTo>
                    <a:pt x="687" y="335"/>
                  </a:lnTo>
                  <a:lnTo>
                    <a:pt x="690" y="344"/>
                  </a:lnTo>
                  <a:lnTo>
                    <a:pt x="690" y="349"/>
                  </a:lnTo>
                  <a:lnTo>
                    <a:pt x="688" y="354"/>
                  </a:lnTo>
                  <a:lnTo>
                    <a:pt x="688" y="354"/>
                  </a:lnTo>
                  <a:lnTo>
                    <a:pt x="680" y="349"/>
                  </a:lnTo>
                  <a:lnTo>
                    <a:pt x="674" y="341"/>
                  </a:lnTo>
                  <a:lnTo>
                    <a:pt x="669" y="331"/>
                  </a:lnTo>
                  <a:lnTo>
                    <a:pt x="663" y="325"/>
                  </a:lnTo>
                  <a:lnTo>
                    <a:pt x="663" y="325"/>
                  </a:lnTo>
                  <a:lnTo>
                    <a:pt x="658" y="317"/>
                  </a:lnTo>
                  <a:lnTo>
                    <a:pt x="653" y="310"/>
                  </a:lnTo>
                  <a:lnTo>
                    <a:pt x="640" y="298"/>
                  </a:lnTo>
                  <a:lnTo>
                    <a:pt x="626" y="286"/>
                  </a:lnTo>
                  <a:lnTo>
                    <a:pt x="613" y="273"/>
                  </a:lnTo>
                  <a:lnTo>
                    <a:pt x="613" y="273"/>
                  </a:lnTo>
                  <a:lnTo>
                    <a:pt x="609" y="272"/>
                  </a:lnTo>
                  <a:lnTo>
                    <a:pt x="606" y="272"/>
                  </a:lnTo>
                  <a:lnTo>
                    <a:pt x="606" y="272"/>
                  </a:lnTo>
                  <a:lnTo>
                    <a:pt x="590" y="257"/>
                  </a:lnTo>
                  <a:lnTo>
                    <a:pt x="571" y="246"/>
                  </a:lnTo>
                  <a:lnTo>
                    <a:pt x="561" y="241"/>
                  </a:lnTo>
                  <a:lnTo>
                    <a:pt x="550" y="236"/>
                  </a:lnTo>
                  <a:lnTo>
                    <a:pt x="539" y="233"/>
                  </a:lnTo>
                  <a:lnTo>
                    <a:pt x="526" y="232"/>
                  </a:lnTo>
                  <a:lnTo>
                    <a:pt x="526" y="232"/>
                  </a:lnTo>
                  <a:lnTo>
                    <a:pt x="536" y="243"/>
                  </a:lnTo>
                  <a:lnTo>
                    <a:pt x="547" y="251"/>
                  </a:lnTo>
                  <a:lnTo>
                    <a:pt x="573" y="267"/>
                  </a:lnTo>
                  <a:lnTo>
                    <a:pt x="573" y="267"/>
                  </a:lnTo>
                  <a:lnTo>
                    <a:pt x="573" y="270"/>
                  </a:lnTo>
                  <a:lnTo>
                    <a:pt x="574" y="273"/>
                  </a:lnTo>
                  <a:lnTo>
                    <a:pt x="579" y="277"/>
                  </a:lnTo>
                  <a:lnTo>
                    <a:pt x="590" y="281"/>
                  </a:lnTo>
                  <a:lnTo>
                    <a:pt x="590" y="281"/>
                  </a:lnTo>
                  <a:lnTo>
                    <a:pt x="590" y="283"/>
                  </a:lnTo>
                  <a:lnTo>
                    <a:pt x="589" y="286"/>
                  </a:lnTo>
                  <a:lnTo>
                    <a:pt x="589" y="286"/>
                  </a:lnTo>
                  <a:lnTo>
                    <a:pt x="600" y="296"/>
                  </a:lnTo>
                  <a:lnTo>
                    <a:pt x="609" y="307"/>
                  </a:lnTo>
                  <a:lnTo>
                    <a:pt x="629" y="330"/>
                  </a:lnTo>
                  <a:lnTo>
                    <a:pt x="646" y="352"/>
                  </a:lnTo>
                  <a:lnTo>
                    <a:pt x="666" y="375"/>
                  </a:lnTo>
                  <a:lnTo>
                    <a:pt x="666" y="375"/>
                  </a:lnTo>
                  <a:lnTo>
                    <a:pt x="672" y="388"/>
                  </a:lnTo>
                  <a:lnTo>
                    <a:pt x="680" y="402"/>
                  </a:lnTo>
                  <a:lnTo>
                    <a:pt x="688" y="417"/>
                  </a:lnTo>
                  <a:lnTo>
                    <a:pt x="692" y="425"/>
                  </a:lnTo>
                  <a:lnTo>
                    <a:pt x="692" y="431"/>
                  </a:lnTo>
                  <a:lnTo>
                    <a:pt x="692" y="431"/>
                  </a:lnTo>
                  <a:lnTo>
                    <a:pt x="692" y="437"/>
                  </a:lnTo>
                  <a:lnTo>
                    <a:pt x="688" y="442"/>
                  </a:lnTo>
                  <a:lnTo>
                    <a:pt x="685" y="449"/>
                  </a:lnTo>
                  <a:lnTo>
                    <a:pt x="683" y="457"/>
                  </a:lnTo>
                  <a:lnTo>
                    <a:pt x="683" y="457"/>
                  </a:lnTo>
                  <a:lnTo>
                    <a:pt x="680" y="474"/>
                  </a:lnTo>
                  <a:lnTo>
                    <a:pt x="680" y="474"/>
                  </a:lnTo>
                  <a:lnTo>
                    <a:pt x="677" y="495"/>
                  </a:lnTo>
                  <a:lnTo>
                    <a:pt x="677" y="495"/>
                  </a:lnTo>
                  <a:lnTo>
                    <a:pt x="679" y="505"/>
                  </a:lnTo>
                  <a:lnTo>
                    <a:pt x="680" y="516"/>
                  </a:lnTo>
                  <a:lnTo>
                    <a:pt x="682" y="526"/>
                  </a:lnTo>
                  <a:lnTo>
                    <a:pt x="683" y="537"/>
                  </a:lnTo>
                  <a:lnTo>
                    <a:pt x="683" y="537"/>
                  </a:lnTo>
                  <a:lnTo>
                    <a:pt x="682" y="548"/>
                  </a:lnTo>
                  <a:lnTo>
                    <a:pt x="679" y="558"/>
                  </a:lnTo>
                  <a:lnTo>
                    <a:pt x="674" y="568"/>
                  </a:lnTo>
                  <a:lnTo>
                    <a:pt x="669" y="577"/>
                  </a:lnTo>
                  <a:lnTo>
                    <a:pt x="658" y="595"/>
                  </a:lnTo>
                  <a:lnTo>
                    <a:pt x="653" y="603"/>
                  </a:lnTo>
                  <a:lnTo>
                    <a:pt x="650" y="611"/>
                  </a:lnTo>
                  <a:lnTo>
                    <a:pt x="650" y="611"/>
                  </a:lnTo>
                  <a:lnTo>
                    <a:pt x="635" y="624"/>
                  </a:lnTo>
                  <a:lnTo>
                    <a:pt x="622" y="637"/>
                  </a:lnTo>
                  <a:lnTo>
                    <a:pt x="609" y="651"/>
                  </a:lnTo>
                  <a:lnTo>
                    <a:pt x="601" y="658"/>
                  </a:lnTo>
                  <a:lnTo>
                    <a:pt x="593" y="663"/>
                  </a:lnTo>
                  <a:lnTo>
                    <a:pt x="593" y="663"/>
                  </a:lnTo>
                  <a:lnTo>
                    <a:pt x="590" y="666"/>
                  </a:lnTo>
                  <a:lnTo>
                    <a:pt x="589" y="671"/>
                  </a:lnTo>
                  <a:lnTo>
                    <a:pt x="589" y="671"/>
                  </a:lnTo>
                  <a:lnTo>
                    <a:pt x="571" y="679"/>
                  </a:lnTo>
                  <a:lnTo>
                    <a:pt x="555" y="688"/>
                  </a:lnTo>
                  <a:lnTo>
                    <a:pt x="547" y="692"/>
                  </a:lnTo>
                  <a:lnTo>
                    <a:pt x="537" y="695"/>
                  </a:lnTo>
                  <a:lnTo>
                    <a:pt x="527" y="696"/>
                  </a:lnTo>
                  <a:lnTo>
                    <a:pt x="516" y="698"/>
                  </a:lnTo>
                  <a:lnTo>
                    <a:pt x="516" y="698"/>
                  </a:lnTo>
                  <a:lnTo>
                    <a:pt x="510" y="703"/>
                  </a:lnTo>
                  <a:lnTo>
                    <a:pt x="503" y="708"/>
                  </a:lnTo>
                  <a:lnTo>
                    <a:pt x="503" y="708"/>
                  </a:lnTo>
                  <a:lnTo>
                    <a:pt x="495" y="708"/>
                  </a:lnTo>
                  <a:lnTo>
                    <a:pt x="487" y="709"/>
                  </a:lnTo>
                  <a:lnTo>
                    <a:pt x="474" y="716"/>
                  </a:lnTo>
                  <a:lnTo>
                    <a:pt x="474" y="716"/>
                  </a:lnTo>
                  <a:lnTo>
                    <a:pt x="466" y="717"/>
                  </a:lnTo>
                  <a:lnTo>
                    <a:pt x="457" y="719"/>
                  </a:lnTo>
                  <a:lnTo>
                    <a:pt x="437" y="719"/>
                  </a:lnTo>
                  <a:lnTo>
                    <a:pt x="437" y="719"/>
                  </a:lnTo>
                  <a:lnTo>
                    <a:pt x="423" y="721"/>
                  </a:lnTo>
                  <a:lnTo>
                    <a:pt x="407" y="721"/>
                  </a:lnTo>
                  <a:lnTo>
                    <a:pt x="375" y="719"/>
                  </a:lnTo>
                  <a:lnTo>
                    <a:pt x="343" y="714"/>
                  </a:lnTo>
                  <a:lnTo>
                    <a:pt x="315" y="706"/>
                  </a:lnTo>
                  <a:lnTo>
                    <a:pt x="315" y="706"/>
                  </a:lnTo>
                  <a:lnTo>
                    <a:pt x="301" y="701"/>
                  </a:lnTo>
                  <a:lnTo>
                    <a:pt x="288" y="695"/>
                  </a:lnTo>
                  <a:lnTo>
                    <a:pt x="288" y="695"/>
                  </a:lnTo>
                  <a:lnTo>
                    <a:pt x="278" y="693"/>
                  </a:lnTo>
                  <a:lnTo>
                    <a:pt x="269" y="690"/>
                  </a:lnTo>
                  <a:lnTo>
                    <a:pt x="262" y="687"/>
                  </a:lnTo>
                  <a:lnTo>
                    <a:pt x="259" y="685"/>
                  </a:lnTo>
                  <a:lnTo>
                    <a:pt x="256" y="680"/>
                  </a:lnTo>
                  <a:lnTo>
                    <a:pt x="256" y="680"/>
                  </a:lnTo>
                  <a:lnTo>
                    <a:pt x="252" y="682"/>
                  </a:lnTo>
                  <a:lnTo>
                    <a:pt x="251" y="682"/>
                  </a:lnTo>
                  <a:lnTo>
                    <a:pt x="248" y="682"/>
                  </a:lnTo>
                  <a:lnTo>
                    <a:pt x="248" y="682"/>
                  </a:lnTo>
                  <a:lnTo>
                    <a:pt x="227" y="668"/>
                  </a:lnTo>
                  <a:lnTo>
                    <a:pt x="204" y="656"/>
                  </a:lnTo>
                  <a:lnTo>
                    <a:pt x="204" y="656"/>
                  </a:lnTo>
                  <a:lnTo>
                    <a:pt x="198" y="648"/>
                  </a:lnTo>
                  <a:lnTo>
                    <a:pt x="191" y="640"/>
                  </a:lnTo>
                  <a:lnTo>
                    <a:pt x="177" y="627"/>
                  </a:lnTo>
                  <a:lnTo>
                    <a:pt x="162" y="614"/>
                  </a:lnTo>
                  <a:lnTo>
                    <a:pt x="156" y="606"/>
                  </a:lnTo>
                  <a:lnTo>
                    <a:pt x="151" y="598"/>
                  </a:lnTo>
                  <a:lnTo>
                    <a:pt x="151" y="598"/>
                  </a:lnTo>
                  <a:lnTo>
                    <a:pt x="142" y="592"/>
                  </a:lnTo>
                  <a:lnTo>
                    <a:pt x="133" y="584"/>
                  </a:lnTo>
                  <a:lnTo>
                    <a:pt x="127" y="576"/>
                  </a:lnTo>
                  <a:lnTo>
                    <a:pt x="121" y="566"/>
                  </a:lnTo>
                  <a:lnTo>
                    <a:pt x="108" y="547"/>
                  </a:lnTo>
                  <a:lnTo>
                    <a:pt x="101" y="537"/>
                  </a:lnTo>
                  <a:lnTo>
                    <a:pt x="93" y="529"/>
                  </a:lnTo>
                  <a:lnTo>
                    <a:pt x="93" y="529"/>
                  </a:lnTo>
                  <a:lnTo>
                    <a:pt x="93" y="532"/>
                  </a:lnTo>
                  <a:lnTo>
                    <a:pt x="92" y="536"/>
                  </a:lnTo>
                  <a:lnTo>
                    <a:pt x="93" y="544"/>
                  </a:lnTo>
                  <a:lnTo>
                    <a:pt x="95" y="552"/>
                  </a:lnTo>
                  <a:lnTo>
                    <a:pt x="95" y="555"/>
                  </a:lnTo>
                  <a:lnTo>
                    <a:pt x="92" y="558"/>
                  </a:lnTo>
                  <a:lnTo>
                    <a:pt x="92" y="558"/>
                  </a:lnTo>
                  <a:lnTo>
                    <a:pt x="95" y="568"/>
                  </a:lnTo>
                  <a:lnTo>
                    <a:pt x="98" y="581"/>
                  </a:lnTo>
                  <a:lnTo>
                    <a:pt x="100" y="594"/>
                  </a:lnTo>
                  <a:lnTo>
                    <a:pt x="98" y="606"/>
                  </a:lnTo>
                  <a:lnTo>
                    <a:pt x="98" y="606"/>
                  </a:lnTo>
                  <a:lnTo>
                    <a:pt x="101" y="608"/>
                  </a:lnTo>
                  <a:lnTo>
                    <a:pt x="105" y="611"/>
                  </a:lnTo>
                  <a:lnTo>
                    <a:pt x="108" y="618"/>
                  </a:lnTo>
                  <a:lnTo>
                    <a:pt x="108" y="621"/>
                  </a:lnTo>
                  <a:lnTo>
                    <a:pt x="106" y="624"/>
                  </a:lnTo>
                  <a:lnTo>
                    <a:pt x="105" y="627"/>
                  </a:lnTo>
                  <a:lnTo>
                    <a:pt x="101" y="629"/>
                  </a:lnTo>
                  <a:lnTo>
                    <a:pt x="101" y="629"/>
                  </a:lnTo>
                  <a:lnTo>
                    <a:pt x="101" y="637"/>
                  </a:lnTo>
                  <a:lnTo>
                    <a:pt x="105" y="643"/>
                  </a:lnTo>
                  <a:lnTo>
                    <a:pt x="108" y="651"/>
                  </a:lnTo>
                  <a:lnTo>
                    <a:pt x="109" y="659"/>
                  </a:lnTo>
                  <a:lnTo>
                    <a:pt x="109" y="659"/>
                  </a:lnTo>
                  <a:lnTo>
                    <a:pt x="113" y="661"/>
                  </a:lnTo>
                  <a:lnTo>
                    <a:pt x="116" y="659"/>
                  </a:lnTo>
                  <a:lnTo>
                    <a:pt x="119" y="658"/>
                  </a:lnTo>
                  <a:lnTo>
                    <a:pt x="121" y="655"/>
                  </a:lnTo>
                  <a:lnTo>
                    <a:pt x="121" y="655"/>
                  </a:lnTo>
                  <a:lnTo>
                    <a:pt x="124" y="659"/>
                  </a:lnTo>
                  <a:lnTo>
                    <a:pt x="125" y="666"/>
                  </a:lnTo>
                  <a:lnTo>
                    <a:pt x="129" y="679"/>
                  </a:lnTo>
                  <a:lnTo>
                    <a:pt x="129" y="679"/>
                  </a:lnTo>
                  <a:lnTo>
                    <a:pt x="132" y="679"/>
                  </a:lnTo>
                  <a:lnTo>
                    <a:pt x="133" y="676"/>
                  </a:lnTo>
                  <a:lnTo>
                    <a:pt x="135" y="674"/>
                  </a:lnTo>
                  <a:lnTo>
                    <a:pt x="138" y="674"/>
                  </a:lnTo>
                  <a:lnTo>
                    <a:pt x="138" y="674"/>
                  </a:lnTo>
                  <a:lnTo>
                    <a:pt x="140" y="676"/>
                  </a:lnTo>
                  <a:lnTo>
                    <a:pt x="143" y="677"/>
                  </a:lnTo>
                  <a:lnTo>
                    <a:pt x="150" y="680"/>
                  </a:lnTo>
                  <a:lnTo>
                    <a:pt x="150" y="680"/>
                  </a:lnTo>
                  <a:lnTo>
                    <a:pt x="150" y="685"/>
                  </a:lnTo>
                  <a:lnTo>
                    <a:pt x="151" y="687"/>
                  </a:lnTo>
                  <a:lnTo>
                    <a:pt x="154" y="688"/>
                  </a:lnTo>
                  <a:lnTo>
                    <a:pt x="158" y="692"/>
                  </a:lnTo>
                  <a:lnTo>
                    <a:pt x="158" y="692"/>
                  </a:lnTo>
                  <a:lnTo>
                    <a:pt x="153" y="693"/>
                  </a:lnTo>
                  <a:lnTo>
                    <a:pt x="153" y="693"/>
                  </a:lnTo>
                  <a:lnTo>
                    <a:pt x="156" y="692"/>
                  </a:lnTo>
                  <a:lnTo>
                    <a:pt x="158" y="693"/>
                  </a:lnTo>
                  <a:lnTo>
                    <a:pt x="161" y="695"/>
                  </a:lnTo>
                  <a:lnTo>
                    <a:pt x="161" y="700"/>
                  </a:lnTo>
                  <a:lnTo>
                    <a:pt x="162" y="703"/>
                  </a:lnTo>
                  <a:lnTo>
                    <a:pt x="162" y="703"/>
                  </a:lnTo>
                  <a:lnTo>
                    <a:pt x="167" y="706"/>
                  </a:lnTo>
                  <a:lnTo>
                    <a:pt x="174" y="711"/>
                  </a:lnTo>
                  <a:lnTo>
                    <a:pt x="179" y="717"/>
                  </a:lnTo>
                  <a:lnTo>
                    <a:pt x="179" y="721"/>
                  </a:lnTo>
                  <a:lnTo>
                    <a:pt x="179" y="724"/>
                  </a:lnTo>
                  <a:lnTo>
                    <a:pt x="179" y="724"/>
                  </a:lnTo>
                  <a:lnTo>
                    <a:pt x="183" y="722"/>
                  </a:lnTo>
                  <a:lnTo>
                    <a:pt x="185" y="719"/>
                  </a:lnTo>
                  <a:lnTo>
                    <a:pt x="187" y="716"/>
                  </a:lnTo>
                  <a:lnTo>
                    <a:pt x="190" y="714"/>
                  </a:lnTo>
                  <a:lnTo>
                    <a:pt x="190" y="714"/>
                  </a:lnTo>
                  <a:lnTo>
                    <a:pt x="193" y="717"/>
                  </a:lnTo>
                  <a:lnTo>
                    <a:pt x="198" y="721"/>
                  </a:lnTo>
                  <a:lnTo>
                    <a:pt x="201" y="722"/>
                  </a:lnTo>
                  <a:lnTo>
                    <a:pt x="207" y="727"/>
                  </a:lnTo>
                  <a:lnTo>
                    <a:pt x="207" y="727"/>
                  </a:lnTo>
                  <a:lnTo>
                    <a:pt x="212" y="719"/>
                  </a:lnTo>
                  <a:lnTo>
                    <a:pt x="214" y="716"/>
                  </a:lnTo>
                  <a:lnTo>
                    <a:pt x="214" y="713"/>
                  </a:lnTo>
                  <a:lnTo>
                    <a:pt x="214" y="713"/>
                  </a:lnTo>
                  <a:lnTo>
                    <a:pt x="214" y="714"/>
                  </a:lnTo>
                  <a:lnTo>
                    <a:pt x="211" y="714"/>
                  </a:lnTo>
                  <a:lnTo>
                    <a:pt x="209" y="709"/>
                  </a:lnTo>
                  <a:lnTo>
                    <a:pt x="209" y="709"/>
                  </a:lnTo>
                  <a:lnTo>
                    <a:pt x="211" y="701"/>
                  </a:lnTo>
                  <a:lnTo>
                    <a:pt x="211" y="693"/>
                  </a:lnTo>
                  <a:lnTo>
                    <a:pt x="211" y="685"/>
                  </a:lnTo>
                  <a:lnTo>
                    <a:pt x="211" y="677"/>
                  </a:lnTo>
                  <a:lnTo>
                    <a:pt x="211" y="677"/>
                  </a:lnTo>
                  <a:lnTo>
                    <a:pt x="217" y="682"/>
                  </a:lnTo>
                  <a:lnTo>
                    <a:pt x="220" y="688"/>
                  </a:lnTo>
                  <a:lnTo>
                    <a:pt x="224" y="696"/>
                  </a:lnTo>
                  <a:lnTo>
                    <a:pt x="228" y="703"/>
                  </a:lnTo>
                  <a:lnTo>
                    <a:pt x="228" y="703"/>
                  </a:lnTo>
                  <a:lnTo>
                    <a:pt x="227" y="708"/>
                  </a:lnTo>
                  <a:lnTo>
                    <a:pt x="225" y="713"/>
                  </a:lnTo>
                  <a:lnTo>
                    <a:pt x="222" y="717"/>
                  </a:lnTo>
                  <a:lnTo>
                    <a:pt x="220" y="724"/>
                  </a:lnTo>
                  <a:lnTo>
                    <a:pt x="220" y="724"/>
                  </a:lnTo>
                  <a:lnTo>
                    <a:pt x="225" y="727"/>
                  </a:lnTo>
                  <a:lnTo>
                    <a:pt x="230" y="730"/>
                  </a:lnTo>
                  <a:lnTo>
                    <a:pt x="236" y="732"/>
                  </a:lnTo>
                  <a:lnTo>
                    <a:pt x="243" y="732"/>
                  </a:lnTo>
                  <a:lnTo>
                    <a:pt x="243" y="732"/>
                  </a:lnTo>
                  <a:lnTo>
                    <a:pt x="246" y="735"/>
                  </a:lnTo>
                  <a:lnTo>
                    <a:pt x="249" y="738"/>
                  </a:lnTo>
                  <a:lnTo>
                    <a:pt x="252" y="746"/>
                  </a:lnTo>
                  <a:lnTo>
                    <a:pt x="261" y="764"/>
                  </a:lnTo>
                  <a:lnTo>
                    <a:pt x="261" y="764"/>
                  </a:lnTo>
                  <a:lnTo>
                    <a:pt x="265" y="764"/>
                  </a:lnTo>
                  <a:lnTo>
                    <a:pt x="272" y="766"/>
                  </a:lnTo>
                  <a:lnTo>
                    <a:pt x="272" y="766"/>
                  </a:lnTo>
                  <a:lnTo>
                    <a:pt x="272" y="770"/>
                  </a:lnTo>
                  <a:lnTo>
                    <a:pt x="272" y="774"/>
                  </a:lnTo>
                  <a:lnTo>
                    <a:pt x="272" y="774"/>
                  </a:lnTo>
                  <a:lnTo>
                    <a:pt x="280" y="772"/>
                  </a:lnTo>
                  <a:lnTo>
                    <a:pt x="286" y="770"/>
                  </a:lnTo>
                  <a:lnTo>
                    <a:pt x="293" y="767"/>
                  </a:lnTo>
                  <a:lnTo>
                    <a:pt x="296" y="767"/>
                  </a:lnTo>
                  <a:lnTo>
                    <a:pt x="299" y="769"/>
                  </a:lnTo>
                  <a:lnTo>
                    <a:pt x="299" y="769"/>
                  </a:lnTo>
                  <a:lnTo>
                    <a:pt x="307" y="764"/>
                  </a:lnTo>
                  <a:lnTo>
                    <a:pt x="315" y="761"/>
                  </a:lnTo>
                  <a:lnTo>
                    <a:pt x="323" y="759"/>
                  </a:lnTo>
                  <a:lnTo>
                    <a:pt x="331" y="758"/>
                  </a:lnTo>
                  <a:lnTo>
                    <a:pt x="351" y="759"/>
                  </a:lnTo>
                  <a:lnTo>
                    <a:pt x="359" y="759"/>
                  </a:lnTo>
                  <a:lnTo>
                    <a:pt x="368" y="758"/>
                  </a:lnTo>
                  <a:lnTo>
                    <a:pt x="368" y="758"/>
                  </a:lnTo>
                  <a:lnTo>
                    <a:pt x="370" y="753"/>
                  </a:lnTo>
                  <a:lnTo>
                    <a:pt x="373" y="751"/>
                  </a:lnTo>
                  <a:lnTo>
                    <a:pt x="383" y="748"/>
                  </a:lnTo>
                  <a:lnTo>
                    <a:pt x="383" y="748"/>
                  </a:lnTo>
                  <a:lnTo>
                    <a:pt x="384" y="751"/>
                  </a:lnTo>
                  <a:lnTo>
                    <a:pt x="384" y="753"/>
                  </a:lnTo>
                  <a:lnTo>
                    <a:pt x="384" y="756"/>
                  </a:lnTo>
                  <a:lnTo>
                    <a:pt x="384" y="758"/>
                  </a:lnTo>
                  <a:lnTo>
                    <a:pt x="384" y="758"/>
                  </a:lnTo>
                  <a:lnTo>
                    <a:pt x="386" y="759"/>
                  </a:lnTo>
                  <a:lnTo>
                    <a:pt x="389" y="761"/>
                  </a:lnTo>
                  <a:lnTo>
                    <a:pt x="391" y="761"/>
                  </a:lnTo>
                  <a:lnTo>
                    <a:pt x="391" y="762"/>
                  </a:lnTo>
                  <a:lnTo>
                    <a:pt x="391" y="762"/>
                  </a:lnTo>
                  <a:lnTo>
                    <a:pt x="397" y="761"/>
                  </a:lnTo>
                  <a:lnTo>
                    <a:pt x="402" y="756"/>
                  </a:lnTo>
                  <a:lnTo>
                    <a:pt x="404" y="753"/>
                  </a:lnTo>
                  <a:lnTo>
                    <a:pt x="402" y="751"/>
                  </a:lnTo>
                  <a:lnTo>
                    <a:pt x="400" y="751"/>
                  </a:lnTo>
                  <a:lnTo>
                    <a:pt x="400" y="751"/>
                  </a:lnTo>
                  <a:lnTo>
                    <a:pt x="413" y="746"/>
                  </a:lnTo>
                  <a:lnTo>
                    <a:pt x="425" y="743"/>
                  </a:lnTo>
                  <a:lnTo>
                    <a:pt x="425" y="743"/>
                  </a:lnTo>
                  <a:lnTo>
                    <a:pt x="426" y="746"/>
                  </a:lnTo>
                  <a:lnTo>
                    <a:pt x="428" y="748"/>
                  </a:lnTo>
                  <a:lnTo>
                    <a:pt x="428" y="750"/>
                  </a:lnTo>
                  <a:lnTo>
                    <a:pt x="428" y="754"/>
                  </a:lnTo>
                  <a:lnTo>
                    <a:pt x="428" y="754"/>
                  </a:lnTo>
                  <a:lnTo>
                    <a:pt x="449" y="753"/>
                  </a:lnTo>
                  <a:lnTo>
                    <a:pt x="468" y="750"/>
                  </a:lnTo>
                  <a:lnTo>
                    <a:pt x="468" y="750"/>
                  </a:lnTo>
                  <a:lnTo>
                    <a:pt x="470" y="754"/>
                  </a:lnTo>
                  <a:lnTo>
                    <a:pt x="470" y="756"/>
                  </a:lnTo>
                  <a:lnTo>
                    <a:pt x="471" y="758"/>
                  </a:lnTo>
                  <a:lnTo>
                    <a:pt x="471" y="758"/>
                  </a:lnTo>
                  <a:lnTo>
                    <a:pt x="474" y="758"/>
                  </a:lnTo>
                  <a:lnTo>
                    <a:pt x="476" y="758"/>
                  </a:lnTo>
                  <a:lnTo>
                    <a:pt x="481" y="756"/>
                  </a:lnTo>
                  <a:lnTo>
                    <a:pt x="484" y="753"/>
                  </a:lnTo>
                  <a:lnTo>
                    <a:pt x="487" y="753"/>
                  </a:lnTo>
                  <a:lnTo>
                    <a:pt x="490" y="753"/>
                  </a:lnTo>
                  <a:lnTo>
                    <a:pt x="490" y="753"/>
                  </a:lnTo>
                  <a:lnTo>
                    <a:pt x="492" y="754"/>
                  </a:lnTo>
                  <a:lnTo>
                    <a:pt x="492" y="758"/>
                  </a:lnTo>
                  <a:lnTo>
                    <a:pt x="492" y="761"/>
                  </a:lnTo>
                  <a:lnTo>
                    <a:pt x="490" y="762"/>
                  </a:lnTo>
                  <a:lnTo>
                    <a:pt x="490" y="762"/>
                  </a:lnTo>
                  <a:lnTo>
                    <a:pt x="495" y="764"/>
                  </a:lnTo>
                  <a:lnTo>
                    <a:pt x="499" y="764"/>
                  </a:lnTo>
                  <a:lnTo>
                    <a:pt x="503" y="762"/>
                  </a:lnTo>
                  <a:lnTo>
                    <a:pt x="510" y="762"/>
                  </a:lnTo>
                  <a:lnTo>
                    <a:pt x="510" y="762"/>
                  </a:lnTo>
                  <a:lnTo>
                    <a:pt x="518" y="758"/>
                  </a:lnTo>
                  <a:lnTo>
                    <a:pt x="518" y="758"/>
                  </a:lnTo>
                  <a:lnTo>
                    <a:pt x="527" y="758"/>
                  </a:lnTo>
                  <a:lnTo>
                    <a:pt x="536" y="756"/>
                  </a:lnTo>
                  <a:lnTo>
                    <a:pt x="548" y="750"/>
                  </a:lnTo>
                  <a:lnTo>
                    <a:pt x="560" y="741"/>
                  </a:lnTo>
                  <a:lnTo>
                    <a:pt x="573" y="733"/>
                  </a:lnTo>
                  <a:lnTo>
                    <a:pt x="573" y="733"/>
                  </a:lnTo>
                  <a:lnTo>
                    <a:pt x="581" y="729"/>
                  </a:lnTo>
                  <a:lnTo>
                    <a:pt x="589" y="722"/>
                  </a:lnTo>
                  <a:lnTo>
                    <a:pt x="589" y="722"/>
                  </a:lnTo>
                  <a:lnTo>
                    <a:pt x="601" y="711"/>
                  </a:lnTo>
                  <a:lnTo>
                    <a:pt x="614" y="698"/>
                  </a:lnTo>
                  <a:lnTo>
                    <a:pt x="638" y="672"/>
                  </a:lnTo>
                  <a:lnTo>
                    <a:pt x="661" y="645"/>
                  </a:lnTo>
                  <a:lnTo>
                    <a:pt x="683" y="619"/>
                  </a:lnTo>
                  <a:lnTo>
                    <a:pt x="683" y="619"/>
                  </a:lnTo>
                  <a:lnTo>
                    <a:pt x="688" y="610"/>
                  </a:lnTo>
                  <a:lnTo>
                    <a:pt x="695" y="603"/>
                  </a:lnTo>
                  <a:lnTo>
                    <a:pt x="708" y="589"/>
                  </a:lnTo>
                  <a:lnTo>
                    <a:pt x="708" y="589"/>
                  </a:lnTo>
                  <a:lnTo>
                    <a:pt x="711" y="590"/>
                  </a:lnTo>
                  <a:lnTo>
                    <a:pt x="712" y="592"/>
                  </a:lnTo>
                  <a:lnTo>
                    <a:pt x="714" y="594"/>
                  </a:lnTo>
                  <a:lnTo>
                    <a:pt x="716" y="594"/>
                  </a:lnTo>
                  <a:lnTo>
                    <a:pt x="716" y="594"/>
                  </a:lnTo>
                  <a:lnTo>
                    <a:pt x="719" y="590"/>
                  </a:lnTo>
                  <a:lnTo>
                    <a:pt x="720" y="587"/>
                  </a:lnTo>
                  <a:lnTo>
                    <a:pt x="722" y="577"/>
                  </a:lnTo>
                  <a:lnTo>
                    <a:pt x="722" y="573"/>
                  </a:lnTo>
                  <a:lnTo>
                    <a:pt x="724" y="569"/>
                  </a:lnTo>
                  <a:lnTo>
                    <a:pt x="727" y="566"/>
                  </a:lnTo>
                  <a:lnTo>
                    <a:pt x="732" y="566"/>
                  </a:lnTo>
                  <a:lnTo>
                    <a:pt x="732" y="566"/>
                  </a:lnTo>
                  <a:lnTo>
                    <a:pt x="735" y="568"/>
                  </a:lnTo>
                  <a:lnTo>
                    <a:pt x="737" y="571"/>
                  </a:lnTo>
                  <a:lnTo>
                    <a:pt x="738" y="574"/>
                  </a:lnTo>
                  <a:lnTo>
                    <a:pt x="738" y="579"/>
                  </a:lnTo>
                  <a:lnTo>
                    <a:pt x="740" y="600"/>
                  </a:lnTo>
                  <a:lnTo>
                    <a:pt x="740" y="600"/>
                  </a:lnTo>
                  <a:lnTo>
                    <a:pt x="741" y="610"/>
                  </a:lnTo>
                  <a:lnTo>
                    <a:pt x="743" y="614"/>
                  </a:lnTo>
                  <a:lnTo>
                    <a:pt x="743" y="619"/>
                  </a:lnTo>
                  <a:lnTo>
                    <a:pt x="743" y="619"/>
                  </a:lnTo>
                  <a:lnTo>
                    <a:pt x="741" y="631"/>
                  </a:lnTo>
                  <a:lnTo>
                    <a:pt x="743" y="635"/>
                  </a:lnTo>
                  <a:lnTo>
                    <a:pt x="745" y="640"/>
                  </a:lnTo>
                  <a:lnTo>
                    <a:pt x="745" y="640"/>
                  </a:lnTo>
                  <a:lnTo>
                    <a:pt x="748" y="637"/>
                  </a:lnTo>
                  <a:lnTo>
                    <a:pt x="751" y="634"/>
                  </a:lnTo>
                  <a:lnTo>
                    <a:pt x="756" y="626"/>
                  </a:lnTo>
                  <a:lnTo>
                    <a:pt x="759" y="616"/>
                  </a:lnTo>
                  <a:lnTo>
                    <a:pt x="761" y="608"/>
                  </a:lnTo>
                  <a:lnTo>
                    <a:pt x="761" y="608"/>
                  </a:lnTo>
                  <a:lnTo>
                    <a:pt x="764" y="584"/>
                  </a:lnTo>
                  <a:lnTo>
                    <a:pt x="765" y="560"/>
                  </a:lnTo>
                  <a:lnTo>
                    <a:pt x="767" y="510"/>
                  </a:lnTo>
                  <a:lnTo>
                    <a:pt x="767" y="510"/>
                  </a:lnTo>
                  <a:lnTo>
                    <a:pt x="769" y="505"/>
                  </a:lnTo>
                  <a:lnTo>
                    <a:pt x="770" y="500"/>
                  </a:lnTo>
                  <a:lnTo>
                    <a:pt x="770" y="500"/>
                  </a:lnTo>
                  <a:lnTo>
                    <a:pt x="769" y="492"/>
                  </a:lnTo>
                  <a:lnTo>
                    <a:pt x="767" y="483"/>
                  </a:lnTo>
                  <a:lnTo>
                    <a:pt x="767" y="483"/>
                  </a:lnTo>
                  <a:lnTo>
                    <a:pt x="767" y="474"/>
                  </a:lnTo>
                  <a:lnTo>
                    <a:pt x="770" y="466"/>
                  </a:lnTo>
                  <a:lnTo>
                    <a:pt x="777" y="452"/>
                  </a:lnTo>
                  <a:lnTo>
                    <a:pt x="778" y="444"/>
                  </a:lnTo>
                  <a:lnTo>
                    <a:pt x="780" y="437"/>
                  </a:lnTo>
                  <a:lnTo>
                    <a:pt x="780" y="429"/>
                  </a:lnTo>
                  <a:lnTo>
                    <a:pt x="777" y="421"/>
                  </a:lnTo>
                  <a:lnTo>
                    <a:pt x="777" y="421"/>
                  </a:lnTo>
                  <a:close/>
                  <a:moveTo>
                    <a:pt x="117" y="639"/>
                  </a:moveTo>
                  <a:lnTo>
                    <a:pt x="117" y="639"/>
                  </a:lnTo>
                  <a:lnTo>
                    <a:pt x="116" y="639"/>
                  </a:lnTo>
                  <a:lnTo>
                    <a:pt x="114" y="640"/>
                  </a:lnTo>
                  <a:lnTo>
                    <a:pt x="113" y="642"/>
                  </a:lnTo>
                  <a:lnTo>
                    <a:pt x="111" y="642"/>
                  </a:lnTo>
                  <a:lnTo>
                    <a:pt x="111" y="642"/>
                  </a:lnTo>
                  <a:lnTo>
                    <a:pt x="109" y="640"/>
                  </a:lnTo>
                  <a:lnTo>
                    <a:pt x="109" y="637"/>
                  </a:lnTo>
                  <a:lnTo>
                    <a:pt x="108" y="634"/>
                  </a:lnTo>
                  <a:lnTo>
                    <a:pt x="108" y="634"/>
                  </a:lnTo>
                  <a:lnTo>
                    <a:pt x="113" y="634"/>
                  </a:lnTo>
                  <a:lnTo>
                    <a:pt x="116" y="634"/>
                  </a:lnTo>
                  <a:lnTo>
                    <a:pt x="117" y="632"/>
                  </a:lnTo>
                  <a:lnTo>
                    <a:pt x="117" y="632"/>
                  </a:lnTo>
                  <a:lnTo>
                    <a:pt x="117" y="635"/>
                  </a:lnTo>
                  <a:lnTo>
                    <a:pt x="117" y="639"/>
                  </a:lnTo>
                  <a:lnTo>
                    <a:pt x="117" y="639"/>
                  </a:lnTo>
                  <a:close/>
                  <a:moveTo>
                    <a:pt x="212" y="676"/>
                  </a:moveTo>
                  <a:lnTo>
                    <a:pt x="212" y="676"/>
                  </a:lnTo>
                  <a:lnTo>
                    <a:pt x="209" y="674"/>
                  </a:lnTo>
                  <a:lnTo>
                    <a:pt x="204" y="674"/>
                  </a:lnTo>
                  <a:lnTo>
                    <a:pt x="204" y="674"/>
                  </a:lnTo>
                  <a:lnTo>
                    <a:pt x="204" y="671"/>
                  </a:lnTo>
                  <a:lnTo>
                    <a:pt x="204" y="669"/>
                  </a:lnTo>
                  <a:lnTo>
                    <a:pt x="203" y="669"/>
                  </a:lnTo>
                  <a:lnTo>
                    <a:pt x="203" y="669"/>
                  </a:lnTo>
                  <a:lnTo>
                    <a:pt x="204" y="668"/>
                  </a:lnTo>
                  <a:lnTo>
                    <a:pt x="203" y="666"/>
                  </a:lnTo>
                  <a:lnTo>
                    <a:pt x="201" y="664"/>
                  </a:lnTo>
                  <a:lnTo>
                    <a:pt x="201" y="663"/>
                  </a:lnTo>
                  <a:lnTo>
                    <a:pt x="201" y="663"/>
                  </a:lnTo>
                  <a:lnTo>
                    <a:pt x="204" y="663"/>
                  </a:lnTo>
                  <a:lnTo>
                    <a:pt x="209" y="664"/>
                  </a:lnTo>
                  <a:lnTo>
                    <a:pt x="209" y="664"/>
                  </a:lnTo>
                  <a:lnTo>
                    <a:pt x="207" y="668"/>
                  </a:lnTo>
                  <a:lnTo>
                    <a:pt x="209" y="669"/>
                  </a:lnTo>
                  <a:lnTo>
                    <a:pt x="211" y="671"/>
                  </a:lnTo>
                  <a:lnTo>
                    <a:pt x="212" y="676"/>
                  </a:lnTo>
                  <a:lnTo>
                    <a:pt x="212" y="676"/>
                  </a:lnTo>
                  <a:close/>
                  <a:moveTo>
                    <a:pt x="320" y="745"/>
                  </a:moveTo>
                  <a:lnTo>
                    <a:pt x="320" y="745"/>
                  </a:lnTo>
                  <a:lnTo>
                    <a:pt x="320" y="740"/>
                  </a:lnTo>
                  <a:lnTo>
                    <a:pt x="320" y="737"/>
                  </a:lnTo>
                  <a:lnTo>
                    <a:pt x="322" y="735"/>
                  </a:lnTo>
                  <a:lnTo>
                    <a:pt x="325" y="737"/>
                  </a:lnTo>
                  <a:lnTo>
                    <a:pt x="326" y="738"/>
                  </a:lnTo>
                  <a:lnTo>
                    <a:pt x="326" y="740"/>
                  </a:lnTo>
                  <a:lnTo>
                    <a:pt x="325" y="743"/>
                  </a:lnTo>
                  <a:lnTo>
                    <a:pt x="320" y="745"/>
                  </a:lnTo>
                  <a:lnTo>
                    <a:pt x="320" y="745"/>
                  </a:lnTo>
                  <a:close/>
                  <a:moveTo>
                    <a:pt x="343" y="745"/>
                  </a:moveTo>
                  <a:lnTo>
                    <a:pt x="343" y="745"/>
                  </a:lnTo>
                  <a:lnTo>
                    <a:pt x="343" y="743"/>
                  </a:lnTo>
                  <a:lnTo>
                    <a:pt x="341" y="741"/>
                  </a:lnTo>
                  <a:lnTo>
                    <a:pt x="341" y="741"/>
                  </a:lnTo>
                  <a:lnTo>
                    <a:pt x="343" y="740"/>
                  </a:lnTo>
                  <a:lnTo>
                    <a:pt x="344" y="740"/>
                  </a:lnTo>
                  <a:lnTo>
                    <a:pt x="347" y="741"/>
                  </a:lnTo>
                  <a:lnTo>
                    <a:pt x="347" y="741"/>
                  </a:lnTo>
                  <a:lnTo>
                    <a:pt x="346" y="743"/>
                  </a:lnTo>
                  <a:lnTo>
                    <a:pt x="343" y="745"/>
                  </a:lnTo>
                  <a:lnTo>
                    <a:pt x="343" y="745"/>
                  </a:lnTo>
                  <a:close/>
                  <a:moveTo>
                    <a:pt x="77" y="513"/>
                  </a:moveTo>
                  <a:lnTo>
                    <a:pt x="82" y="513"/>
                  </a:lnTo>
                  <a:lnTo>
                    <a:pt x="82" y="513"/>
                  </a:lnTo>
                  <a:lnTo>
                    <a:pt x="82" y="511"/>
                  </a:lnTo>
                  <a:lnTo>
                    <a:pt x="82" y="508"/>
                  </a:lnTo>
                  <a:lnTo>
                    <a:pt x="82" y="508"/>
                  </a:lnTo>
                  <a:lnTo>
                    <a:pt x="79" y="508"/>
                  </a:lnTo>
                  <a:lnTo>
                    <a:pt x="79" y="508"/>
                  </a:lnTo>
                  <a:lnTo>
                    <a:pt x="80" y="510"/>
                  </a:lnTo>
                  <a:lnTo>
                    <a:pt x="82" y="511"/>
                  </a:lnTo>
                  <a:lnTo>
                    <a:pt x="82" y="511"/>
                  </a:lnTo>
                  <a:lnTo>
                    <a:pt x="79" y="511"/>
                  </a:lnTo>
                  <a:lnTo>
                    <a:pt x="77" y="513"/>
                  </a:lnTo>
                  <a:lnTo>
                    <a:pt x="77" y="513"/>
                  </a:lnTo>
                  <a:lnTo>
                    <a:pt x="77" y="513"/>
                  </a:lnTo>
                  <a:close/>
                  <a:moveTo>
                    <a:pt x="232" y="815"/>
                  </a:moveTo>
                  <a:lnTo>
                    <a:pt x="232" y="815"/>
                  </a:lnTo>
                  <a:lnTo>
                    <a:pt x="224" y="814"/>
                  </a:lnTo>
                  <a:lnTo>
                    <a:pt x="224" y="814"/>
                  </a:lnTo>
                  <a:lnTo>
                    <a:pt x="204" y="801"/>
                  </a:lnTo>
                  <a:lnTo>
                    <a:pt x="187" y="790"/>
                  </a:lnTo>
                  <a:lnTo>
                    <a:pt x="169" y="777"/>
                  </a:lnTo>
                  <a:lnTo>
                    <a:pt x="159" y="770"/>
                  </a:lnTo>
                  <a:lnTo>
                    <a:pt x="153" y="762"/>
                  </a:lnTo>
                  <a:lnTo>
                    <a:pt x="153" y="762"/>
                  </a:lnTo>
                  <a:lnTo>
                    <a:pt x="145" y="759"/>
                  </a:lnTo>
                  <a:lnTo>
                    <a:pt x="138" y="756"/>
                  </a:lnTo>
                  <a:lnTo>
                    <a:pt x="129" y="745"/>
                  </a:lnTo>
                  <a:lnTo>
                    <a:pt x="124" y="740"/>
                  </a:lnTo>
                  <a:lnTo>
                    <a:pt x="117" y="735"/>
                  </a:lnTo>
                  <a:lnTo>
                    <a:pt x="113" y="732"/>
                  </a:lnTo>
                  <a:lnTo>
                    <a:pt x="105" y="730"/>
                  </a:lnTo>
                  <a:lnTo>
                    <a:pt x="105" y="730"/>
                  </a:lnTo>
                  <a:lnTo>
                    <a:pt x="117" y="748"/>
                  </a:lnTo>
                  <a:lnTo>
                    <a:pt x="124" y="756"/>
                  </a:lnTo>
                  <a:lnTo>
                    <a:pt x="132" y="762"/>
                  </a:lnTo>
                  <a:lnTo>
                    <a:pt x="132" y="762"/>
                  </a:lnTo>
                  <a:lnTo>
                    <a:pt x="137" y="766"/>
                  </a:lnTo>
                  <a:lnTo>
                    <a:pt x="142" y="767"/>
                  </a:lnTo>
                  <a:lnTo>
                    <a:pt x="142" y="767"/>
                  </a:lnTo>
                  <a:lnTo>
                    <a:pt x="150" y="775"/>
                  </a:lnTo>
                  <a:lnTo>
                    <a:pt x="158" y="783"/>
                  </a:lnTo>
                  <a:lnTo>
                    <a:pt x="158" y="783"/>
                  </a:lnTo>
                  <a:lnTo>
                    <a:pt x="169" y="790"/>
                  </a:lnTo>
                  <a:lnTo>
                    <a:pt x="169" y="790"/>
                  </a:lnTo>
                  <a:lnTo>
                    <a:pt x="203" y="811"/>
                  </a:lnTo>
                  <a:lnTo>
                    <a:pt x="220" y="819"/>
                  </a:lnTo>
                  <a:lnTo>
                    <a:pt x="236" y="825"/>
                  </a:lnTo>
                  <a:lnTo>
                    <a:pt x="236" y="825"/>
                  </a:lnTo>
                  <a:lnTo>
                    <a:pt x="238" y="825"/>
                  </a:lnTo>
                  <a:lnTo>
                    <a:pt x="238" y="824"/>
                  </a:lnTo>
                  <a:lnTo>
                    <a:pt x="238" y="824"/>
                  </a:lnTo>
                  <a:lnTo>
                    <a:pt x="235" y="820"/>
                  </a:lnTo>
                  <a:lnTo>
                    <a:pt x="232" y="815"/>
                  </a:lnTo>
                  <a:lnTo>
                    <a:pt x="232" y="815"/>
                  </a:lnTo>
                  <a:close/>
                  <a:moveTo>
                    <a:pt x="252" y="825"/>
                  </a:moveTo>
                  <a:lnTo>
                    <a:pt x="252" y="825"/>
                  </a:lnTo>
                  <a:lnTo>
                    <a:pt x="249" y="827"/>
                  </a:lnTo>
                  <a:lnTo>
                    <a:pt x="246" y="827"/>
                  </a:lnTo>
                  <a:lnTo>
                    <a:pt x="244" y="827"/>
                  </a:lnTo>
                  <a:lnTo>
                    <a:pt x="243" y="828"/>
                  </a:lnTo>
                  <a:lnTo>
                    <a:pt x="243" y="828"/>
                  </a:lnTo>
                  <a:lnTo>
                    <a:pt x="251" y="830"/>
                  </a:lnTo>
                  <a:lnTo>
                    <a:pt x="259" y="833"/>
                  </a:lnTo>
                  <a:lnTo>
                    <a:pt x="269" y="836"/>
                  </a:lnTo>
                  <a:lnTo>
                    <a:pt x="278" y="838"/>
                  </a:lnTo>
                  <a:lnTo>
                    <a:pt x="278" y="838"/>
                  </a:lnTo>
                  <a:lnTo>
                    <a:pt x="277" y="835"/>
                  </a:lnTo>
                  <a:lnTo>
                    <a:pt x="273" y="833"/>
                  </a:lnTo>
                  <a:lnTo>
                    <a:pt x="267" y="832"/>
                  </a:lnTo>
                  <a:lnTo>
                    <a:pt x="259" y="828"/>
                  </a:lnTo>
                  <a:lnTo>
                    <a:pt x="254" y="828"/>
                  </a:lnTo>
                  <a:lnTo>
                    <a:pt x="252" y="825"/>
                  </a:lnTo>
                  <a:lnTo>
                    <a:pt x="252" y="825"/>
                  </a:lnTo>
                  <a:close/>
                </a:path>
              </a:pathLst>
            </a:custGeom>
            <a:solidFill>
              <a:schemeClr val="accent1"/>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grpSp>
      <p:sp>
        <p:nvSpPr>
          <p:cNvPr id="31" name="Freeform 13"/>
          <p:cNvSpPr>
            <a:spLocks/>
          </p:cNvSpPr>
          <p:nvPr>
            <p:custDataLst>
              <p:tags r:id="rId6"/>
            </p:custDataLst>
          </p:nvPr>
        </p:nvSpPr>
        <p:spPr bwMode="auto">
          <a:xfrm rot="5400000" flipH="1">
            <a:off x="3426619" y="3740944"/>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2" name="Freeform 13"/>
          <p:cNvSpPr>
            <a:spLocks/>
          </p:cNvSpPr>
          <p:nvPr>
            <p:custDataLst>
              <p:tags r:id="rId7"/>
            </p:custDataLst>
          </p:nvPr>
        </p:nvSpPr>
        <p:spPr bwMode="auto">
          <a:xfrm rot="5400000" flipV="1">
            <a:off x="7106444" y="3350419"/>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3" name="文本框 32"/>
          <p:cNvSpPr txBox="1"/>
          <p:nvPr>
            <p:custDataLst>
              <p:tags r:id="rId8"/>
            </p:custDataLst>
          </p:nvPr>
        </p:nvSpPr>
        <p:spPr>
          <a:xfrm>
            <a:off x="3622674" y="3179763"/>
            <a:ext cx="1597397" cy="387349"/>
          </a:xfrm>
          <a:prstGeom prst="rect">
            <a:avLst/>
          </a:prstGeom>
          <a:noFill/>
        </p:spPr>
        <p:txBody>
          <a:bodyPr/>
          <a:lstStyle/>
          <a:p>
            <a:pPr algn="just" eaLnBrk="1" fontAlgn="auto" hangingPunct="1">
              <a:spcBef>
                <a:spcPts val="0"/>
              </a:spcBef>
              <a:spcAft>
                <a:spcPts val="0"/>
              </a:spcAft>
              <a:defRPr/>
            </a:pPr>
            <a:r>
              <a:rPr lang="en-US" altLang="zh-CN" dirty="0">
                <a:solidFill>
                  <a:schemeClr val="accent1">
                    <a:lumMod val="60000"/>
                    <a:lumOff val="40000"/>
                  </a:schemeClr>
                </a:solidFill>
                <a:latin typeface="微软雅黑" pitchFamily="34" charset="-122"/>
                <a:ea typeface="微软雅黑" pitchFamily="34" charset="-122"/>
              </a:rPr>
              <a:t>PART </a:t>
            </a:r>
            <a:r>
              <a:rPr lang="en-US" altLang="zh-CN" dirty="0" smtClean="0">
                <a:solidFill>
                  <a:schemeClr val="accent1">
                    <a:lumMod val="60000"/>
                    <a:lumOff val="40000"/>
                  </a:schemeClr>
                </a:solidFill>
                <a:latin typeface="微软雅黑" pitchFamily="34" charset="-122"/>
                <a:ea typeface="微软雅黑" pitchFamily="34" charset="-122"/>
              </a:rPr>
              <a:t>TWO</a:t>
            </a:r>
            <a:endParaRPr lang="zh-CN" altLang="en-US" dirty="0">
              <a:solidFill>
                <a:schemeClr val="accent1">
                  <a:lumMod val="60000"/>
                  <a:lumOff val="40000"/>
                </a:schemeClr>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3821436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行业分布</a:t>
            </a:r>
            <a:endParaRPr lang="zh-CN" altLang="en-US" dirty="0">
              <a:latin typeface="微软雅黑" pitchFamily="34" charset="-122"/>
              <a:ea typeface="微软雅黑" pitchFamily="34" charset="-122"/>
            </a:endParaRPr>
          </a:p>
        </p:txBody>
      </p:sp>
      <p:grpSp>
        <p:nvGrpSpPr>
          <p:cNvPr id="5" name="ArcArrow"/>
          <p:cNvGrpSpPr/>
          <p:nvPr/>
        </p:nvGrpSpPr>
        <p:grpSpPr>
          <a:xfrm>
            <a:off x="1907704" y="1268760"/>
            <a:ext cx="4968552" cy="4896544"/>
            <a:chOff x="1448161" y="1543524"/>
            <a:chExt cx="3861750" cy="3861750"/>
          </a:xfrm>
        </p:grpSpPr>
        <p:sp>
          <p:nvSpPr>
            <p:cNvPr id="33" name="任意多边形 32"/>
            <p:cNvSpPr/>
            <p:nvPr/>
          </p:nvSpPr>
          <p:spPr>
            <a:xfrm>
              <a:off x="1448161" y="1543524"/>
              <a:ext cx="3861750" cy="3861750"/>
            </a:xfrm>
            <a:custGeom>
              <a:avLst/>
              <a:gdLst/>
              <a:ahLst/>
              <a:cxnLst/>
              <a:rect l="0" t="0" r="0" b="0"/>
              <a:pathLst>
                <a:path w="3861750" h="3861750">
                  <a:moveTo>
                    <a:pt x="1930879" y="0"/>
                  </a:moveTo>
                  <a:arcTo wR="1930879" hR="1930879" stAng="-5400000" swAng="5400000"/>
                  <a:lnTo>
                    <a:pt x="1930879" y="1930879"/>
                  </a:lnTo>
                  <a:close/>
                </a:path>
              </a:pathLst>
            </a:custGeom>
            <a:gradFill>
              <a:gsLst>
                <a:gs pos="100000">
                  <a:srgbClr val="7AC840"/>
                </a:gs>
                <a:gs pos="70661">
                  <a:srgbClr val="7AC840"/>
                </a:gs>
                <a:gs pos="62182">
                  <a:srgbClr val="96D468"/>
                </a:gs>
                <a:gs pos="0">
                  <a:srgbClr val="A1D979"/>
                </a:gs>
              </a:gsLst>
              <a:path path="circle">
                <a:fillToRect t="100000" r="100000"/>
              </a:path>
              <a:tileRect l="-100000" b="-100000"/>
            </a:gradFill>
            <a:ln w="7600" cap="flat">
              <a:solidFill>
                <a:srgbClr val="FFFFFF"/>
              </a:solidFill>
              <a:bevel/>
            </a:ln>
          </p:spPr>
        </p:sp>
        <p:sp>
          <p:nvSpPr>
            <p:cNvPr id="34" name="Text 447"/>
            <p:cNvSpPr txBox="1"/>
            <p:nvPr/>
          </p:nvSpPr>
          <p:spPr>
            <a:xfrm>
              <a:off x="3953929" y="2536908"/>
              <a:ext cx="983826" cy="240833"/>
            </a:xfrm>
            <a:prstGeom prst="rect">
              <a:avLst/>
            </a:prstGeom>
            <a:noFill/>
          </p:spPr>
          <p:txBody>
            <a:bodyPr wrap="square" lIns="36000" tIns="18000" rIns="36000" bIns="18000" rtlCol="0" anchor="ctr"/>
            <a:lstStyle/>
            <a:p>
              <a:pPr algn="ctr"/>
              <a:r>
                <a:rPr sz="2800" dirty="0" smtClean="0">
                  <a:solidFill>
                    <a:srgbClr val="00B0F0"/>
                  </a:solidFill>
                  <a:latin typeface="微软雅黑" pitchFamily="34" charset="-122"/>
                  <a:ea typeface="微软雅黑" pitchFamily="34" charset="-122"/>
                </a:rPr>
                <a:t>交</a:t>
              </a:r>
              <a:r>
                <a:rPr lang="en-US" sz="2800" dirty="0" smtClean="0">
                  <a:solidFill>
                    <a:srgbClr val="00B0F0"/>
                  </a:solidFill>
                  <a:latin typeface="微软雅黑" pitchFamily="34" charset="-122"/>
                  <a:ea typeface="微软雅黑" pitchFamily="34" charset="-122"/>
                </a:rPr>
                <a:t> </a:t>
              </a:r>
              <a:r>
                <a:rPr sz="2800" dirty="0" smtClean="0">
                  <a:solidFill>
                    <a:srgbClr val="00B0F0"/>
                  </a:solidFill>
                  <a:latin typeface="微软雅黑" pitchFamily="34" charset="-122"/>
                  <a:ea typeface="微软雅黑" pitchFamily="34" charset="-122"/>
                </a:rPr>
                <a:t>警</a:t>
              </a:r>
              <a:endParaRPr sz="2800" dirty="0">
                <a:solidFill>
                  <a:srgbClr val="00B0F0"/>
                </a:solidFill>
                <a:latin typeface="微软雅黑" pitchFamily="34" charset="-122"/>
                <a:ea typeface="微软雅黑" pitchFamily="34" charset="-122"/>
              </a:endParaRPr>
            </a:p>
          </p:txBody>
        </p:sp>
      </p:grpSp>
      <p:grpSp>
        <p:nvGrpSpPr>
          <p:cNvPr id="6" name="ArcArrow"/>
          <p:cNvGrpSpPr/>
          <p:nvPr/>
        </p:nvGrpSpPr>
        <p:grpSpPr>
          <a:xfrm>
            <a:off x="1907704" y="1268760"/>
            <a:ext cx="4968552" cy="4896544"/>
            <a:chOff x="1448161" y="1543524"/>
            <a:chExt cx="3861750" cy="3861750"/>
          </a:xfrm>
        </p:grpSpPr>
        <p:sp>
          <p:nvSpPr>
            <p:cNvPr id="31" name="任意多边形 30"/>
            <p:cNvSpPr/>
            <p:nvPr/>
          </p:nvSpPr>
          <p:spPr>
            <a:xfrm>
              <a:off x="1448161" y="1543524"/>
              <a:ext cx="3861750" cy="3861750"/>
            </a:xfrm>
            <a:custGeom>
              <a:avLst/>
              <a:gdLst/>
              <a:ahLst/>
              <a:cxnLst/>
              <a:rect l="0" t="0" r="0" b="0"/>
              <a:pathLst>
                <a:path w="3861750" h="3861750">
                  <a:moveTo>
                    <a:pt x="3861758" y="1930879"/>
                  </a:moveTo>
                  <a:arcTo wR="1930879" hR="1930879" stAng="0" swAng="5400000"/>
                  <a:lnTo>
                    <a:pt x="1930879" y="1930879"/>
                  </a:lnTo>
                  <a:close/>
                </a:path>
              </a:pathLst>
            </a:custGeom>
            <a:gradFill>
              <a:gsLst>
                <a:gs pos="100000">
                  <a:srgbClr val="F29240"/>
                </a:gs>
                <a:gs pos="70661">
                  <a:srgbClr val="F29240"/>
                </a:gs>
                <a:gs pos="62182">
                  <a:srgbClr val="F5AD70"/>
                </a:gs>
                <a:gs pos="0">
                  <a:srgbClr val="F6B680"/>
                </a:gs>
              </a:gsLst>
              <a:path path="circle">
                <a:fillToRect r="100000" b="100000"/>
              </a:path>
              <a:tileRect l="-100000" t="-100000"/>
            </a:gradFill>
            <a:ln w="7600" cap="flat">
              <a:solidFill>
                <a:srgbClr val="FFFFFF"/>
              </a:solidFill>
              <a:bevel/>
            </a:ln>
          </p:spPr>
        </p:sp>
        <p:sp>
          <p:nvSpPr>
            <p:cNvPr id="32" name="Text 448"/>
            <p:cNvSpPr txBox="1"/>
            <p:nvPr/>
          </p:nvSpPr>
          <p:spPr>
            <a:xfrm>
              <a:off x="4089363" y="4291470"/>
              <a:ext cx="712957" cy="244791"/>
            </a:xfrm>
            <a:prstGeom prst="rect">
              <a:avLst/>
            </a:prstGeom>
            <a:noFill/>
          </p:spPr>
          <p:txBody>
            <a:bodyPr wrap="square" lIns="36000" tIns="18000" rIns="36000" bIns="18000" rtlCol="0" anchor="ctr"/>
            <a:lstStyle/>
            <a:p>
              <a:pPr algn="ctr"/>
              <a:r>
                <a:rPr sz="2800" dirty="0" smtClean="0">
                  <a:solidFill>
                    <a:srgbClr val="0070C0"/>
                  </a:solidFill>
                  <a:latin typeface="微软雅黑" pitchFamily="34" charset="-122"/>
                  <a:ea typeface="微软雅黑" pitchFamily="34" charset="-122"/>
                </a:rPr>
                <a:t>其</a:t>
              </a:r>
              <a:r>
                <a:rPr lang="en-US" sz="2800" dirty="0" smtClean="0">
                  <a:solidFill>
                    <a:srgbClr val="0070C0"/>
                  </a:solidFill>
                  <a:latin typeface="微软雅黑" pitchFamily="34" charset="-122"/>
                  <a:ea typeface="微软雅黑" pitchFamily="34" charset="-122"/>
                </a:rPr>
                <a:t> </a:t>
              </a:r>
              <a:r>
                <a:rPr sz="2800" dirty="0" smtClean="0">
                  <a:solidFill>
                    <a:srgbClr val="0070C0"/>
                  </a:solidFill>
                  <a:latin typeface="微软雅黑" pitchFamily="34" charset="-122"/>
                  <a:ea typeface="微软雅黑" pitchFamily="34" charset="-122"/>
                </a:rPr>
                <a:t>他</a:t>
              </a:r>
              <a:endParaRPr sz="2800" dirty="0">
                <a:solidFill>
                  <a:srgbClr val="0070C0"/>
                </a:solidFill>
                <a:latin typeface="微软雅黑" pitchFamily="34" charset="-122"/>
                <a:ea typeface="微软雅黑" pitchFamily="34" charset="-122"/>
              </a:endParaRPr>
            </a:p>
          </p:txBody>
        </p:sp>
      </p:grpSp>
      <p:grpSp>
        <p:nvGrpSpPr>
          <p:cNvPr id="7" name="ArcArrow"/>
          <p:cNvGrpSpPr/>
          <p:nvPr/>
        </p:nvGrpSpPr>
        <p:grpSpPr>
          <a:xfrm>
            <a:off x="1907704" y="1268760"/>
            <a:ext cx="4968552" cy="4896544"/>
            <a:chOff x="1448161" y="1543524"/>
            <a:chExt cx="3861750" cy="3861750"/>
          </a:xfrm>
        </p:grpSpPr>
        <p:sp>
          <p:nvSpPr>
            <p:cNvPr id="29" name="任意多边形 28"/>
            <p:cNvSpPr/>
            <p:nvPr/>
          </p:nvSpPr>
          <p:spPr>
            <a:xfrm>
              <a:off x="1448161" y="1543524"/>
              <a:ext cx="3861750" cy="3861750"/>
            </a:xfrm>
            <a:custGeom>
              <a:avLst/>
              <a:gdLst/>
              <a:ahLst/>
              <a:cxnLst/>
              <a:rect l="0" t="0" r="0" b="0"/>
              <a:pathLst>
                <a:path w="3861750" h="3861750">
                  <a:moveTo>
                    <a:pt x="1930879" y="3861757"/>
                  </a:moveTo>
                  <a:arcTo wR="1930879" hR="1930879" stAng="5400000" swAng="5400000"/>
                  <a:lnTo>
                    <a:pt x="1930879" y="1930879"/>
                  </a:lnTo>
                  <a:close/>
                </a:path>
              </a:pathLst>
            </a:custGeom>
            <a:gradFill>
              <a:gsLst>
                <a:gs pos="100000">
                  <a:srgbClr val="3BA0BB"/>
                </a:gs>
                <a:gs pos="70661">
                  <a:srgbClr val="3BA0BB"/>
                </a:gs>
                <a:gs pos="62182">
                  <a:srgbClr val="5DB4CC"/>
                </a:gs>
                <a:gs pos="0">
                  <a:srgbClr val="6FBDD1"/>
                </a:gs>
              </a:gsLst>
              <a:path path="circle">
                <a:fillToRect l="100000" b="100000"/>
              </a:path>
              <a:tileRect t="-100000" r="-100000"/>
            </a:gradFill>
            <a:ln w="7600" cap="flat">
              <a:solidFill>
                <a:srgbClr val="FFFFFF"/>
              </a:solidFill>
              <a:bevel/>
            </a:ln>
          </p:spPr>
        </p:sp>
        <p:sp>
          <p:nvSpPr>
            <p:cNvPr id="30" name="Text 449"/>
            <p:cNvSpPr txBox="1"/>
            <p:nvPr/>
          </p:nvSpPr>
          <p:spPr>
            <a:xfrm>
              <a:off x="2098885" y="4242337"/>
              <a:ext cx="853485" cy="286662"/>
            </a:xfrm>
            <a:prstGeom prst="rect">
              <a:avLst/>
            </a:prstGeom>
            <a:noFill/>
          </p:spPr>
          <p:txBody>
            <a:bodyPr wrap="square" lIns="36000" tIns="18000" rIns="36000" bIns="18000" rtlCol="0" anchor="ctr"/>
            <a:lstStyle/>
            <a:p>
              <a:pPr algn="ctr"/>
              <a:r>
                <a:rPr sz="2800" dirty="0" smtClean="0">
                  <a:solidFill>
                    <a:schemeClr val="accent5">
                      <a:lumMod val="75000"/>
                    </a:schemeClr>
                  </a:solidFill>
                  <a:latin typeface="微软雅黑" pitchFamily="34" charset="-122"/>
                  <a:ea typeface="微软雅黑" pitchFamily="34" charset="-122"/>
                </a:rPr>
                <a:t>银</a:t>
              </a:r>
              <a:r>
                <a:rPr lang="en-US" sz="2800" dirty="0" smtClean="0">
                  <a:solidFill>
                    <a:schemeClr val="accent5">
                      <a:lumMod val="75000"/>
                    </a:schemeClr>
                  </a:solidFill>
                  <a:latin typeface="微软雅黑" pitchFamily="34" charset="-122"/>
                  <a:ea typeface="微软雅黑" pitchFamily="34" charset="-122"/>
                </a:rPr>
                <a:t> </a:t>
              </a:r>
              <a:r>
                <a:rPr sz="2800" dirty="0" smtClean="0">
                  <a:solidFill>
                    <a:schemeClr val="accent5">
                      <a:lumMod val="75000"/>
                    </a:schemeClr>
                  </a:solidFill>
                  <a:latin typeface="微软雅黑" pitchFamily="34" charset="-122"/>
                  <a:ea typeface="微软雅黑" pitchFamily="34" charset="-122"/>
                </a:rPr>
                <a:t>行</a:t>
              </a:r>
              <a:endParaRPr sz="2800" dirty="0">
                <a:solidFill>
                  <a:schemeClr val="accent5">
                    <a:lumMod val="75000"/>
                  </a:schemeClr>
                </a:solidFill>
                <a:latin typeface="微软雅黑" pitchFamily="34" charset="-122"/>
                <a:ea typeface="微软雅黑" pitchFamily="34" charset="-122"/>
              </a:endParaRPr>
            </a:p>
          </p:txBody>
        </p:sp>
      </p:grpSp>
      <p:grpSp>
        <p:nvGrpSpPr>
          <p:cNvPr id="8" name="ArcArrow"/>
          <p:cNvGrpSpPr/>
          <p:nvPr/>
        </p:nvGrpSpPr>
        <p:grpSpPr>
          <a:xfrm>
            <a:off x="1907704" y="1268760"/>
            <a:ext cx="4968552" cy="4896544"/>
            <a:chOff x="1448161" y="1543524"/>
            <a:chExt cx="3861750" cy="3861750"/>
          </a:xfrm>
        </p:grpSpPr>
        <p:sp>
          <p:nvSpPr>
            <p:cNvPr id="27" name="任意多边形 26"/>
            <p:cNvSpPr/>
            <p:nvPr/>
          </p:nvSpPr>
          <p:spPr>
            <a:xfrm>
              <a:off x="1448161" y="1543524"/>
              <a:ext cx="3861750" cy="3861750"/>
            </a:xfrm>
            <a:custGeom>
              <a:avLst/>
              <a:gdLst/>
              <a:ahLst/>
              <a:cxnLst/>
              <a:rect l="0" t="0" r="0" b="0"/>
              <a:pathLst>
                <a:path w="3861750" h="3861750">
                  <a:moveTo>
                    <a:pt x="0" y="1930878"/>
                  </a:moveTo>
                  <a:arcTo wR="1930879" hR="1930879" stAng="10800000" swAng="5400000"/>
                  <a:lnTo>
                    <a:pt x="1930879" y="1930879"/>
                  </a:lnTo>
                  <a:close/>
                </a:path>
              </a:pathLst>
            </a:custGeom>
            <a:gradFill>
              <a:gsLst>
                <a:gs pos="100000">
                  <a:srgbClr val="C9C9C9"/>
                </a:gs>
                <a:gs pos="70661">
                  <a:srgbClr val="C9C9C9"/>
                </a:gs>
                <a:gs pos="62182">
                  <a:srgbClr val="E3E3E3"/>
                </a:gs>
                <a:gs pos="0">
                  <a:srgbClr val="E6E6E6"/>
                </a:gs>
              </a:gsLst>
              <a:path path="circle">
                <a:fillToRect l="100000" t="100000"/>
              </a:path>
              <a:tileRect r="-100000" b="-100000"/>
            </a:gradFill>
            <a:ln w="7600" cap="flat">
              <a:solidFill>
                <a:srgbClr val="FFFFFF"/>
              </a:solidFill>
              <a:bevel/>
            </a:ln>
          </p:spPr>
        </p:sp>
        <p:sp>
          <p:nvSpPr>
            <p:cNvPr id="28" name="Text 450"/>
            <p:cNvSpPr txBox="1"/>
            <p:nvPr/>
          </p:nvSpPr>
          <p:spPr>
            <a:xfrm>
              <a:off x="2160240" y="2494721"/>
              <a:ext cx="730776" cy="325208"/>
            </a:xfrm>
            <a:prstGeom prst="rect">
              <a:avLst/>
            </a:prstGeom>
            <a:noFill/>
          </p:spPr>
          <p:txBody>
            <a:bodyPr wrap="square" lIns="36000" tIns="18000" rIns="36000" bIns="18000" rtlCol="0" anchor="ctr"/>
            <a:lstStyle/>
            <a:p>
              <a:pPr algn="ctr"/>
              <a:r>
                <a:rPr sz="2800" dirty="0" smtClean="0">
                  <a:solidFill>
                    <a:srgbClr val="92D050"/>
                  </a:solidFill>
                  <a:latin typeface="微软雅黑" pitchFamily="34" charset="-122"/>
                  <a:ea typeface="微软雅黑" pitchFamily="34" charset="-122"/>
                </a:rPr>
                <a:t>政</a:t>
              </a:r>
              <a:r>
                <a:rPr lang="en-US" sz="2800" dirty="0" smtClean="0">
                  <a:solidFill>
                    <a:srgbClr val="92D050"/>
                  </a:solidFill>
                  <a:latin typeface="微软雅黑" pitchFamily="34" charset="-122"/>
                  <a:ea typeface="微软雅黑" pitchFamily="34" charset="-122"/>
                </a:rPr>
                <a:t> </a:t>
              </a:r>
              <a:r>
                <a:rPr sz="2800" dirty="0" smtClean="0">
                  <a:solidFill>
                    <a:srgbClr val="92D050"/>
                  </a:solidFill>
                  <a:latin typeface="微软雅黑" pitchFamily="34" charset="-122"/>
                  <a:ea typeface="微软雅黑" pitchFamily="34" charset="-122"/>
                </a:rPr>
                <a:t>府</a:t>
              </a:r>
              <a:endParaRPr sz="2800" dirty="0">
                <a:solidFill>
                  <a:srgbClr val="92D050"/>
                </a:solidFill>
                <a:latin typeface="微软雅黑" pitchFamily="34" charset="-122"/>
                <a:ea typeface="微软雅黑" pitchFamily="34" charset="-122"/>
              </a:endParaRPr>
            </a:p>
          </p:txBody>
        </p:sp>
      </p:grpSp>
      <p:sp>
        <p:nvSpPr>
          <p:cNvPr id="9" name="任意多边形 8"/>
          <p:cNvSpPr/>
          <p:nvPr/>
        </p:nvSpPr>
        <p:spPr>
          <a:xfrm>
            <a:off x="3340730" y="2710430"/>
            <a:ext cx="2102500" cy="2072030"/>
          </a:xfrm>
          <a:custGeom>
            <a:avLst/>
            <a:gdLst/>
            <a:ahLst/>
            <a:cxnLst/>
            <a:rect l="l" t="t" r="r" b="b"/>
            <a:pathLst>
              <a:path w="1634144" h="1634144">
                <a:moveTo>
                  <a:pt x="817072" y="0"/>
                </a:moveTo>
                <a:lnTo>
                  <a:pt x="1634144" y="817072"/>
                </a:lnTo>
                <a:lnTo>
                  <a:pt x="817072" y="1634144"/>
                </a:lnTo>
                <a:lnTo>
                  <a:pt x="0" y="817072"/>
                </a:lnTo>
                <a:close/>
              </a:path>
            </a:pathLst>
          </a:custGeom>
          <a:gradFill>
            <a:gsLst>
              <a:gs pos="100000">
                <a:srgbClr val="009DD6">
                  <a:alpha val="90000"/>
                </a:srgbClr>
              </a:gs>
              <a:gs pos="88000">
                <a:srgbClr val="19B6F0">
                  <a:alpha val="90000"/>
                </a:srgbClr>
              </a:gs>
              <a:gs pos="0">
                <a:srgbClr val="33BEF1">
                  <a:alpha val="90000"/>
                </a:srgbClr>
              </a:gs>
            </a:gsLst>
            <a:path path="circle">
              <a:fillToRect l="50000" t="50000" r="50000" b="50000"/>
            </a:path>
          </a:gradFill>
          <a:ln w="7600" cap="flat">
            <a:solidFill>
              <a:srgbClr val="FFFFFF"/>
            </a:solidFill>
            <a:bevel/>
          </a:ln>
        </p:spPr>
        <p:txBody>
          <a:bodyPr wrap="square" lIns="36000" tIns="18000" rIns="36000" bIns="18000" rtlCol="0" anchor="ctr"/>
          <a:lstStyle/>
          <a:p>
            <a:pPr algn="ctr"/>
            <a:r>
              <a:rPr sz="3200" dirty="0" err="1" smtClean="0">
                <a:solidFill>
                  <a:schemeClr val="bg1"/>
                </a:solidFill>
                <a:latin typeface="微软雅黑" pitchFamily="34" charset="-122"/>
                <a:ea typeface="微软雅黑" pitchFamily="34" charset="-122"/>
              </a:rPr>
              <a:t>微信</a:t>
            </a:r>
            <a:endParaRPr lang="en-US" sz="3200" dirty="0" smtClean="0">
              <a:solidFill>
                <a:schemeClr val="bg1"/>
              </a:solidFill>
              <a:latin typeface="微软雅黑" pitchFamily="34" charset="-122"/>
              <a:ea typeface="微软雅黑" pitchFamily="34" charset="-122"/>
            </a:endParaRPr>
          </a:p>
          <a:p>
            <a:pPr algn="ctr"/>
            <a:r>
              <a:rPr sz="3200" dirty="0" err="1" smtClean="0">
                <a:solidFill>
                  <a:schemeClr val="bg1"/>
                </a:solidFill>
                <a:latin typeface="微软雅黑" pitchFamily="34" charset="-122"/>
                <a:ea typeface="微软雅黑" pitchFamily="34" charset="-122"/>
              </a:rPr>
              <a:t>开发</a:t>
            </a:r>
            <a:endParaRPr sz="32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884974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行业案例</a:t>
            </a:r>
            <a:endParaRPr lang="zh-CN" altLang="en-US" dirty="0"/>
          </a:p>
        </p:txBody>
      </p:sp>
      <p:sp>
        <p:nvSpPr>
          <p:cNvPr id="21" name="Basic Rectangle"/>
          <p:cNvSpPr/>
          <p:nvPr/>
        </p:nvSpPr>
        <p:spPr>
          <a:xfrm>
            <a:off x="378416" y="2780928"/>
            <a:ext cx="2321376" cy="529886"/>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3BA0BB"/>
            </a:solidFill>
            <a:bevel/>
          </a:ln>
        </p:spPr>
        <p:txBody>
          <a:bodyPr wrap="square" lIns="36000" tIns="18000" rIns="36000" bIns="18000" rtlCol="0" anchor="ctr"/>
          <a:lstStyle/>
          <a:p>
            <a:pPr algn="l"/>
            <a:endParaRPr sz="760" dirty="0">
              <a:solidFill>
                <a:srgbClr val="000000"/>
              </a:solidFill>
              <a:latin typeface="Arial"/>
            </a:endParaRPr>
          </a:p>
        </p:txBody>
      </p:sp>
      <p:sp>
        <p:nvSpPr>
          <p:cNvPr id="22" name="Basic Rectangle"/>
          <p:cNvSpPr/>
          <p:nvPr/>
        </p:nvSpPr>
        <p:spPr>
          <a:xfrm>
            <a:off x="539552" y="2950774"/>
            <a:ext cx="177840" cy="177840"/>
          </a:xfrm>
          <a:custGeom>
            <a:avLst/>
            <a:gdLst/>
            <a:ahLst/>
            <a:cxnLst/>
            <a:rect l="0" t="0" r="0" b="0"/>
            <a:pathLst>
              <a:path w="177840" h="177840">
                <a:moveTo>
                  <a:pt x="0" y="0"/>
                </a:moveTo>
                <a:lnTo>
                  <a:pt x="177840" y="0"/>
                </a:lnTo>
                <a:lnTo>
                  <a:pt x="177840" y="177840"/>
                </a:lnTo>
                <a:lnTo>
                  <a:pt x="0" y="177840"/>
                </a:lnTo>
                <a:close/>
              </a:path>
            </a:pathLst>
          </a:custGeom>
          <a:gradFill>
            <a:gsLst>
              <a:gs pos="100000">
                <a:srgbClr val="4BACC6"/>
              </a:gs>
              <a:gs pos="80000">
                <a:srgbClr val="6FBDD1"/>
              </a:gs>
              <a:gs pos="0">
                <a:srgbClr val="8AC9DA"/>
              </a:gs>
            </a:gsLst>
            <a:path path="shape">
              <a:fillToRect l="50000" t="50000" r="50000" b="50000"/>
            </a:path>
          </a:gradFill>
          <a:ln w="7600" cap="flat">
            <a:solidFill>
              <a:srgbClr val="3BA0BB"/>
            </a:solidFill>
            <a:bevel/>
          </a:ln>
        </p:spPr>
      </p:sp>
      <p:sp>
        <p:nvSpPr>
          <p:cNvPr id="23" name="Basic Rectangle"/>
          <p:cNvSpPr/>
          <p:nvPr/>
        </p:nvSpPr>
        <p:spPr>
          <a:xfrm>
            <a:off x="3402752" y="2780928"/>
            <a:ext cx="2321376" cy="529886"/>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F29240"/>
            </a:solidFill>
            <a:bevel/>
          </a:ln>
        </p:spPr>
        <p:txBody>
          <a:bodyPr wrap="square" lIns="36000" tIns="18000" rIns="36000" bIns="18000" rtlCol="0" anchor="ctr"/>
          <a:lstStyle/>
          <a:p>
            <a:pPr algn="l"/>
            <a:endParaRPr sz="760" dirty="0">
              <a:solidFill>
                <a:srgbClr val="000000"/>
              </a:solidFill>
              <a:latin typeface="Arial"/>
            </a:endParaRPr>
          </a:p>
        </p:txBody>
      </p:sp>
      <p:sp>
        <p:nvSpPr>
          <p:cNvPr id="24" name="Basic Rectangle"/>
          <p:cNvSpPr/>
          <p:nvPr/>
        </p:nvSpPr>
        <p:spPr>
          <a:xfrm>
            <a:off x="3572826" y="2936432"/>
            <a:ext cx="177840" cy="177840"/>
          </a:xfrm>
          <a:custGeom>
            <a:avLst/>
            <a:gdLst/>
            <a:ahLst/>
            <a:cxnLst/>
            <a:rect l="0" t="0" r="0" b="0"/>
            <a:pathLst>
              <a:path w="177840" h="177840">
                <a:moveTo>
                  <a:pt x="0" y="0"/>
                </a:moveTo>
                <a:lnTo>
                  <a:pt x="177840" y="0"/>
                </a:lnTo>
                <a:lnTo>
                  <a:pt x="177840" y="177840"/>
                </a:lnTo>
                <a:lnTo>
                  <a:pt x="0" y="177840"/>
                </a:lnTo>
                <a:close/>
              </a:path>
            </a:pathLst>
          </a:custGeom>
          <a:gradFill>
            <a:gsLst>
              <a:gs pos="100000">
                <a:srgbClr val="F4A460"/>
              </a:gs>
              <a:gs pos="80000">
                <a:srgbClr val="F6B680"/>
              </a:gs>
              <a:gs pos="0">
                <a:srgbClr val="F8C498"/>
              </a:gs>
            </a:gsLst>
            <a:path path="shape">
              <a:fillToRect l="50000" t="50000" r="50000" b="50000"/>
            </a:path>
          </a:gradFill>
          <a:ln w="7600" cap="flat">
            <a:solidFill>
              <a:srgbClr val="F29240"/>
            </a:solidFill>
            <a:bevel/>
          </a:ln>
        </p:spPr>
      </p:sp>
      <p:sp>
        <p:nvSpPr>
          <p:cNvPr id="25" name="椭圆 24"/>
          <p:cNvSpPr/>
          <p:nvPr/>
        </p:nvSpPr>
        <p:spPr>
          <a:xfrm>
            <a:off x="989165" y="1628800"/>
            <a:ext cx="914400" cy="9144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873504" y="2819142"/>
            <a:ext cx="1826288" cy="412421"/>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新杭州人家园</a:t>
            </a:r>
          </a:p>
        </p:txBody>
      </p:sp>
      <p:sp>
        <p:nvSpPr>
          <p:cNvPr id="30" name="椭圆 29"/>
          <p:cNvSpPr/>
          <p:nvPr/>
        </p:nvSpPr>
        <p:spPr>
          <a:xfrm>
            <a:off x="3875725" y="1628800"/>
            <a:ext cx="914400" cy="914400"/>
          </a:xfrm>
          <a:prstGeom prst="ellipse">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30"/>
          <p:cNvSpPr txBox="1"/>
          <p:nvPr/>
        </p:nvSpPr>
        <p:spPr>
          <a:xfrm>
            <a:off x="3827933" y="2839660"/>
            <a:ext cx="1826288" cy="412421"/>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义乌环卫宣传</a:t>
            </a:r>
          </a:p>
        </p:txBody>
      </p:sp>
      <p:sp>
        <p:nvSpPr>
          <p:cNvPr id="35" name="椭圆 34"/>
          <p:cNvSpPr/>
          <p:nvPr/>
        </p:nvSpPr>
        <p:spPr>
          <a:xfrm>
            <a:off x="6882317" y="1628800"/>
            <a:ext cx="914400" cy="914400"/>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Basic Rectangle"/>
          <p:cNvSpPr/>
          <p:nvPr/>
        </p:nvSpPr>
        <p:spPr>
          <a:xfrm>
            <a:off x="6354456" y="2781270"/>
            <a:ext cx="2322000" cy="529200"/>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C64545"/>
            </a:solidFill>
            <a:bevel/>
          </a:ln>
        </p:spPr>
        <p:txBody>
          <a:bodyPr wrap="square" lIns="36000" tIns="18000" rIns="36000" bIns="18000" rtlCol="0" anchor="ctr"/>
          <a:lstStyle/>
          <a:p>
            <a:pPr algn="l"/>
            <a:r>
              <a:rPr sz="760" dirty="0" smtClean="0">
                <a:solidFill>
                  <a:srgbClr val="000000"/>
                </a:solidFill>
                <a:latin typeface="Arial"/>
              </a:rPr>
              <a:t>.</a:t>
            </a:r>
            <a:endParaRPr sz="760" dirty="0">
              <a:solidFill>
                <a:srgbClr val="000000"/>
              </a:solidFill>
              <a:latin typeface="Arial"/>
            </a:endParaRPr>
          </a:p>
        </p:txBody>
      </p:sp>
      <p:sp>
        <p:nvSpPr>
          <p:cNvPr id="38" name="Basic Rectangle"/>
          <p:cNvSpPr/>
          <p:nvPr/>
        </p:nvSpPr>
        <p:spPr>
          <a:xfrm>
            <a:off x="6519572" y="2950774"/>
            <a:ext cx="182400" cy="182400"/>
          </a:xfrm>
          <a:custGeom>
            <a:avLst/>
            <a:gdLst/>
            <a:ahLst/>
            <a:cxnLst/>
            <a:rect l="0" t="0" r="0" b="0"/>
            <a:pathLst>
              <a:path w="182400" h="182400">
                <a:moveTo>
                  <a:pt x="91200" y="-22800"/>
                </a:moveTo>
                <a:lnTo>
                  <a:pt x="205200" y="91200"/>
                </a:lnTo>
                <a:lnTo>
                  <a:pt x="91200" y="205200"/>
                </a:lnTo>
                <a:lnTo>
                  <a:pt x="-22800" y="91200"/>
                </a:lnTo>
                <a:close/>
              </a:path>
            </a:pathLst>
          </a:custGeom>
          <a:gradFill>
            <a:gsLst>
              <a:gs pos="100000">
                <a:srgbClr val="CD5C5C"/>
              </a:gs>
              <a:gs pos="80000">
                <a:srgbClr val="D77D7D"/>
              </a:gs>
              <a:gs pos="0">
                <a:srgbClr val="DE9595"/>
              </a:gs>
            </a:gsLst>
            <a:path path="shape">
              <a:fillToRect l="50000" t="50000" r="50000" b="50000"/>
            </a:path>
          </a:gradFill>
          <a:ln w="7600" cap="flat">
            <a:solidFill>
              <a:srgbClr val="C64545"/>
            </a:solidFill>
            <a:bevel/>
          </a:ln>
        </p:spPr>
      </p:sp>
      <p:sp>
        <p:nvSpPr>
          <p:cNvPr id="36" name="TextBox 35"/>
          <p:cNvSpPr txBox="1"/>
          <p:nvPr/>
        </p:nvSpPr>
        <p:spPr>
          <a:xfrm>
            <a:off x="6850168" y="2855242"/>
            <a:ext cx="1826288" cy="381258"/>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兰溪五水共治</a:t>
            </a:r>
          </a:p>
        </p:txBody>
      </p:sp>
      <p:sp>
        <p:nvSpPr>
          <p:cNvPr id="40" name="TextBox 39"/>
          <p:cNvSpPr txBox="1"/>
          <p:nvPr/>
        </p:nvSpPr>
        <p:spPr>
          <a:xfrm>
            <a:off x="377792" y="1020941"/>
            <a:ext cx="1938351" cy="525016"/>
          </a:xfrm>
          <a:prstGeom prst="rect">
            <a:avLst/>
          </a:prstGeom>
          <a:noFill/>
        </p:spPr>
        <p:txBody>
          <a:bodyPr wrap="none" rtlCol="0">
            <a:spAutoFit/>
          </a:bodyPr>
          <a:lstStyle/>
          <a:p>
            <a:pPr>
              <a:lnSpc>
                <a:spcPct val="130000"/>
              </a:lnSpc>
            </a:pPr>
            <a:r>
              <a:rPr lang="zh-CN" altLang="en-US" sz="2400" dirty="0" smtClean="0">
                <a:solidFill>
                  <a:schemeClr val="bg1">
                    <a:lumMod val="50000"/>
                  </a:schemeClr>
                </a:solidFill>
                <a:latin typeface="Arial" panose="020B0604020202020204" pitchFamily="34" charset="0"/>
                <a:ea typeface="微软雅黑" panose="020B0503020204020204" pitchFamily="34" charset="-122"/>
              </a:rPr>
              <a:t>政府（</a:t>
            </a:r>
            <a:r>
              <a:rPr lang="en-US" altLang="zh-CN" sz="2400" dirty="0" smtClean="0">
                <a:solidFill>
                  <a:schemeClr val="bg1">
                    <a:lumMod val="50000"/>
                  </a:schemeClr>
                </a:solidFill>
                <a:latin typeface="Arial" panose="020B0604020202020204" pitchFamily="34" charset="0"/>
                <a:ea typeface="微软雅黑" panose="020B0503020204020204" pitchFamily="34" charset="-122"/>
              </a:rPr>
              <a:t>10+</a:t>
            </a:r>
            <a:r>
              <a:rPr lang="zh-CN" altLang="en-US" sz="2400" dirty="0" smtClean="0">
                <a:solidFill>
                  <a:schemeClr val="bg1">
                    <a:lumMod val="50000"/>
                  </a:schemeClr>
                </a:solidFill>
                <a:latin typeface="Arial" panose="020B0604020202020204" pitchFamily="34" charset="0"/>
                <a:ea typeface="微软雅黑" panose="020B0503020204020204" pitchFamily="34" charset="-122"/>
              </a:rPr>
              <a:t>）</a:t>
            </a:r>
          </a:p>
        </p:txBody>
      </p:sp>
      <p:sp>
        <p:nvSpPr>
          <p:cNvPr id="42" name="TextBox 41"/>
          <p:cNvSpPr txBox="1"/>
          <p:nvPr/>
        </p:nvSpPr>
        <p:spPr>
          <a:xfrm>
            <a:off x="378416" y="3577886"/>
            <a:ext cx="1938351" cy="525016"/>
          </a:xfrm>
          <a:prstGeom prst="rect">
            <a:avLst/>
          </a:prstGeom>
          <a:noFill/>
        </p:spPr>
        <p:txBody>
          <a:bodyPr wrap="none" rtlCol="0">
            <a:spAutoFit/>
          </a:bodyPr>
          <a:lstStyle/>
          <a:p>
            <a:pPr>
              <a:lnSpc>
                <a:spcPct val="130000"/>
              </a:lnSpc>
            </a:pPr>
            <a:r>
              <a:rPr lang="zh-CN" altLang="en-US" sz="2400" dirty="0" smtClean="0">
                <a:solidFill>
                  <a:srgbClr val="92D050"/>
                </a:solidFill>
                <a:latin typeface="Arial" panose="020B0604020202020204" pitchFamily="34" charset="0"/>
                <a:ea typeface="微软雅黑" panose="020B0503020204020204" pitchFamily="34" charset="-122"/>
              </a:rPr>
              <a:t>交警（</a:t>
            </a:r>
            <a:r>
              <a:rPr lang="en-US" altLang="zh-CN" sz="2400" dirty="0" smtClean="0">
                <a:solidFill>
                  <a:srgbClr val="92D050"/>
                </a:solidFill>
                <a:latin typeface="Arial" panose="020B0604020202020204" pitchFamily="34" charset="0"/>
                <a:ea typeface="微软雅黑" panose="020B0503020204020204" pitchFamily="34" charset="-122"/>
              </a:rPr>
              <a:t>10+</a:t>
            </a:r>
            <a:r>
              <a:rPr lang="zh-CN" altLang="en-US" sz="2400" dirty="0" smtClean="0">
                <a:solidFill>
                  <a:srgbClr val="92D050"/>
                </a:solidFill>
                <a:latin typeface="Arial" panose="020B0604020202020204" pitchFamily="34" charset="0"/>
                <a:ea typeface="微软雅黑" panose="020B0503020204020204" pitchFamily="34" charset="-122"/>
              </a:rPr>
              <a:t>）</a:t>
            </a:r>
          </a:p>
        </p:txBody>
      </p:sp>
      <p:sp>
        <p:nvSpPr>
          <p:cNvPr id="45" name="椭圆 44"/>
          <p:cNvSpPr/>
          <p:nvPr/>
        </p:nvSpPr>
        <p:spPr>
          <a:xfrm>
            <a:off x="1006285" y="4170440"/>
            <a:ext cx="914400" cy="914400"/>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Basic Rectangle"/>
          <p:cNvSpPr/>
          <p:nvPr/>
        </p:nvSpPr>
        <p:spPr>
          <a:xfrm>
            <a:off x="377792" y="5394432"/>
            <a:ext cx="2322000" cy="529200"/>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0064AA"/>
            </a:solidFill>
            <a:bevel/>
          </a:ln>
        </p:spPr>
        <p:txBody>
          <a:bodyPr wrap="square" lIns="36000" tIns="18000" rIns="36000" bIns="18000" rtlCol="0" anchor="ctr"/>
          <a:lstStyle/>
          <a:p>
            <a:pPr algn="l"/>
            <a:endParaRPr sz="760" dirty="0">
              <a:solidFill>
                <a:srgbClr val="000000"/>
              </a:solidFill>
              <a:latin typeface="Arial"/>
            </a:endParaRPr>
          </a:p>
        </p:txBody>
      </p:sp>
      <p:sp>
        <p:nvSpPr>
          <p:cNvPr id="49" name="Basic Rectangle"/>
          <p:cNvSpPr/>
          <p:nvPr/>
        </p:nvSpPr>
        <p:spPr>
          <a:xfrm>
            <a:off x="515712" y="5567832"/>
            <a:ext cx="182400" cy="182400"/>
          </a:xfrm>
          <a:custGeom>
            <a:avLst/>
            <a:gdLst/>
            <a:ahLst/>
            <a:cxnLst/>
            <a:rect l="0" t="0" r="0" b="0"/>
            <a:pathLst>
              <a:path w="182400" h="182400">
                <a:moveTo>
                  <a:pt x="91200" y="-22800"/>
                </a:moveTo>
                <a:lnTo>
                  <a:pt x="205200" y="91200"/>
                </a:lnTo>
                <a:lnTo>
                  <a:pt x="91200" y="205200"/>
                </a:lnTo>
                <a:lnTo>
                  <a:pt x="-22800" y="91200"/>
                </a:lnTo>
                <a:close/>
              </a:path>
            </a:pathLst>
          </a:custGeom>
          <a:gradFill>
            <a:gsLst>
              <a:gs pos="100000">
                <a:srgbClr val="006FBD"/>
              </a:gs>
              <a:gs pos="80000">
                <a:srgbClr val="338CCA"/>
              </a:gs>
              <a:gs pos="0">
                <a:srgbClr val="59A1D4"/>
              </a:gs>
            </a:gsLst>
            <a:path path="shape">
              <a:fillToRect l="50000" t="50000" r="50000" b="50000"/>
            </a:path>
          </a:gradFill>
          <a:ln w="7600" cap="flat">
            <a:solidFill>
              <a:srgbClr val="0064AA"/>
            </a:solidFill>
            <a:bevel/>
          </a:ln>
        </p:spPr>
      </p:sp>
      <p:sp>
        <p:nvSpPr>
          <p:cNvPr id="46" name="TextBox 45"/>
          <p:cNvSpPr txBox="1"/>
          <p:nvPr/>
        </p:nvSpPr>
        <p:spPr>
          <a:xfrm>
            <a:off x="873503" y="5468403"/>
            <a:ext cx="1826288" cy="381258"/>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萧山交警</a:t>
            </a:r>
          </a:p>
        </p:txBody>
      </p:sp>
      <p:sp>
        <p:nvSpPr>
          <p:cNvPr id="52" name="椭圆 51"/>
          <p:cNvSpPr/>
          <p:nvPr/>
        </p:nvSpPr>
        <p:spPr>
          <a:xfrm>
            <a:off x="3892845" y="4098432"/>
            <a:ext cx="914400" cy="914400"/>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Basic Rectangle"/>
          <p:cNvSpPr/>
          <p:nvPr/>
        </p:nvSpPr>
        <p:spPr>
          <a:xfrm>
            <a:off x="3402752" y="5420080"/>
            <a:ext cx="2322000" cy="529200"/>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7F56D4"/>
            </a:solidFill>
            <a:bevel/>
          </a:ln>
        </p:spPr>
        <p:txBody>
          <a:bodyPr wrap="square" lIns="36000" tIns="18000" rIns="36000" bIns="18000" rtlCol="0" anchor="ctr"/>
          <a:lstStyle/>
          <a:p>
            <a:pPr algn="l"/>
            <a:endParaRPr sz="760" dirty="0">
              <a:solidFill>
                <a:srgbClr val="000000"/>
              </a:solidFill>
              <a:latin typeface="Arial"/>
            </a:endParaRPr>
          </a:p>
        </p:txBody>
      </p:sp>
      <p:sp>
        <p:nvSpPr>
          <p:cNvPr id="56" name="Basic Rectangle"/>
          <p:cNvSpPr/>
          <p:nvPr/>
        </p:nvSpPr>
        <p:spPr>
          <a:xfrm>
            <a:off x="3544466" y="5567832"/>
            <a:ext cx="182400" cy="182400"/>
          </a:xfrm>
          <a:custGeom>
            <a:avLst/>
            <a:gdLst/>
            <a:ahLst/>
            <a:cxnLst/>
            <a:rect l="0" t="0" r="0" b="0"/>
            <a:pathLst>
              <a:path w="182400" h="182400">
                <a:moveTo>
                  <a:pt x="91200" y="-22800"/>
                </a:moveTo>
                <a:lnTo>
                  <a:pt x="205200" y="91200"/>
                </a:lnTo>
                <a:lnTo>
                  <a:pt x="91200" y="205200"/>
                </a:lnTo>
                <a:lnTo>
                  <a:pt x="-22800" y="91200"/>
                </a:lnTo>
                <a:close/>
              </a:path>
            </a:pathLst>
          </a:custGeom>
          <a:gradFill>
            <a:gsLst>
              <a:gs pos="100000">
                <a:srgbClr val="9370DB"/>
              </a:gs>
              <a:gs pos="80000">
                <a:srgbClr val="A98DE2"/>
              </a:gs>
              <a:gs pos="0">
                <a:srgbClr val="B9A2E8"/>
              </a:gs>
            </a:gsLst>
            <a:path path="shape">
              <a:fillToRect l="50000" t="50000" r="50000" b="50000"/>
            </a:path>
          </a:gradFill>
          <a:ln w="7600" cap="flat">
            <a:solidFill>
              <a:srgbClr val="7F56D4"/>
            </a:solidFill>
            <a:bevel/>
          </a:ln>
        </p:spPr>
      </p:sp>
      <p:sp>
        <p:nvSpPr>
          <p:cNvPr id="53" name="TextBox 52"/>
          <p:cNvSpPr txBox="1"/>
          <p:nvPr/>
        </p:nvSpPr>
        <p:spPr>
          <a:xfrm>
            <a:off x="3852301" y="5494051"/>
            <a:ext cx="1826288" cy="381258"/>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绍兴交警</a:t>
            </a:r>
          </a:p>
        </p:txBody>
      </p:sp>
      <p:sp>
        <p:nvSpPr>
          <p:cNvPr id="57" name="椭圆 56"/>
          <p:cNvSpPr/>
          <p:nvPr/>
        </p:nvSpPr>
        <p:spPr>
          <a:xfrm>
            <a:off x="6900061" y="4170784"/>
            <a:ext cx="914400" cy="914400"/>
          </a:xfrm>
          <a:prstGeom prst="ellipse">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Basic Rectangle"/>
          <p:cNvSpPr/>
          <p:nvPr/>
        </p:nvSpPr>
        <p:spPr>
          <a:xfrm>
            <a:off x="6370792" y="5420080"/>
            <a:ext cx="2322000" cy="529200"/>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8BB82D"/>
            </a:solidFill>
            <a:bevel/>
          </a:ln>
        </p:spPr>
        <p:txBody>
          <a:bodyPr wrap="square" lIns="36000" tIns="18000" rIns="36000" bIns="18000" rtlCol="0" anchor="ctr"/>
          <a:lstStyle/>
          <a:p>
            <a:pPr algn="l"/>
            <a:endParaRPr sz="760" dirty="0">
              <a:solidFill>
                <a:srgbClr val="000000"/>
              </a:solidFill>
              <a:latin typeface="Arial"/>
            </a:endParaRPr>
          </a:p>
        </p:txBody>
      </p:sp>
      <p:sp>
        <p:nvSpPr>
          <p:cNvPr id="63" name="Basic Rectangle"/>
          <p:cNvSpPr/>
          <p:nvPr/>
        </p:nvSpPr>
        <p:spPr>
          <a:xfrm>
            <a:off x="6463961" y="5595760"/>
            <a:ext cx="177840" cy="177840"/>
          </a:xfrm>
          <a:custGeom>
            <a:avLst/>
            <a:gdLst/>
            <a:ahLst/>
            <a:cxnLst/>
            <a:rect l="0" t="0" r="0" b="0"/>
            <a:pathLst>
              <a:path w="177840" h="177840">
                <a:moveTo>
                  <a:pt x="0" y="0"/>
                </a:moveTo>
                <a:lnTo>
                  <a:pt x="177840" y="0"/>
                </a:lnTo>
                <a:lnTo>
                  <a:pt x="177840" y="177840"/>
                </a:lnTo>
                <a:lnTo>
                  <a:pt x="0" y="177840"/>
                </a:lnTo>
                <a:close/>
              </a:path>
            </a:pathLst>
          </a:custGeom>
          <a:gradFill>
            <a:gsLst>
              <a:gs pos="100000">
                <a:srgbClr val="9ACD32"/>
              </a:gs>
              <a:gs pos="80000">
                <a:srgbClr val="AED75B"/>
              </a:gs>
              <a:gs pos="0">
                <a:srgbClr val="BDDE7A"/>
              </a:gs>
            </a:gsLst>
            <a:path path="shape">
              <a:fillToRect l="50000" t="50000" r="50000" b="50000"/>
            </a:path>
          </a:gradFill>
          <a:ln w="7600" cap="flat">
            <a:solidFill>
              <a:srgbClr val="8BB82D"/>
            </a:solidFill>
            <a:bevel/>
          </a:ln>
        </p:spPr>
      </p:sp>
      <p:sp>
        <p:nvSpPr>
          <p:cNvPr id="60" name="TextBox 59"/>
          <p:cNvSpPr txBox="1"/>
          <p:nvPr/>
        </p:nvSpPr>
        <p:spPr>
          <a:xfrm>
            <a:off x="6793412" y="5468403"/>
            <a:ext cx="1826288" cy="381258"/>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衢州交警</a:t>
            </a:r>
          </a:p>
        </p:txBody>
      </p:sp>
    </p:spTree>
    <p:extLst>
      <p:ext uri="{BB962C8B-B14F-4D97-AF65-F5344CB8AC3E}">
        <p14:creationId xmlns:p14="http://schemas.microsoft.com/office/powerpoint/2010/main" val="761813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行业案例</a:t>
            </a:r>
            <a:endParaRPr lang="zh-CN" altLang="en-US" dirty="0"/>
          </a:p>
        </p:txBody>
      </p:sp>
      <p:sp>
        <p:nvSpPr>
          <p:cNvPr id="21" name="Basic Rectangle"/>
          <p:cNvSpPr/>
          <p:nvPr/>
        </p:nvSpPr>
        <p:spPr>
          <a:xfrm>
            <a:off x="1386528" y="2780928"/>
            <a:ext cx="2321376" cy="529886"/>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3BA0BB"/>
            </a:solidFill>
            <a:bevel/>
          </a:ln>
        </p:spPr>
        <p:txBody>
          <a:bodyPr wrap="square" lIns="36000" tIns="18000" rIns="36000" bIns="18000" rtlCol="0" anchor="ctr"/>
          <a:lstStyle/>
          <a:p>
            <a:pPr algn="l"/>
            <a:endParaRPr sz="760" dirty="0">
              <a:solidFill>
                <a:srgbClr val="000000"/>
              </a:solidFill>
              <a:latin typeface="Arial"/>
            </a:endParaRPr>
          </a:p>
        </p:txBody>
      </p:sp>
      <p:sp>
        <p:nvSpPr>
          <p:cNvPr id="22" name="Basic Rectangle"/>
          <p:cNvSpPr/>
          <p:nvPr/>
        </p:nvSpPr>
        <p:spPr>
          <a:xfrm>
            <a:off x="1547664" y="2950774"/>
            <a:ext cx="177840" cy="177840"/>
          </a:xfrm>
          <a:custGeom>
            <a:avLst/>
            <a:gdLst/>
            <a:ahLst/>
            <a:cxnLst/>
            <a:rect l="0" t="0" r="0" b="0"/>
            <a:pathLst>
              <a:path w="177840" h="177840">
                <a:moveTo>
                  <a:pt x="0" y="0"/>
                </a:moveTo>
                <a:lnTo>
                  <a:pt x="177840" y="0"/>
                </a:lnTo>
                <a:lnTo>
                  <a:pt x="177840" y="177840"/>
                </a:lnTo>
                <a:lnTo>
                  <a:pt x="0" y="177840"/>
                </a:lnTo>
                <a:close/>
              </a:path>
            </a:pathLst>
          </a:custGeom>
          <a:gradFill>
            <a:gsLst>
              <a:gs pos="100000">
                <a:srgbClr val="4BACC6"/>
              </a:gs>
              <a:gs pos="80000">
                <a:srgbClr val="6FBDD1"/>
              </a:gs>
              <a:gs pos="0">
                <a:srgbClr val="8AC9DA"/>
              </a:gs>
            </a:gsLst>
            <a:path path="shape">
              <a:fillToRect l="50000" t="50000" r="50000" b="50000"/>
            </a:path>
          </a:gradFill>
          <a:ln w="7600" cap="flat">
            <a:solidFill>
              <a:srgbClr val="3BA0BB"/>
            </a:solidFill>
            <a:bevel/>
          </a:ln>
        </p:spPr>
      </p:sp>
      <p:sp>
        <p:nvSpPr>
          <p:cNvPr id="23" name="Basic Rectangle"/>
          <p:cNvSpPr/>
          <p:nvPr/>
        </p:nvSpPr>
        <p:spPr>
          <a:xfrm>
            <a:off x="5292080" y="2780928"/>
            <a:ext cx="2321376" cy="529886"/>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F29240"/>
            </a:solidFill>
            <a:bevel/>
          </a:ln>
        </p:spPr>
        <p:txBody>
          <a:bodyPr wrap="square" lIns="36000" tIns="18000" rIns="36000" bIns="18000" rtlCol="0" anchor="ctr"/>
          <a:lstStyle/>
          <a:p>
            <a:pPr algn="l"/>
            <a:endParaRPr sz="760" dirty="0">
              <a:solidFill>
                <a:srgbClr val="000000"/>
              </a:solidFill>
              <a:latin typeface="Arial"/>
            </a:endParaRPr>
          </a:p>
        </p:txBody>
      </p:sp>
      <p:sp>
        <p:nvSpPr>
          <p:cNvPr id="24" name="Basic Rectangle"/>
          <p:cNvSpPr/>
          <p:nvPr/>
        </p:nvSpPr>
        <p:spPr>
          <a:xfrm>
            <a:off x="5462154" y="2936432"/>
            <a:ext cx="177840" cy="177840"/>
          </a:xfrm>
          <a:custGeom>
            <a:avLst/>
            <a:gdLst/>
            <a:ahLst/>
            <a:cxnLst/>
            <a:rect l="0" t="0" r="0" b="0"/>
            <a:pathLst>
              <a:path w="177840" h="177840">
                <a:moveTo>
                  <a:pt x="0" y="0"/>
                </a:moveTo>
                <a:lnTo>
                  <a:pt x="177840" y="0"/>
                </a:lnTo>
                <a:lnTo>
                  <a:pt x="177840" y="177840"/>
                </a:lnTo>
                <a:lnTo>
                  <a:pt x="0" y="177840"/>
                </a:lnTo>
                <a:close/>
              </a:path>
            </a:pathLst>
          </a:custGeom>
          <a:gradFill>
            <a:gsLst>
              <a:gs pos="100000">
                <a:srgbClr val="F4A460"/>
              </a:gs>
              <a:gs pos="80000">
                <a:srgbClr val="F6B680"/>
              </a:gs>
              <a:gs pos="0">
                <a:srgbClr val="F8C498"/>
              </a:gs>
            </a:gsLst>
            <a:path path="shape">
              <a:fillToRect l="50000" t="50000" r="50000" b="50000"/>
            </a:path>
          </a:gradFill>
          <a:ln w="7600" cap="flat">
            <a:solidFill>
              <a:srgbClr val="F29240"/>
            </a:solidFill>
            <a:bevel/>
          </a:ln>
        </p:spPr>
      </p:sp>
      <p:sp>
        <p:nvSpPr>
          <p:cNvPr id="25" name="椭圆 24"/>
          <p:cNvSpPr/>
          <p:nvPr/>
        </p:nvSpPr>
        <p:spPr>
          <a:xfrm>
            <a:off x="1997277" y="1556792"/>
            <a:ext cx="914400" cy="9144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1881616" y="2819142"/>
            <a:ext cx="1826288" cy="412421"/>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桐庐农合行</a:t>
            </a:r>
          </a:p>
        </p:txBody>
      </p:sp>
      <p:sp>
        <p:nvSpPr>
          <p:cNvPr id="30" name="椭圆 29"/>
          <p:cNvSpPr/>
          <p:nvPr/>
        </p:nvSpPr>
        <p:spPr>
          <a:xfrm>
            <a:off x="5765053" y="1556792"/>
            <a:ext cx="914400" cy="9144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30"/>
          <p:cNvSpPr txBox="1"/>
          <p:nvPr/>
        </p:nvSpPr>
        <p:spPr>
          <a:xfrm>
            <a:off x="5717261" y="2839660"/>
            <a:ext cx="1826288" cy="381258"/>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路桥农村合作银行</a:t>
            </a:r>
          </a:p>
        </p:txBody>
      </p:sp>
      <p:sp>
        <p:nvSpPr>
          <p:cNvPr id="40" name="TextBox 39"/>
          <p:cNvSpPr txBox="1"/>
          <p:nvPr/>
        </p:nvSpPr>
        <p:spPr>
          <a:xfrm>
            <a:off x="298002" y="1052736"/>
            <a:ext cx="800219" cy="525016"/>
          </a:xfrm>
          <a:prstGeom prst="rect">
            <a:avLst/>
          </a:prstGeom>
          <a:noFill/>
        </p:spPr>
        <p:txBody>
          <a:bodyPr wrap="none" rtlCol="0">
            <a:spAutoFit/>
          </a:bodyPr>
          <a:lstStyle/>
          <a:p>
            <a:pPr>
              <a:lnSpc>
                <a:spcPct val="130000"/>
              </a:lnSpc>
            </a:pPr>
            <a:r>
              <a:rPr lang="zh-CN" altLang="en-US" sz="2400" dirty="0" smtClean="0">
                <a:solidFill>
                  <a:schemeClr val="accent2"/>
                </a:solidFill>
                <a:latin typeface="Arial" panose="020B0604020202020204" pitchFamily="34" charset="0"/>
                <a:ea typeface="微软雅黑" panose="020B0503020204020204" pitchFamily="34" charset="-122"/>
              </a:rPr>
              <a:t>银行</a:t>
            </a:r>
          </a:p>
        </p:txBody>
      </p:sp>
      <p:sp>
        <p:nvSpPr>
          <p:cNvPr id="42" name="TextBox 41"/>
          <p:cNvSpPr txBox="1"/>
          <p:nvPr/>
        </p:nvSpPr>
        <p:spPr>
          <a:xfrm>
            <a:off x="446881" y="3501008"/>
            <a:ext cx="1766830" cy="572464"/>
          </a:xfrm>
          <a:prstGeom prst="rect">
            <a:avLst/>
          </a:prstGeom>
          <a:noFill/>
        </p:spPr>
        <p:txBody>
          <a:bodyPr wrap="none" rtlCol="0">
            <a:spAutoFit/>
          </a:bodyPr>
          <a:lstStyle/>
          <a:p>
            <a:pPr>
              <a:lnSpc>
                <a:spcPct val="130000"/>
              </a:lnSpc>
            </a:pPr>
            <a:r>
              <a:rPr lang="zh-CN" altLang="en-US" sz="2400" dirty="0" smtClean="0">
                <a:solidFill>
                  <a:srgbClr val="00B0F0"/>
                </a:solidFill>
                <a:latin typeface="Arial" panose="020B0604020202020204" pitchFamily="34" charset="0"/>
                <a:ea typeface="微软雅黑" panose="020B0503020204020204" pitchFamily="34" charset="-122"/>
              </a:rPr>
              <a:t>其他（</a:t>
            </a:r>
            <a:r>
              <a:rPr lang="en-US" altLang="zh-CN" sz="2400" dirty="0" smtClean="0">
                <a:solidFill>
                  <a:srgbClr val="00B0F0"/>
                </a:solidFill>
                <a:latin typeface="Arial" panose="020B0604020202020204" pitchFamily="34" charset="0"/>
                <a:ea typeface="微软雅黑" panose="020B0503020204020204" pitchFamily="34" charset="-122"/>
              </a:rPr>
              <a:t>5+</a:t>
            </a:r>
            <a:r>
              <a:rPr lang="zh-CN" altLang="en-US" sz="2400" dirty="0" smtClean="0">
                <a:solidFill>
                  <a:srgbClr val="00B0F0"/>
                </a:solidFill>
                <a:latin typeface="Arial" panose="020B0604020202020204" pitchFamily="34" charset="0"/>
                <a:ea typeface="微软雅黑" panose="020B0503020204020204" pitchFamily="34" charset="-122"/>
              </a:rPr>
              <a:t>）</a:t>
            </a:r>
          </a:p>
        </p:txBody>
      </p:sp>
      <p:sp>
        <p:nvSpPr>
          <p:cNvPr id="45" name="椭圆 44"/>
          <p:cNvSpPr/>
          <p:nvPr/>
        </p:nvSpPr>
        <p:spPr>
          <a:xfrm>
            <a:off x="1006285" y="4149080"/>
            <a:ext cx="914400" cy="914400"/>
          </a:xfrm>
          <a:prstGeom prst="ellipse">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Basic Rectangle"/>
          <p:cNvSpPr/>
          <p:nvPr/>
        </p:nvSpPr>
        <p:spPr>
          <a:xfrm>
            <a:off x="377792" y="5373216"/>
            <a:ext cx="2322000" cy="529200"/>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0064AA"/>
            </a:solidFill>
            <a:bevel/>
          </a:ln>
        </p:spPr>
        <p:txBody>
          <a:bodyPr wrap="square" lIns="36000" tIns="18000" rIns="36000" bIns="18000" rtlCol="0" anchor="ctr"/>
          <a:lstStyle/>
          <a:p>
            <a:pPr algn="l"/>
            <a:endParaRPr sz="760" dirty="0">
              <a:solidFill>
                <a:srgbClr val="000000"/>
              </a:solidFill>
              <a:latin typeface="Arial"/>
            </a:endParaRPr>
          </a:p>
        </p:txBody>
      </p:sp>
      <p:sp>
        <p:nvSpPr>
          <p:cNvPr id="49" name="Basic Rectangle"/>
          <p:cNvSpPr/>
          <p:nvPr/>
        </p:nvSpPr>
        <p:spPr>
          <a:xfrm>
            <a:off x="515712" y="5546616"/>
            <a:ext cx="182400" cy="182400"/>
          </a:xfrm>
          <a:custGeom>
            <a:avLst/>
            <a:gdLst/>
            <a:ahLst/>
            <a:cxnLst/>
            <a:rect l="0" t="0" r="0" b="0"/>
            <a:pathLst>
              <a:path w="182400" h="182400">
                <a:moveTo>
                  <a:pt x="91200" y="-22800"/>
                </a:moveTo>
                <a:lnTo>
                  <a:pt x="205200" y="91200"/>
                </a:lnTo>
                <a:lnTo>
                  <a:pt x="91200" y="205200"/>
                </a:lnTo>
                <a:lnTo>
                  <a:pt x="-22800" y="91200"/>
                </a:lnTo>
                <a:close/>
              </a:path>
            </a:pathLst>
          </a:custGeom>
          <a:gradFill>
            <a:gsLst>
              <a:gs pos="100000">
                <a:srgbClr val="006FBD"/>
              </a:gs>
              <a:gs pos="80000">
                <a:srgbClr val="338CCA"/>
              </a:gs>
              <a:gs pos="0">
                <a:srgbClr val="59A1D4"/>
              </a:gs>
            </a:gsLst>
            <a:path path="shape">
              <a:fillToRect l="50000" t="50000" r="50000" b="50000"/>
            </a:path>
          </a:gradFill>
          <a:ln w="7600" cap="flat">
            <a:solidFill>
              <a:srgbClr val="0064AA"/>
            </a:solidFill>
            <a:bevel/>
          </a:ln>
        </p:spPr>
      </p:sp>
      <p:sp>
        <p:nvSpPr>
          <p:cNvPr id="46" name="TextBox 45"/>
          <p:cNvSpPr txBox="1"/>
          <p:nvPr/>
        </p:nvSpPr>
        <p:spPr>
          <a:xfrm>
            <a:off x="873503" y="5447187"/>
            <a:ext cx="1826288" cy="381258"/>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禅意雷迪森</a:t>
            </a:r>
          </a:p>
        </p:txBody>
      </p:sp>
      <p:sp>
        <p:nvSpPr>
          <p:cNvPr id="52" name="椭圆 51"/>
          <p:cNvSpPr/>
          <p:nvPr/>
        </p:nvSpPr>
        <p:spPr>
          <a:xfrm>
            <a:off x="3892845" y="4077072"/>
            <a:ext cx="914400" cy="914400"/>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Basic Rectangle"/>
          <p:cNvSpPr/>
          <p:nvPr/>
        </p:nvSpPr>
        <p:spPr>
          <a:xfrm>
            <a:off x="3402752" y="5398864"/>
            <a:ext cx="2322000" cy="529200"/>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7F56D4"/>
            </a:solidFill>
            <a:bevel/>
          </a:ln>
        </p:spPr>
        <p:txBody>
          <a:bodyPr wrap="square" lIns="36000" tIns="18000" rIns="36000" bIns="18000" rtlCol="0" anchor="ctr"/>
          <a:lstStyle/>
          <a:p>
            <a:pPr algn="l"/>
            <a:endParaRPr sz="760" dirty="0">
              <a:solidFill>
                <a:srgbClr val="000000"/>
              </a:solidFill>
              <a:latin typeface="Arial"/>
            </a:endParaRPr>
          </a:p>
        </p:txBody>
      </p:sp>
      <p:sp>
        <p:nvSpPr>
          <p:cNvPr id="56" name="Basic Rectangle"/>
          <p:cNvSpPr/>
          <p:nvPr/>
        </p:nvSpPr>
        <p:spPr>
          <a:xfrm>
            <a:off x="3544466" y="5546616"/>
            <a:ext cx="182400" cy="182400"/>
          </a:xfrm>
          <a:custGeom>
            <a:avLst/>
            <a:gdLst/>
            <a:ahLst/>
            <a:cxnLst/>
            <a:rect l="0" t="0" r="0" b="0"/>
            <a:pathLst>
              <a:path w="182400" h="182400">
                <a:moveTo>
                  <a:pt x="91200" y="-22800"/>
                </a:moveTo>
                <a:lnTo>
                  <a:pt x="205200" y="91200"/>
                </a:lnTo>
                <a:lnTo>
                  <a:pt x="91200" y="205200"/>
                </a:lnTo>
                <a:lnTo>
                  <a:pt x="-22800" y="91200"/>
                </a:lnTo>
                <a:close/>
              </a:path>
            </a:pathLst>
          </a:custGeom>
          <a:gradFill>
            <a:gsLst>
              <a:gs pos="100000">
                <a:srgbClr val="9370DB"/>
              </a:gs>
              <a:gs pos="80000">
                <a:srgbClr val="A98DE2"/>
              </a:gs>
              <a:gs pos="0">
                <a:srgbClr val="B9A2E8"/>
              </a:gs>
            </a:gsLst>
            <a:path path="shape">
              <a:fillToRect l="50000" t="50000" r="50000" b="50000"/>
            </a:path>
          </a:gradFill>
          <a:ln w="7600" cap="flat">
            <a:solidFill>
              <a:srgbClr val="7F56D4"/>
            </a:solidFill>
            <a:bevel/>
          </a:ln>
        </p:spPr>
      </p:sp>
      <p:sp>
        <p:nvSpPr>
          <p:cNvPr id="53" name="TextBox 52"/>
          <p:cNvSpPr txBox="1"/>
          <p:nvPr/>
        </p:nvSpPr>
        <p:spPr>
          <a:xfrm>
            <a:off x="3852301" y="5472835"/>
            <a:ext cx="1826288" cy="381258"/>
          </a:xfrm>
          <a:prstGeom prst="rect">
            <a:avLst/>
          </a:prstGeom>
          <a:noFill/>
        </p:spPr>
        <p:txBody>
          <a:bodyPr wrap="square" rtlCol="0">
            <a:spAutoFit/>
          </a:bodyPr>
          <a:lstStyle/>
          <a:p>
            <a:pPr>
              <a:lnSpc>
                <a:spcPct val="130000"/>
              </a:lnSpc>
            </a:pPr>
            <a:r>
              <a:rPr lang="zh-CN" altLang="en-US" sz="1600" dirty="0" smtClean="0">
                <a:latin typeface="微软雅黑" pitchFamily="34" charset="-122"/>
                <a:ea typeface="微软雅黑" pitchFamily="34" charset="-122"/>
              </a:rPr>
              <a:t>嵊州市中医院</a:t>
            </a:r>
          </a:p>
        </p:txBody>
      </p:sp>
      <p:sp>
        <p:nvSpPr>
          <p:cNvPr id="57" name="椭圆 56"/>
          <p:cNvSpPr/>
          <p:nvPr/>
        </p:nvSpPr>
        <p:spPr>
          <a:xfrm>
            <a:off x="6900061" y="4149424"/>
            <a:ext cx="914400" cy="914400"/>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Basic Rectangle"/>
          <p:cNvSpPr/>
          <p:nvPr/>
        </p:nvSpPr>
        <p:spPr>
          <a:xfrm>
            <a:off x="6370792" y="5398864"/>
            <a:ext cx="2322000" cy="529200"/>
          </a:xfrm>
          <a:custGeom>
            <a:avLst/>
            <a:gdLst>
              <a:gd name="connsiteX0" fmla="*/ 0 w 1960800"/>
              <a:gd name="connsiteY0" fmla="*/ 296400 h 592800"/>
              <a:gd name="connsiteX1" fmla="*/ 980400 w 1960800"/>
              <a:gd name="connsiteY1" fmla="*/ 0 h 592800"/>
              <a:gd name="connsiteX2" fmla="*/ 1960800 w 1960800"/>
              <a:gd name="connsiteY2" fmla="*/ 296400 h 592800"/>
              <a:gd name="connsiteX3" fmla="*/ 980400 w 1960800"/>
              <a:gd name="connsiteY3" fmla="*/ 592800 h 592800"/>
              <a:gd name="rtl" fmla="*/ 269040 w 1960800"/>
              <a:gd name="rtr" fmla="*/ 1960800 w 1960800"/>
            </a:gdLst>
            <a:ahLst/>
            <a:cxnLst>
              <a:cxn ang="0">
                <a:pos x="connsiteX0" y="connsiteY0"/>
              </a:cxn>
              <a:cxn ang="0">
                <a:pos x="connsiteX1" y="connsiteY1"/>
              </a:cxn>
              <a:cxn ang="0">
                <a:pos x="connsiteX2" y="connsiteY2"/>
              </a:cxn>
              <a:cxn ang="0">
                <a:pos x="connsiteX3" y="connsiteY3"/>
              </a:cxn>
            </a:cxnLst>
            <a:rect l="rtl" t="t" r="rtr" b="b"/>
            <a:pathLst>
              <a:path w="1960800" h="592800">
                <a:moveTo>
                  <a:pt x="0" y="0"/>
                </a:moveTo>
                <a:lnTo>
                  <a:pt x="1960800" y="0"/>
                </a:lnTo>
                <a:lnTo>
                  <a:pt x="1960800" y="592800"/>
                </a:lnTo>
                <a:lnTo>
                  <a:pt x="0" y="592800"/>
                </a:lnTo>
                <a:lnTo>
                  <a:pt x="0" y="0"/>
                </a:lnTo>
                <a:close/>
              </a:path>
            </a:pathLst>
          </a:custGeom>
          <a:solidFill>
            <a:srgbClr val="FFFFFF"/>
          </a:solidFill>
          <a:ln w="7600" cap="flat">
            <a:solidFill>
              <a:srgbClr val="8BB82D"/>
            </a:solidFill>
            <a:bevel/>
          </a:ln>
        </p:spPr>
        <p:txBody>
          <a:bodyPr wrap="square" lIns="36000" tIns="18000" rIns="36000" bIns="18000" rtlCol="0" anchor="ctr"/>
          <a:lstStyle/>
          <a:p>
            <a:pPr algn="l"/>
            <a:endParaRPr sz="760" dirty="0">
              <a:solidFill>
                <a:srgbClr val="000000"/>
              </a:solidFill>
              <a:latin typeface="Arial"/>
            </a:endParaRPr>
          </a:p>
        </p:txBody>
      </p:sp>
      <p:sp>
        <p:nvSpPr>
          <p:cNvPr id="63" name="Basic Rectangle"/>
          <p:cNvSpPr/>
          <p:nvPr/>
        </p:nvSpPr>
        <p:spPr>
          <a:xfrm>
            <a:off x="6463961" y="5574544"/>
            <a:ext cx="177840" cy="177840"/>
          </a:xfrm>
          <a:custGeom>
            <a:avLst/>
            <a:gdLst/>
            <a:ahLst/>
            <a:cxnLst/>
            <a:rect l="0" t="0" r="0" b="0"/>
            <a:pathLst>
              <a:path w="177840" h="177840">
                <a:moveTo>
                  <a:pt x="0" y="0"/>
                </a:moveTo>
                <a:lnTo>
                  <a:pt x="177840" y="0"/>
                </a:lnTo>
                <a:lnTo>
                  <a:pt x="177840" y="177840"/>
                </a:lnTo>
                <a:lnTo>
                  <a:pt x="0" y="177840"/>
                </a:lnTo>
                <a:close/>
              </a:path>
            </a:pathLst>
          </a:custGeom>
          <a:gradFill>
            <a:gsLst>
              <a:gs pos="100000">
                <a:srgbClr val="9ACD32"/>
              </a:gs>
              <a:gs pos="80000">
                <a:srgbClr val="AED75B"/>
              </a:gs>
              <a:gs pos="0">
                <a:srgbClr val="BDDE7A"/>
              </a:gs>
            </a:gsLst>
            <a:path path="shape">
              <a:fillToRect l="50000" t="50000" r="50000" b="50000"/>
            </a:path>
          </a:gradFill>
          <a:ln w="7600" cap="flat">
            <a:solidFill>
              <a:srgbClr val="8BB82D"/>
            </a:solidFill>
            <a:bevel/>
          </a:ln>
        </p:spPr>
      </p:sp>
      <p:sp>
        <p:nvSpPr>
          <p:cNvPr id="60" name="TextBox 59"/>
          <p:cNvSpPr txBox="1"/>
          <p:nvPr/>
        </p:nvSpPr>
        <p:spPr>
          <a:xfrm>
            <a:off x="6793412" y="5447187"/>
            <a:ext cx="1826288" cy="381258"/>
          </a:xfrm>
          <a:prstGeom prst="rect">
            <a:avLst/>
          </a:prstGeom>
          <a:noFill/>
        </p:spPr>
        <p:txBody>
          <a:bodyPr wrap="square" rtlCol="0">
            <a:spAutoFit/>
          </a:bodyPr>
          <a:lstStyle/>
          <a:p>
            <a:pPr>
              <a:lnSpc>
                <a:spcPct val="130000"/>
              </a:lnSpc>
            </a:pPr>
            <a:r>
              <a:rPr lang="en-US" altLang="zh-CN" sz="1600" dirty="0" smtClean="0">
                <a:latin typeface="微软雅黑" pitchFamily="34" charset="-122"/>
                <a:ea typeface="微软雅黑" pitchFamily="34" charset="-122"/>
              </a:rPr>
              <a:t>51</a:t>
            </a:r>
            <a:r>
              <a:rPr lang="zh-CN" altLang="en-US" sz="1600" dirty="0" smtClean="0">
                <a:latin typeface="微软雅黑" pitchFamily="34" charset="-122"/>
                <a:ea typeface="微软雅黑" pitchFamily="34" charset="-122"/>
              </a:rPr>
              <a:t>易家</a:t>
            </a:r>
          </a:p>
        </p:txBody>
      </p:sp>
    </p:spTree>
    <p:extLst>
      <p:ext uri="{BB962C8B-B14F-4D97-AF65-F5344CB8AC3E}">
        <p14:creationId xmlns:p14="http://schemas.microsoft.com/office/powerpoint/2010/main" val="26370202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文本框 24"/>
          <p:cNvSpPr txBox="1">
            <a:spLocks noChangeArrowheads="1"/>
          </p:cNvSpPr>
          <p:nvPr>
            <p:custDataLst>
              <p:tags r:id="rId2"/>
            </p:custDataLst>
          </p:nvPr>
        </p:nvSpPr>
        <p:spPr bwMode="auto">
          <a:xfrm>
            <a:off x="1647825" y="3213100"/>
            <a:ext cx="698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4800" dirty="0">
                <a:solidFill>
                  <a:schemeClr val="accent2"/>
                </a:solidFill>
                <a:latin typeface="微软雅黑" pitchFamily="34" charset="-122"/>
                <a:ea typeface="微软雅黑" pitchFamily="34" charset="-122"/>
              </a:rPr>
              <a:t>第</a:t>
            </a:r>
          </a:p>
        </p:txBody>
      </p:sp>
      <p:sp>
        <p:nvSpPr>
          <p:cNvPr id="2051" name="文本框 25"/>
          <p:cNvSpPr txBox="1">
            <a:spLocks noChangeArrowheads="1"/>
          </p:cNvSpPr>
          <p:nvPr>
            <p:custDataLst>
              <p:tags r:id="rId3"/>
            </p:custDataLst>
          </p:nvPr>
        </p:nvSpPr>
        <p:spPr bwMode="auto">
          <a:xfrm>
            <a:off x="3341688" y="1878013"/>
            <a:ext cx="11064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5400" dirty="0">
                <a:solidFill>
                  <a:schemeClr val="accent2"/>
                </a:solidFill>
                <a:latin typeface="微软雅黑" pitchFamily="34" charset="-122"/>
                <a:ea typeface="微软雅黑" pitchFamily="34" charset="-122"/>
              </a:rPr>
              <a:t>章</a:t>
            </a:r>
          </a:p>
        </p:txBody>
      </p:sp>
      <p:sp>
        <p:nvSpPr>
          <p:cNvPr id="27" name="文本框 26"/>
          <p:cNvSpPr txBox="1"/>
          <p:nvPr>
            <p:custDataLst>
              <p:tags r:id="rId4"/>
            </p:custDataLst>
          </p:nvPr>
        </p:nvSpPr>
        <p:spPr>
          <a:xfrm>
            <a:off x="3616325" y="3527425"/>
            <a:ext cx="3722688" cy="571500"/>
          </a:xfrm>
          <a:prstGeom prst="rect">
            <a:avLst/>
          </a:prstGeom>
          <a:noFill/>
        </p:spPr>
        <p:txBody>
          <a:bodyPr/>
          <a:lstStyle/>
          <a:p>
            <a:pPr algn="ctr" eaLnBrk="1" fontAlgn="auto" hangingPunct="1">
              <a:lnSpc>
                <a:spcPct val="130000"/>
              </a:lnSpc>
              <a:spcBef>
                <a:spcPts val="0"/>
              </a:spcBef>
              <a:spcAft>
                <a:spcPts val="0"/>
              </a:spcAft>
              <a:defRPr/>
            </a:pPr>
            <a:r>
              <a:rPr lang="en-US" altLang="zh-CN" sz="2400" dirty="0" smtClean="0">
                <a:solidFill>
                  <a:schemeClr val="tx1">
                    <a:lumMod val="50000"/>
                    <a:lumOff val="50000"/>
                  </a:schemeClr>
                </a:solidFill>
                <a:latin typeface="微软雅黑" pitchFamily="34" charset="-122"/>
                <a:ea typeface="微软雅黑" pitchFamily="34" charset="-122"/>
              </a:rPr>
              <a:t>Demo</a:t>
            </a:r>
            <a:r>
              <a:rPr lang="zh-CN" altLang="en-US" sz="2400" dirty="0" smtClean="0">
                <a:solidFill>
                  <a:schemeClr val="tx1">
                    <a:lumMod val="50000"/>
                    <a:lumOff val="50000"/>
                  </a:schemeClr>
                </a:solidFill>
                <a:latin typeface="微软雅黑" pitchFamily="34" charset="-122"/>
                <a:ea typeface="微软雅黑" pitchFamily="34" charset="-122"/>
              </a:rPr>
              <a:t>演示</a:t>
            </a:r>
            <a:endParaRPr lang="zh-CN" altLang="en-US" sz="2400" dirty="0">
              <a:solidFill>
                <a:schemeClr val="tx1">
                  <a:lumMod val="50000"/>
                  <a:lumOff val="50000"/>
                </a:schemeClr>
              </a:solidFill>
              <a:latin typeface="微软雅黑" pitchFamily="34" charset="-122"/>
              <a:ea typeface="微软雅黑" pitchFamily="34" charset="-122"/>
            </a:endParaRPr>
          </a:p>
        </p:txBody>
      </p:sp>
      <p:grpSp>
        <p:nvGrpSpPr>
          <p:cNvPr id="2053" name="组合 27"/>
          <p:cNvGrpSpPr>
            <a:grpSpLocks/>
          </p:cNvGrpSpPr>
          <p:nvPr>
            <p:custDataLst>
              <p:tags r:id="rId5"/>
            </p:custDataLst>
          </p:nvPr>
        </p:nvGrpSpPr>
        <p:grpSpPr bwMode="auto">
          <a:xfrm>
            <a:off x="2230438" y="2232025"/>
            <a:ext cx="1255712" cy="1335088"/>
            <a:chOff x="2027513" y="2778845"/>
            <a:chExt cx="813578" cy="865200"/>
          </a:xfrm>
        </p:grpSpPr>
        <p:sp>
          <p:nvSpPr>
            <p:cNvPr id="29" name="椭圆 28"/>
            <p:cNvSpPr/>
            <p:nvPr/>
          </p:nvSpPr>
          <p:spPr>
            <a:xfrm>
              <a:off x="2200308" y="2938305"/>
              <a:ext cx="466959" cy="467064"/>
            </a:xfrm>
            <a:prstGeom prst="ellipse">
              <a:avLst/>
            </a:prstGeom>
            <a:no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altLang="zh-CN" sz="8000" kern="0" dirty="0">
                  <a:solidFill>
                    <a:schemeClr val="accent1"/>
                  </a:solidFill>
                  <a:latin typeface="微软雅黑" pitchFamily="34" charset="-122"/>
                  <a:ea typeface="微软雅黑" pitchFamily="34" charset="-122"/>
                </a:rPr>
                <a:t>3</a:t>
              </a:r>
              <a:endParaRPr lang="zh-CN" altLang="en-US" sz="8000" kern="0" dirty="0">
                <a:solidFill>
                  <a:schemeClr val="accent1"/>
                </a:solidFill>
                <a:latin typeface="微软雅黑" pitchFamily="34" charset="-122"/>
                <a:ea typeface="微软雅黑" pitchFamily="34" charset="-122"/>
              </a:endParaRPr>
            </a:p>
          </p:txBody>
        </p:sp>
        <p:sp>
          <p:nvSpPr>
            <p:cNvPr id="30" name="Freeform 9"/>
            <p:cNvSpPr>
              <a:spLocks/>
            </p:cNvSpPr>
            <p:nvPr/>
          </p:nvSpPr>
          <p:spPr bwMode="auto">
            <a:xfrm>
              <a:off x="2027513" y="2778845"/>
              <a:ext cx="813578" cy="865200"/>
            </a:xfrm>
            <a:custGeom>
              <a:avLst/>
              <a:gdLst>
                <a:gd name="T0" fmla="*/ 66 w 788"/>
                <a:gd name="T1" fmla="*/ 471 h 838"/>
                <a:gd name="T2" fmla="*/ 122 w 788"/>
                <a:gd name="T3" fmla="*/ 470 h 838"/>
                <a:gd name="T4" fmla="*/ 29 w 788"/>
                <a:gd name="T5" fmla="*/ 524 h 838"/>
                <a:gd name="T6" fmla="*/ 26 w 788"/>
                <a:gd name="T7" fmla="*/ 592 h 838"/>
                <a:gd name="T8" fmla="*/ 659 w 788"/>
                <a:gd name="T9" fmla="*/ 573 h 838"/>
                <a:gd name="T10" fmla="*/ 55 w 788"/>
                <a:gd name="T11" fmla="*/ 663 h 838"/>
                <a:gd name="T12" fmla="*/ 51 w 788"/>
                <a:gd name="T13" fmla="*/ 632 h 838"/>
                <a:gd name="T14" fmla="*/ 492 w 788"/>
                <a:gd name="T15" fmla="*/ 775 h 838"/>
                <a:gd name="T16" fmla="*/ 392 w 788"/>
                <a:gd name="T17" fmla="*/ 778 h 838"/>
                <a:gd name="T18" fmla="*/ 757 w 788"/>
                <a:gd name="T19" fmla="*/ 248 h 838"/>
                <a:gd name="T20" fmla="*/ 656 w 788"/>
                <a:gd name="T21" fmla="*/ 116 h 838"/>
                <a:gd name="T22" fmla="*/ 486 w 788"/>
                <a:gd name="T23" fmla="*/ 10 h 838"/>
                <a:gd name="T24" fmla="*/ 220 w 788"/>
                <a:gd name="T25" fmla="*/ 53 h 838"/>
                <a:gd name="T26" fmla="*/ 101 w 788"/>
                <a:gd name="T27" fmla="*/ 153 h 838"/>
                <a:gd name="T28" fmla="*/ 58 w 788"/>
                <a:gd name="T29" fmla="*/ 236 h 838"/>
                <a:gd name="T30" fmla="*/ 34 w 788"/>
                <a:gd name="T31" fmla="*/ 315 h 838"/>
                <a:gd name="T32" fmla="*/ 3 w 788"/>
                <a:gd name="T33" fmla="*/ 436 h 838"/>
                <a:gd name="T34" fmla="*/ 23 w 788"/>
                <a:gd name="T35" fmla="*/ 502 h 838"/>
                <a:gd name="T36" fmla="*/ 45 w 788"/>
                <a:gd name="T37" fmla="*/ 489 h 838"/>
                <a:gd name="T38" fmla="*/ 53 w 788"/>
                <a:gd name="T39" fmla="*/ 463 h 838"/>
                <a:gd name="T40" fmla="*/ 60 w 788"/>
                <a:gd name="T41" fmla="*/ 401 h 838"/>
                <a:gd name="T42" fmla="*/ 63 w 788"/>
                <a:gd name="T43" fmla="*/ 312 h 838"/>
                <a:gd name="T44" fmla="*/ 105 w 788"/>
                <a:gd name="T45" fmla="*/ 187 h 838"/>
                <a:gd name="T46" fmla="*/ 159 w 788"/>
                <a:gd name="T47" fmla="*/ 111 h 838"/>
                <a:gd name="T48" fmla="*/ 404 w 788"/>
                <a:gd name="T49" fmla="*/ 53 h 838"/>
                <a:gd name="T50" fmla="*/ 600 w 788"/>
                <a:gd name="T51" fmla="*/ 151 h 838"/>
                <a:gd name="T52" fmla="*/ 616 w 788"/>
                <a:gd name="T53" fmla="*/ 222 h 838"/>
                <a:gd name="T54" fmla="*/ 536 w 788"/>
                <a:gd name="T55" fmla="*/ 177 h 838"/>
                <a:gd name="T56" fmla="*/ 579 w 788"/>
                <a:gd name="T57" fmla="*/ 227 h 838"/>
                <a:gd name="T58" fmla="*/ 667 w 788"/>
                <a:gd name="T59" fmla="*/ 320 h 838"/>
                <a:gd name="T60" fmla="*/ 613 w 788"/>
                <a:gd name="T61" fmla="*/ 273 h 838"/>
                <a:gd name="T62" fmla="*/ 574 w 788"/>
                <a:gd name="T63" fmla="*/ 273 h 838"/>
                <a:gd name="T64" fmla="*/ 692 w 788"/>
                <a:gd name="T65" fmla="*/ 431 h 838"/>
                <a:gd name="T66" fmla="*/ 679 w 788"/>
                <a:gd name="T67" fmla="*/ 558 h 838"/>
                <a:gd name="T68" fmla="*/ 555 w 788"/>
                <a:gd name="T69" fmla="*/ 688 h 838"/>
                <a:gd name="T70" fmla="*/ 423 w 788"/>
                <a:gd name="T71" fmla="*/ 721 h 838"/>
                <a:gd name="T72" fmla="*/ 248 w 788"/>
                <a:gd name="T73" fmla="*/ 682 h 838"/>
                <a:gd name="T74" fmla="*/ 101 w 788"/>
                <a:gd name="T75" fmla="*/ 537 h 838"/>
                <a:gd name="T76" fmla="*/ 108 w 788"/>
                <a:gd name="T77" fmla="*/ 618 h 838"/>
                <a:gd name="T78" fmla="*/ 125 w 788"/>
                <a:gd name="T79" fmla="*/ 666 h 838"/>
                <a:gd name="T80" fmla="*/ 153 w 788"/>
                <a:gd name="T81" fmla="*/ 693 h 838"/>
                <a:gd name="T82" fmla="*/ 190 w 788"/>
                <a:gd name="T83" fmla="*/ 714 h 838"/>
                <a:gd name="T84" fmla="*/ 211 w 788"/>
                <a:gd name="T85" fmla="*/ 685 h 838"/>
                <a:gd name="T86" fmla="*/ 243 w 788"/>
                <a:gd name="T87" fmla="*/ 732 h 838"/>
                <a:gd name="T88" fmla="*/ 299 w 788"/>
                <a:gd name="T89" fmla="*/ 769 h 838"/>
                <a:gd name="T90" fmla="*/ 384 w 788"/>
                <a:gd name="T91" fmla="*/ 758 h 838"/>
                <a:gd name="T92" fmla="*/ 428 w 788"/>
                <a:gd name="T93" fmla="*/ 750 h 838"/>
                <a:gd name="T94" fmla="*/ 492 w 788"/>
                <a:gd name="T95" fmla="*/ 754 h 838"/>
                <a:gd name="T96" fmla="*/ 573 w 788"/>
                <a:gd name="T97" fmla="*/ 733 h 838"/>
                <a:gd name="T98" fmla="*/ 716 w 788"/>
                <a:gd name="T99" fmla="*/ 594 h 838"/>
                <a:gd name="T100" fmla="*/ 743 w 788"/>
                <a:gd name="T101" fmla="*/ 614 h 838"/>
                <a:gd name="T102" fmla="*/ 769 w 788"/>
                <a:gd name="T103" fmla="*/ 505 h 838"/>
                <a:gd name="T104" fmla="*/ 114 w 788"/>
                <a:gd name="T105" fmla="*/ 640 h 838"/>
                <a:gd name="T106" fmla="*/ 209 w 788"/>
                <a:gd name="T107" fmla="*/ 674 h 838"/>
                <a:gd name="T108" fmla="*/ 211 w 788"/>
                <a:gd name="T109" fmla="*/ 671 h 838"/>
                <a:gd name="T110" fmla="*/ 341 w 788"/>
                <a:gd name="T111" fmla="*/ 741 h 838"/>
                <a:gd name="T112" fmla="*/ 80 w 788"/>
                <a:gd name="T113" fmla="*/ 510 h 838"/>
                <a:gd name="T114" fmla="*/ 145 w 788"/>
                <a:gd name="T115" fmla="*/ 759 h 838"/>
                <a:gd name="T116" fmla="*/ 158 w 788"/>
                <a:gd name="T117" fmla="*/ 783 h 838"/>
                <a:gd name="T118" fmla="*/ 244 w 788"/>
                <a:gd name="T119" fmla="*/ 827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88" h="838">
                  <a:moveTo>
                    <a:pt x="0" y="207"/>
                  </a:moveTo>
                  <a:lnTo>
                    <a:pt x="0" y="207"/>
                  </a:lnTo>
                  <a:lnTo>
                    <a:pt x="2" y="209"/>
                  </a:lnTo>
                  <a:lnTo>
                    <a:pt x="5" y="212"/>
                  </a:lnTo>
                  <a:lnTo>
                    <a:pt x="10" y="212"/>
                  </a:lnTo>
                  <a:lnTo>
                    <a:pt x="14" y="212"/>
                  </a:lnTo>
                  <a:lnTo>
                    <a:pt x="14" y="212"/>
                  </a:lnTo>
                  <a:lnTo>
                    <a:pt x="14" y="211"/>
                  </a:lnTo>
                  <a:lnTo>
                    <a:pt x="14" y="207"/>
                  </a:lnTo>
                  <a:lnTo>
                    <a:pt x="10" y="204"/>
                  </a:lnTo>
                  <a:lnTo>
                    <a:pt x="6" y="203"/>
                  </a:lnTo>
                  <a:lnTo>
                    <a:pt x="3" y="203"/>
                  </a:lnTo>
                  <a:lnTo>
                    <a:pt x="2" y="204"/>
                  </a:lnTo>
                  <a:lnTo>
                    <a:pt x="0" y="207"/>
                  </a:lnTo>
                  <a:lnTo>
                    <a:pt x="0" y="207"/>
                  </a:lnTo>
                  <a:close/>
                  <a:moveTo>
                    <a:pt x="66" y="471"/>
                  </a:moveTo>
                  <a:lnTo>
                    <a:pt x="66" y="471"/>
                  </a:lnTo>
                  <a:lnTo>
                    <a:pt x="68" y="468"/>
                  </a:lnTo>
                  <a:lnTo>
                    <a:pt x="66" y="465"/>
                  </a:lnTo>
                  <a:lnTo>
                    <a:pt x="64" y="465"/>
                  </a:lnTo>
                  <a:lnTo>
                    <a:pt x="64" y="465"/>
                  </a:lnTo>
                  <a:lnTo>
                    <a:pt x="64" y="470"/>
                  </a:lnTo>
                  <a:lnTo>
                    <a:pt x="64" y="471"/>
                  </a:lnTo>
                  <a:lnTo>
                    <a:pt x="66" y="471"/>
                  </a:lnTo>
                  <a:lnTo>
                    <a:pt x="66" y="471"/>
                  </a:lnTo>
                  <a:close/>
                  <a:moveTo>
                    <a:pt x="125" y="470"/>
                  </a:moveTo>
                  <a:lnTo>
                    <a:pt x="125" y="466"/>
                  </a:lnTo>
                  <a:lnTo>
                    <a:pt x="125" y="466"/>
                  </a:lnTo>
                  <a:lnTo>
                    <a:pt x="124" y="466"/>
                  </a:lnTo>
                  <a:lnTo>
                    <a:pt x="122" y="466"/>
                  </a:lnTo>
                  <a:lnTo>
                    <a:pt x="121" y="465"/>
                  </a:lnTo>
                  <a:lnTo>
                    <a:pt x="121" y="465"/>
                  </a:lnTo>
                  <a:lnTo>
                    <a:pt x="121" y="468"/>
                  </a:lnTo>
                  <a:lnTo>
                    <a:pt x="122" y="470"/>
                  </a:lnTo>
                  <a:lnTo>
                    <a:pt x="124" y="471"/>
                  </a:lnTo>
                  <a:lnTo>
                    <a:pt x="125" y="470"/>
                  </a:lnTo>
                  <a:lnTo>
                    <a:pt x="125" y="470"/>
                  </a:lnTo>
                  <a:close/>
                  <a:moveTo>
                    <a:pt x="24" y="550"/>
                  </a:moveTo>
                  <a:lnTo>
                    <a:pt x="24" y="550"/>
                  </a:lnTo>
                  <a:lnTo>
                    <a:pt x="26" y="550"/>
                  </a:lnTo>
                  <a:lnTo>
                    <a:pt x="27" y="548"/>
                  </a:lnTo>
                  <a:lnTo>
                    <a:pt x="27" y="548"/>
                  </a:lnTo>
                  <a:lnTo>
                    <a:pt x="27" y="542"/>
                  </a:lnTo>
                  <a:lnTo>
                    <a:pt x="27" y="534"/>
                  </a:lnTo>
                  <a:lnTo>
                    <a:pt x="26" y="528"/>
                  </a:lnTo>
                  <a:lnTo>
                    <a:pt x="21" y="523"/>
                  </a:lnTo>
                  <a:lnTo>
                    <a:pt x="21" y="523"/>
                  </a:lnTo>
                  <a:lnTo>
                    <a:pt x="23" y="523"/>
                  </a:lnTo>
                  <a:lnTo>
                    <a:pt x="24" y="524"/>
                  </a:lnTo>
                  <a:lnTo>
                    <a:pt x="26" y="526"/>
                  </a:lnTo>
                  <a:lnTo>
                    <a:pt x="29" y="524"/>
                  </a:lnTo>
                  <a:lnTo>
                    <a:pt x="29" y="524"/>
                  </a:lnTo>
                  <a:lnTo>
                    <a:pt x="27" y="521"/>
                  </a:lnTo>
                  <a:lnTo>
                    <a:pt x="26" y="518"/>
                  </a:lnTo>
                  <a:lnTo>
                    <a:pt x="23" y="516"/>
                  </a:lnTo>
                  <a:lnTo>
                    <a:pt x="18" y="516"/>
                  </a:lnTo>
                  <a:lnTo>
                    <a:pt x="18" y="516"/>
                  </a:lnTo>
                  <a:lnTo>
                    <a:pt x="18" y="513"/>
                  </a:lnTo>
                  <a:lnTo>
                    <a:pt x="14" y="511"/>
                  </a:lnTo>
                  <a:lnTo>
                    <a:pt x="13" y="508"/>
                  </a:lnTo>
                  <a:lnTo>
                    <a:pt x="14" y="503"/>
                  </a:lnTo>
                  <a:lnTo>
                    <a:pt x="11" y="503"/>
                  </a:lnTo>
                  <a:lnTo>
                    <a:pt x="11" y="503"/>
                  </a:lnTo>
                  <a:lnTo>
                    <a:pt x="11" y="526"/>
                  </a:lnTo>
                  <a:lnTo>
                    <a:pt x="14" y="548"/>
                  </a:lnTo>
                  <a:lnTo>
                    <a:pt x="19" y="571"/>
                  </a:lnTo>
                  <a:lnTo>
                    <a:pt x="26" y="592"/>
                  </a:lnTo>
                  <a:lnTo>
                    <a:pt x="26" y="592"/>
                  </a:lnTo>
                  <a:lnTo>
                    <a:pt x="31" y="590"/>
                  </a:lnTo>
                  <a:lnTo>
                    <a:pt x="32" y="585"/>
                  </a:lnTo>
                  <a:lnTo>
                    <a:pt x="32" y="581"/>
                  </a:lnTo>
                  <a:lnTo>
                    <a:pt x="31" y="574"/>
                  </a:lnTo>
                  <a:lnTo>
                    <a:pt x="27" y="561"/>
                  </a:lnTo>
                  <a:lnTo>
                    <a:pt x="24" y="550"/>
                  </a:lnTo>
                  <a:lnTo>
                    <a:pt x="24" y="550"/>
                  </a:lnTo>
                  <a:close/>
                  <a:moveTo>
                    <a:pt x="659" y="573"/>
                  </a:moveTo>
                  <a:lnTo>
                    <a:pt x="659" y="573"/>
                  </a:lnTo>
                  <a:lnTo>
                    <a:pt x="658" y="574"/>
                  </a:lnTo>
                  <a:lnTo>
                    <a:pt x="659" y="577"/>
                  </a:lnTo>
                  <a:lnTo>
                    <a:pt x="664" y="577"/>
                  </a:lnTo>
                  <a:lnTo>
                    <a:pt x="664" y="577"/>
                  </a:lnTo>
                  <a:lnTo>
                    <a:pt x="664" y="574"/>
                  </a:lnTo>
                  <a:lnTo>
                    <a:pt x="663" y="573"/>
                  </a:lnTo>
                  <a:lnTo>
                    <a:pt x="659" y="573"/>
                  </a:lnTo>
                  <a:lnTo>
                    <a:pt x="659" y="573"/>
                  </a:lnTo>
                  <a:close/>
                  <a:moveTo>
                    <a:pt x="39" y="611"/>
                  </a:moveTo>
                  <a:lnTo>
                    <a:pt x="39" y="611"/>
                  </a:lnTo>
                  <a:lnTo>
                    <a:pt x="39" y="606"/>
                  </a:lnTo>
                  <a:lnTo>
                    <a:pt x="37" y="602"/>
                  </a:lnTo>
                  <a:lnTo>
                    <a:pt x="32" y="592"/>
                  </a:lnTo>
                  <a:lnTo>
                    <a:pt x="32" y="592"/>
                  </a:lnTo>
                  <a:lnTo>
                    <a:pt x="31" y="594"/>
                  </a:lnTo>
                  <a:lnTo>
                    <a:pt x="27" y="594"/>
                  </a:lnTo>
                  <a:lnTo>
                    <a:pt x="27" y="594"/>
                  </a:lnTo>
                  <a:lnTo>
                    <a:pt x="31" y="603"/>
                  </a:lnTo>
                  <a:lnTo>
                    <a:pt x="32" y="613"/>
                  </a:lnTo>
                  <a:lnTo>
                    <a:pt x="35" y="621"/>
                  </a:lnTo>
                  <a:lnTo>
                    <a:pt x="40" y="629"/>
                  </a:lnTo>
                  <a:lnTo>
                    <a:pt x="40" y="629"/>
                  </a:lnTo>
                  <a:lnTo>
                    <a:pt x="42" y="639"/>
                  </a:lnTo>
                  <a:lnTo>
                    <a:pt x="47" y="647"/>
                  </a:lnTo>
                  <a:lnTo>
                    <a:pt x="55" y="663"/>
                  </a:lnTo>
                  <a:lnTo>
                    <a:pt x="66" y="679"/>
                  </a:lnTo>
                  <a:lnTo>
                    <a:pt x="74" y="695"/>
                  </a:lnTo>
                  <a:lnTo>
                    <a:pt x="74" y="695"/>
                  </a:lnTo>
                  <a:lnTo>
                    <a:pt x="80" y="701"/>
                  </a:lnTo>
                  <a:lnTo>
                    <a:pt x="85" y="708"/>
                  </a:lnTo>
                  <a:lnTo>
                    <a:pt x="92" y="713"/>
                  </a:lnTo>
                  <a:lnTo>
                    <a:pt x="98" y="719"/>
                  </a:lnTo>
                  <a:lnTo>
                    <a:pt x="98" y="719"/>
                  </a:lnTo>
                  <a:lnTo>
                    <a:pt x="95" y="713"/>
                  </a:lnTo>
                  <a:lnTo>
                    <a:pt x="92" y="708"/>
                  </a:lnTo>
                  <a:lnTo>
                    <a:pt x="88" y="703"/>
                  </a:lnTo>
                  <a:lnTo>
                    <a:pt x="87" y="696"/>
                  </a:lnTo>
                  <a:lnTo>
                    <a:pt x="87" y="696"/>
                  </a:lnTo>
                  <a:lnTo>
                    <a:pt x="79" y="688"/>
                  </a:lnTo>
                  <a:lnTo>
                    <a:pt x="72" y="677"/>
                  </a:lnTo>
                  <a:lnTo>
                    <a:pt x="61" y="656"/>
                  </a:lnTo>
                  <a:lnTo>
                    <a:pt x="51" y="632"/>
                  </a:lnTo>
                  <a:lnTo>
                    <a:pt x="39" y="611"/>
                  </a:lnTo>
                  <a:lnTo>
                    <a:pt x="39" y="611"/>
                  </a:lnTo>
                  <a:close/>
                  <a:moveTo>
                    <a:pt x="706" y="666"/>
                  </a:moveTo>
                  <a:lnTo>
                    <a:pt x="706" y="666"/>
                  </a:lnTo>
                  <a:lnTo>
                    <a:pt x="712" y="666"/>
                  </a:lnTo>
                  <a:lnTo>
                    <a:pt x="719" y="664"/>
                  </a:lnTo>
                  <a:lnTo>
                    <a:pt x="724" y="663"/>
                  </a:lnTo>
                  <a:lnTo>
                    <a:pt x="728" y="659"/>
                  </a:lnTo>
                  <a:lnTo>
                    <a:pt x="728" y="659"/>
                  </a:lnTo>
                  <a:lnTo>
                    <a:pt x="722" y="658"/>
                  </a:lnTo>
                  <a:lnTo>
                    <a:pt x="716" y="659"/>
                  </a:lnTo>
                  <a:lnTo>
                    <a:pt x="711" y="663"/>
                  </a:lnTo>
                  <a:lnTo>
                    <a:pt x="706" y="666"/>
                  </a:lnTo>
                  <a:lnTo>
                    <a:pt x="706" y="666"/>
                  </a:lnTo>
                  <a:close/>
                  <a:moveTo>
                    <a:pt x="490" y="774"/>
                  </a:moveTo>
                  <a:lnTo>
                    <a:pt x="490" y="774"/>
                  </a:lnTo>
                  <a:lnTo>
                    <a:pt x="492" y="775"/>
                  </a:lnTo>
                  <a:lnTo>
                    <a:pt x="494" y="777"/>
                  </a:lnTo>
                  <a:lnTo>
                    <a:pt x="497" y="777"/>
                  </a:lnTo>
                  <a:lnTo>
                    <a:pt x="499" y="777"/>
                  </a:lnTo>
                  <a:lnTo>
                    <a:pt x="499" y="777"/>
                  </a:lnTo>
                  <a:lnTo>
                    <a:pt x="497" y="775"/>
                  </a:lnTo>
                  <a:lnTo>
                    <a:pt x="495" y="774"/>
                  </a:lnTo>
                  <a:lnTo>
                    <a:pt x="494" y="774"/>
                  </a:lnTo>
                  <a:lnTo>
                    <a:pt x="490" y="774"/>
                  </a:lnTo>
                  <a:lnTo>
                    <a:pt x="490" y="774"/>
                  </a:lnTo>
                  <a:close/>
                  <a:moveTo>
                    <a:pt x="389" y="787"/>
                  </a:moveTo>
                  <a:lnTo>
                    <a:pt x="389" y="787"/>
                  </a:lnTo>
                  <a:lnTo>
                    <a:pt x="392" y="787"/>
                  </a:lnTo>
                  <a:lnTo>
                    <a:pt x="396" y="785"/>
                  </a:lnTo>
                  <a:lnTo>
                    <a:pt x="397" y="782"/>
                  </a:lnTo>
                  <a:lnTo>
                    <a:pt x="396" y="778"/>
                  </a:lnTo>
                  <a:lnTo>
                    <a:pt x="396" y="778"/>
                  </a:lnTo>
                  <a:lnTo>
                    <a:pt x="392" y="778"/>
                  </a:lnTo>
                  <a:lnTo>
                    <a:pt x="391" y="780"/>
                  </a:lnTo>
                  <a:lnTo>
                    <a:pt x="389" y="787"/>
                  </a:lnTo>
                  <a:lnTo>
                    <a:pt x="389" y="787"/>
                  </a:lnTo>
                  <a:close/>
                  <a:moveTo>
                    <a:pt x="777" y="421"/>
                  </a:moveTo>
                  <a:lnTo>
                    <a:pt x="777" y="421"/>
                  </a:lnTo>
                  <a:lnTo>
                    <a:pt x="783" y="410"/>
                  </a:lnTo>
                  <a:lnTo>
                    <a:pt x="786" y="399"/>
                  </a:lnTo>
                  <a:lnTo>
                    <a:pt x="788" y="386"/>
                  </a:lnTo>
                  <a:lnTo>
                    <a:pt x="788" y="373"/>
                  </a:lnTo>
                  <a:lnTo>
                    <a:pt x="783" y="346"/>
                  </a:lnTo>
                  <a:lnTo>
                    <a:pt x="778" y="318"/>
                  </a:lnTo>
                  <a:lnTo>
                    <a:pt x="778" y="318"/>
                  </a:lnTo>
                  <a:lnTo>
                    <a:pt x="774" y="299"/>
                  </a:lnTo>
                  <a:lnTo>
                    <a:pt x="767" y="281"/>
                  </a:lnTo>
                  <a:lnTo>
                    <a:pt x="762" y="264"/>
                  </a:lnTo>
                  <a:lnTo>
                    <a:pt x="757" y="248"/>
                  </a:lnTo>
                  <a:lnTo>
                    <a:pt x="757" y="248"/>
                  </a:lnTo>
                  <a:lnTo>
                    <a:pt x="753" y="243"/>
                  </a:lnTo>
                  <a:lnTo>
                    <a:pt x="749" y="240"/>
                  </a:lnTo>
                  <a:lnTo>
                    <a:pt x="749" y="240"/>
                  </a:lnTo>
                  <a:lnTo>
                    <a:pt x="743" y="222"/>
                  </a:lnTo>
                  <a:lnTo>
                    <a:pt x="737" y="204"/>
                  </a:lnTo>
                  <a:lnTo>
                    <a:pt x="728" y="188"/>
                  </a:lnTo>
                  <a:lnTo>
                    <a:pt x="719" y="172"/>
                  </a:lnTo>
                  <a:lnTo>
                    <a:pt x="709" y="158"/>
                  </a:lnTo>
                  <a:lnTo>
                    <a:pt x="700" y="145"/>
                  </a:lnTo>
                  <a:lnTo>
                    <a:pt x="675" y="119"/>
                  </a:lnTo>
                  <a:lnTo>
                    <a:pt x="675" y="119"/>
                  </a:lnTo>
                  <a:lnTo>
                    <a:pt x="666" y="121"/>
                  </a:lnTo>
                  <a:lnTo>
                    <a:pt x="659" y="122"/>
                  </a:lnTo>
                  <a:lnTo>
                    <a:pt x="659" y="122"/>
                  </a:lnTo>
                  <a:lnTo>
                    <a:pt x="658" y="119"/>
                  </a:lnTo>
                  <a:lnTo>
                    <a:pt x="656" y="117"/>
                  </a:lnTo>
                  <a:lnTo>
                    <a:pt x="656" y="116"/>
                  </a:lnTo>
                  <a:lnTo>
                    <a:pt x="656" y="116"/>
                  </a:lnTo>
                  <a:lnTo>
                    <a:pt x="650" y="116"/>
                  </a:lnTo>
                  <a:lnTo>
                    <a:pt x="648" y="114"/>
                  </a:lnTo>
                  <a:lnTo>
                    <a:pt x="646" y="111"/>
                  </a:lnTo>
                  <a:lnTo>
                    <a:pt x="646" y="111"/>
                  </a:lnTo>
                  <a:lnTo>
                    <a:pt x="664" y="113"/>
                  </a:lnTo>
                  <a:lnTo>
                    <a:pt x="664" y="113"/>
                  </a:lnTo>
                  <a:lnTo>
                    <a:pt x="663" y="109"/>
                  </a:lnTo>
                  <a:lnTo>
                    <a:pt x="663" y="105"/>
                  </a:lnTo>
                  <a:lnTo>
                    <a:pt x="663" y="105"/>
                  </a:lnTo>
                  <a:lnTo>
                    <a:pt x="643" y="85"/>
                  </a:lnTo>
                  <a:lnTo>
                    <a:pt x="621" y="68"/>
                  </a:lnTo>
                  <a:lnTo>
                    <a:pt x="597" y="51"/>
                  </a:lnTo>
                  <a:lnTo>
                    <a:pt x="571" y="39"/>
                  </a:lnTo>
                  <a:lnTo>
                    <a:pt x="544" y="27"/>
                  </a:lnTo>
                  <a:lnTo>
                    <a:pt x="515" y="18"/>
                  </a:lnTo>
                  <a:lnTo>
                    <a:pt x="486" y="10"/>
                  </a:lnTo>
                  <a:lnTo>
                    <a:pt x="455" y="6"/>
                  </a:lnTo>
                  <a:lnTo>
                    <a:pt x="455" y="6"/>
                  </a:lnTo>
                  <a:lnTo>
                    <a:pt x="429" y="2"/>
                  </a:lnTo>
                  <a:lnTo>
                    <a:pt x="402" y="0"/>
                  </a:lnTo>
                  <a:lnTo>
                    <a:pt x="376" y="2"/>
                  </a:lnTo>
                  <a:lnTo>
                    <a:pt x="351" y="5"/>
                  </a:lnTo>
                  <a:lnTo>
                    <a:pt x="351" y="5"/>
                  </a:lnTo>
                  <a:lnTo>
                    <a:pt x="339" y="6"/>
                  </a:lnTo>
                  <a:lnTo>
                    <a:pt x="330" y="11"/>
                  </a:lnTo>
                  <a:lnTo>
                    <a:pt x="318" y="13"/>
                  </a:lnTo>
                  <a:lnTo>
                    <a:pt x="314" y="14"/>
                  </a:lnTo>
                  <a:lnTo>
                    <a:pt x="307" y="14"/>
                  </a:lnTo>
                  <a:lnTo>
                    <a:pt x="307" y="14"/>
                  </a:lnTo>
                  <a:lnTo>
                    <a:pt x="262" y="32"/>
                  </a:lnTo>
                  <a:lnTo>
                    <a:pt x="240" y="42"/>
                  </a:lnTo>
                  <a:lnTo>
                    <a:pt x="230" y="47"/>
                  </a:lnTo>
                  <a:lnTo>
                    <a:pt x="220" y="53"/>
                  </a:lnTo>
                  <a:lnTo>
                    <a:pt x="220" y="53"/>
                  </a:lnTo>
                  <a:lnTo>
                    <a:pt x="219" y="53"/>
                  </a:lnTo>
                  <a:lnTo>
                    <a:pt x="217" y="53"/>
                  </a:lnTo>
                  <a:lnTo>
                    <a:pt x="217" y="53"/>
                  </a:lnTo>
                  <a:lnTo>
                    <a:pt x="204" y="63"/>
                  </a:lnTo>
                  <a:lnTo>
                    <a:pt x="193" y="69"/>
                  </a:lnTo>
                  <a:lnTo>
                    <a:pt x="180" y="77"/>
                  </a:lnTo>
                  <a:lnTo>
                    <a:pt x="170" y="87"/>
                  </a:lnTo>
                  <a:lnTo>
                    <a:pt x="170" y="87"/>
                  </a:lnTo>
                  <a:lnTo>
                    <a:pt x="153" y="100"/>
                  </a:lnTo>
                  <a:lnTo>
                    <a:pt x="135" y="116"/>
                  </a:lnTo>
                  <a:lnTo>
                    <a:pt x="119" y="132"/>
                  </a:lnTo>
                  <a:lnTo>
                    <a:pt x="101" y="146"/>
                  </a:lnTo>
                  <a:lnTo>
                    <a:pt x="101" y="146"/>
                  </a:lnTo>
                  <a:lnTo>
                    <a:pt x="103" y="150"/>
                  </a:lnTo>
                  <a:lnTo>
                    <a:pt x="103" y="151"/>
                  </a:lnTo>
                  <a:lnTo>
                    <a:pt x="101" y="153"/>
                  </a:lnTo>
                  <a:lnTo>
                    <a:pt x="101" y="153"/>
                  </a:lnTo>
                  <a:lnTo>
                    <a:pt x="98" y="154"/>
                  </a:lnTo>
                  <a:lnTo>
                    <a:pt x="93" y="158"/>
                  </a:lnTo>
                  <a:lnTo>
                    <a:pt x="88" y="166"/>
                  </a:lnTo>
                  <a:lnTo>
                    <a:pt x="85" y="174"/>
                  </a:lnTo>
                  <a:lnTo>
                    <a:pt x="80" y="183"/>
                  </a:lnTo>
                  <a:lnTo>
                    <a:pt x="80" y="183"/>
                  </a:lnTo>
                  <a:lnTo>
                    <a:pt x="82" y="183"/>
                  </a:lnTo>
                  <a:lnTo>
                    <a:pt x="84" y="185"/>
                  </a:lnTo>
                  <a:lnTo>
                    <a:pt x="85" y="188"/>
                  </a:lnTo>
                  <a:lnTo>
                    <a:pt x="85" y="188"/>
                  </a:lnTo>
                  <a:lnTo>
                    <a:pt x="80" y="195"/>
                  </a:lnTo>
                  <a:lnTo>
                    <a:pt x="77" y="203"/>
                  </a:lnTo>
                  <a:lnTo>
                    <a:pt x="71" y="219"/>
                  </a:lnTo>
                  <a:lnTo>
                    <a:pt x="68" y="227"/>
                  </a:lnTo>
                  <a:lnTo>
                    <a:pt x="63" y="233"/>
                  </a:lnTo>
                  <a:lnTo>
                    <a:pt x="58" y="236"/>
                  </a:lnTo>
                  <a:lnTo>
                    <a:pt x="50" y="240"/>
                  </a:lnTo>
                  <a:lnTo>
                    <a:pt x="50" y="240"/>
                  </a:lnTo>
                  <a:lnTo>
                    <a:pt x="53" y="244"/>
                  </a:lnTo>
                  <a:lnTo>
                    <a:pt x="55" y="249"/>
                  </a:lnTo>
                  <a:lnTo>
                    <a:pt x="55" y="256"/>
                  </a:lnTo>
                  <a:lnTo>
                    <a:pt x="53" y="262"/>
                  </a:lnTo>
                  <a:lnTo>
                    <a:pt x="47" y="272"/>
                  </a:lnTo>
                  <a:lnTo>
                    <a:pt x="39" y="281"/>
                  </a:lnTo>
                  <a:lnTo>
                    <a:pt x="39" y="281"/>
                  </a:lnTo>
                  <a:lnTo>
                    <a:pt x="40" y="285"/>
                  </a:lnTo>
                  <a:lnTo>
                    <a:pt x="40" y="288"/>
                  </a:lnTo>
                  <a:lnTo>
                    <a:pt x="35" y="294"/>
                  </a:lnTo>
                  <a:lnTo>
                    <a:pt x="35" y="294"/>
                  </a:lnTo>
                  <a:lnTo>
                    <a:pt x="35" y="301"/>
                  </a:lnTo>
                  <a:lnTo>
                    <a:pt x="34" y="306"/>
                  </a:lnTo>
                  <a:lnTo>
                    <a:pt x="34" y="310"/>
                  </a:lnTo>
                  <a:lnTo>
                    <a:pt x="34" y="315"/>
                  </a:lnTo>
                  <a:lnTo>
                    <a:pt x="34" y="315"/>
                  </a:lnTo>
                  <a:lnTo>
                    <a:pt x="29" y="327"/>
                  </a:lnTo>
                  <a:lnTo>
                    <a:pt x="21" y="335"/>
                  </a:lnTo>
                  <a:lnTo>
                    <a:pt x="19" y="339"/>
                  </a:lnTo>
                  <a:lnTo>
                    <a:pt x="16" y="344"/>
                  </a:lnTo>
                  <a:lnTo>
                    <a:pt x="16" y="349"/>
                  </a:lnTo>
                  <a:lnTo>
                    <a:pt x="16" y="355"/>
                  </a:lnTo>
                  <a:lnTo>
                    <a:pt x="16" y="355"/>
                  </a:lnTo>
                  <a:lnTo>
                    <a:pt x="13" y="355"/>
                  </a:lnTo>
                  <a:lnTo>
                    <a:pt x="10" y="354"/>
                  </a:lnTo>
                  <a:lnTo>
                    <a:pt x="10" y="354"/>
                  </a:lnTo>
                  <a:lnTo>
                    <a:pt x="8" y="357"/>
                  </a:lnTo>
                  <a:lnTo>
                    <a:pt x="5" y="359"/>
                  </a:lnTo>
                  <a:lnTo>
                    <a:pt x="5" y="359"/>
                  </a:lnTo>
                  <a:lnTo>
                    <a:pt x="3" y="376"/>
                  </a:lnTo>
                  <a:lnTo>
                    <a:pt x="3" y="396"/>
                  </a:lnTo>
                  <a:lnTo>
                    <a:pt x="3" y="436"/>
                  </a:lnTo>
                  <a:lnTo>
                    <a:pt x="3" y="436"/>
                  </a:lnTo>
                  <a:lnTo>
                    <a:pt x="6" y="454"/>
                  </a:lnTo>
                  <a:lnTo>
                    <a:pt x="8" y="471"/>
                  </a:lnTo>
                  <a:lnTo>
                    <a:pt x="8" y="471"/>
                  </a:lnTo>
                  <a:lnTo>
                    <a:pt x="8" y="487"/>
                  </a:lnTo>
                  <a:lnTo>
                    <a:pt x="10" y="495"/>
                  </a:lnTo>
                  <a:lnTo>
                    <a:pt x="11" y="499"/>
                  </a:lnTo>
                  <a:lnTo>
                    <a:pt x="14" y="500"/>
                  </a:lnTo>
                  <a:lnTo>
                    <a:pt x="14" y="500"/>
                  </a:lnTo>
                  <a:lnTo>
                    <a:pt x="14" y="500"/>
                  </a:lnTo>
                  <a:lnTo>
                    <a:pt x="14" y="497"/>
                  </a:lnTo>
                  <a:lnTo>
                    <a:pt x="14" y="495"/>
                  </a:lnTo>
                  <a:lnTo>
                    <a:pt x="18" y="495"/>
                  </a:lnTo>
                  <a:lnTo>
                    <a:pt x="18" y="495"/>
                  </a:lnTo>
                  <a:lnTo>
                    <a:pt x="21" y="497"/>
                  </a:lnTo>
                  <a:lnTo>
                    <a:pt x="23" y="502"/>
                  </a:lnTo>
                  <a:lnTo>
                    <a:pt x="23" y="502"/>
                  </a:lnTo>
                  <a:lnTo>
                    <a:pt x="21" y="505"/>
                  </a:lnTo>
                  <a:lnTo>
                    <a:pt x="19" y="507"/>
                  </a:lnTo>
                  <a:lnTo>
                    <a:pt x="18" y="508"/>
                  </a:lnTo>
                  <a:lnTo>
                    <a:pt x="18" y="513"/>
                  </a:lnTo>
                  <a:lnTo>
                    <a:pt x="18" y="513"/>
                  </a:lnTo>
                  <a:lnTo>
                    <a:pt x="21" y="513"/>
                  </a:lnTo>
                  <a:lnTo>
                    <a:pt x="24" y="511"/>
                  </a:lnTo>
                  <a:lnTo>
                    <a:pt x="29" y="508"/>
                  </a:lnTo>
                  <a:lnTo>
                    <a:pt x="32" y="503"/>
                  </a:lnTo>
                  <a:lnTo>
                    <a:pt x="39" y="499"/>
                  </a:lnTo>
                  <a:lnTo>
                    <a:pt x="39" y="499"/>
                  </a:lnTo>
                  <a:lnTo>
                    <a:pt x="37" y="495"/>
                  </a:lnTo>
                  <a:lnTo>
                    <a:pt x="39" y="492"/>
                  </a:lnTo>
                  <a:lnTo>
                    <a:pt x="39" y="492"/>
                  </a:lnTo>
                  <a:lnTo>
                    <a:pt x="40" y="491"/>
                  </a:lnTo>
                  <a:lnTo>
                    <a:pt x="43" y="489"/>
                  </a:lnTo>
                  <a:lnTo>
                    <a:pt x="45" y="489"/>
                  </a:lnTo>
                  <a:lnTo>
                    <a:pt x="47" y="486"/>
                  </a:lnTo>
                  <a:lnTo>
                    <a:pt x="47" y="486"/>
                  </a:lnTo>
                  <a:lnTo>
                    <a:pt x="42" y="486"/>
                  </a:lnTo>
                  <a:lnTo>
                    <a:pt x="39" y="486"/>
                  </a:lnTo>
                  <a:lnTo>
                    <a:pt x="39" y="486"/>
                  </a:lnTo>
                  <a:lnTo>
                    <a:pt x="42" y="479"/>
                  </a:lnTo>
                  <a:lnTo>
                    <a:pt x="45" y="473"/>
                  </a:lnTo>
                  <a:lnTo>
                    <a:pt x="50" y="468"/>
                  </a:lnTo>
                  <a:lnTo>
                    <a:pt x="53" y="468"/>
                  </a:lnTo>
                  <a:lnTo>
                    <a:pt x="56" y="468"/>
                  </a:lnTo>
                  <a:lnTo>
                    <a:pt x="56" y="468"/>
                  </a:lnTo>
                  <a:lnTo>
                    <a:pt x="56" y="465"/>
                  </a:lnTo>
                  <a:lnTo>
                    <a:pt x="53" y="465"/>
                  </a:lnTo>
                  <a:lnTo>
                    <a:pt x="51" y="465"/>
                  </a:lnTo>
                  <a:lnTo>
                    <a:pt x="53" y="463"/>
                  </a:lnTo>
                  <a:lnTo>
                    <a:pt x="53" y="463"/>
                  </a:lnTo>
                  <a:lnTo>
                    <a:pt x="53" y="463"/>
                  </a:lnTo>
                  <a:lnTo>
                    <a:pt x="55" y="462"/>
                  </a:lnTo>
                  <a:lnTo>
                    <a:pt x="55" y="462"/>
                  </a:lnTo>
                  <a:lnTo>
                    <a:pt x="53" y="462"/>
                  </a:lnTo>
                  <a:lnTo>
                    <a:pt x="53" y="462"/>
                  </a:lnTo>
                  <a:lnTo>
                    <a:pt x="53" y="460"/>
                  </a:lnTo>
                  <a:lnTo>
                    <a:pt x="56" y="457"/>
                  </a:lnTo>
                  <a:lnTo>
                    <a:pt x="61" y="454"/>
                  </a:lnTo>
                  <a:lnTo>
                    <a:pt x="66" y="454"/>
                  </a:lnTo>
                  <a:lnTo>
                    <a:pt x="66" y="454"/>
                  </a:lnTo>
                  <a:lnTo>
                    <a:pt x="63" y="449"/>
                  </a:lnTo>
                  <a:lnTo>
                    <a:pt x="63" y="449"/>
                  </a:lnTo>
                  <a:lnTo>
                    <a:pt x="63" y="442"/>
                  </a:lnTo>
                  <a:lnTo>
                    <a:pt x="63" y="436"/>
                  </a:lnTo>
                  <a:lnTo>
                    <a:pt x="60" y="421"/>
                  </a:lnTo>
                  <a:lnTo>
                    <a:pt x="58" y="413"/>
                  </a:lnTo>
                  <a:lnTo>
                    <a:pt x="58" y="407"/>
                  </a:lnTo>
                  <a:lnTo>
                    <a:pt x="60" y="401"/>
                  </a:lnTo>
                  <a:lnTo>
                    <a:pt x="64" y="397"/>
                  </a:lnTo>
                  <a:lnTo>
                    <a:pt x="64" y="397"/>
                  </a:lnTo>
                  <a:lnTo>
                    <a:pt x="63" y="380"/>
                  </a:lnTo>
                  <a:lnTo>
                    <a:pt x="61" y="364"/>
                  </a:lnTo>
                  <a:lnTo>
                    <a:pt x="61" y="346"/>
                  </a:lnTo>
                  <a:lnTo>
                    <a:pt x="63" y="327"/>
                  </a:lnTo>
                  <a:lnTo>
                    <a:pt x="63" y="327"/>
                  </a:lnTo>
                  <a:lnTo>
                    <a:pt x="63" y="325"/>
                  </a:lnTo>
                  <a:lnTo>
                    <a:pt x="60" y="323"/>
                  </a:lnTo>
                  <a:lnTo>
                    <a:pt x="58" y="323"/>
                  </a:lnTo>
                  <a:lnTo>
                    <a:pt x="58" y="320"/>
                  </a:lnTo>
                  <a:lnTo>
                    <a:pt x="58" y="320"/>
                  </a:lnTo>
                  <a:lnTo>
                    <a:pt x="60" y="318"/>
                  </a:lnTo>
                  <a:lnTo>
                    <a:pt x="61" y="317"/>
                  </a:lnTo>
                  <a:lnTo>
                    <a:pt x="63" y="315"/>
                  </a:lnTo>
                  <a:lnTo>
                    <a:pt x="63" y="312"/>
                  </a:lnTo>
                  <a:lnTo>
                    <a:pt x="63" y="312"/>
                  </a:lnTo>
                  <a:lnTo>
                    <a:pt x="66" y="299"/>
                  </a:lnTo>
                  <a:lnTo>
                    <a:pt x="69" y="286"/>
                  </a:lnTo>
                  <a:lnTo>
                    <a:pt x="71" y="262"/>
                  </a:lnTo>
                  <a:lnTo>
                    <a:pt x="71" y="262"/>
                  </a:lnTo>
                  <a:lnTo>
                    <a:pt x="72" y="256"/>
                  </a:lnTo>
                  <a:lnTo>
                    <a:pt x="76" y="249"/>
                  </a:lnTo>
                  <a:lnTo>
                    <a:pt x="80" y="238"/>
                  </a:lnTo>
                  <a:lnTo>
                    <a:pt x="87" y="225"/>
                  </a:lnTo>
                  <a:lnTo>
                    <a:pt x="87" y="219"/>
                  </a:lnTo>
                  <a:lnTo>
                    <a:pt x="87" y="212"/>
                  </a:lnTo>
                  <a:lnTo>
                    <a:pt x="87" y="212"/>
                  </a:lnTo>
                  <a:lnTo>
                    <a:pt x="92" y="207"/>
                  </a:lnTo>
                  <a:lnTo>
                    <a:pt x="96" y="199"/>
                  </a:lnTo>
                  <a:lnTo>
                    <a:pt x="98" y="193"/>
                  </a:lnTo>
                  <a:lnTo>
                    <a:pt x="98" y="185"/>
                  </a:lnTo>
                  <a:lnTo>
                    <a:pt x="98" y="185"/>
                  </a:lnTo>
                  <a:lnTo>
                    <a:pt x="105" y="187"/>
                  </a:lnTo>
                  <a:lnTo>
                    <a:pt x="111" y="185"/>
                  </a:lnTo>
                  <a:lnTo>
                    <a:pt x="117" y="182"/>
                  </a:lnTo>
                  <a:lnTo>
                    <a:pt x="121" y="177"/>
                  </a:lnTo>
                  <a:lnTo>
                    <a:pt x="121" y="177"/>
                  </a:lnTo>
                  <a:lnTo>
                    <a:pt x="119" y="174"/>
                  </a:lnTo>
                  <a:lnTo>
                    <a:pt x="117" y="170"/>
                  </a:lnTo>
                  <a:lnTo>
                    <a:pt x="116" y="169"/>
                  </a:lnTo>
                  <a:lnTo>
                    <a:pt x="114" y="164"/>
                  </a:lnTo>
                  <a:lnTo>
                    <a:pt x="114" y="164"/>
                  </a:lnTo>
                  <a:lnTo>
                    <a:pt x="119" y="158"/>
                  </a:lnTo>
                  <a:lnTo>
                    <a:pt x="124" y="151"/>
                  </a:lnTo>
                  <a:lnTo>
                    <a:pt x="135" y="138"/>
                  </a:lnTo>
                  <a:lnTo>
                    <a:pt x="146" y="127"/>
                  </a:lnTo>
                  <a:lnTo>
                    <a:pt x="151" y="119"/>
                  </a:lnTo>
                  <a:lnTo>
                    <a:pt x="156" y="113"/>
                  </a:lnTo>
                  <a:lnTo>
                    <a:pt x="156" y="113"/>
                  </a:lnTo>
                  <a:lnTo>
                    <a:pt x="159" y="111"/>
                  </a:lnTo>
                  <a:lnTo>
                    <a:pt x="162" y="109"/>
                  </a:lnTo>
                  <a:lnTo>
                    <a:pt x="166" y="105"/>
                  </a:lnTo>
                  <a:lnTo>
                    <a:pt x="166" y="105"/>
                  </a:lnTo>
                  <a:lnTo>
                    <a:pt x="187" y="90"/>
                  </a:lnTo>
                  <a:lnTo>
                    <a:pt x="211" y="77"/>
                  </a:lnTo>
                  <a:lnTo>
                    <a:pt x="235" y="66"/>
                  </a:lnTo>
                  <a:lnTo>
                    <a:pt x="261" y="56"/>
                  </a:lnTo>
                  <a:lnTo>
                    <a:pt x="289" y="50"/>
                  </a:lnTo>
                  <a:lnTo>
                    <a:pt x="317" y="43"/>
                  </a:lnTo>
                  <a:lnTo>
                    <a:pt x="347" y="42"/>
                  </a:lnTo>
                  <a:lnTo>
                    <a:pt x="378" y="42"/>
                  </a:lnTo>
                  <a:lnTo>
                    <a:pt x="378" y="42"/>
                  </a:lnTo>
                  <a:lnTo>
                    <a:pt x="381" y="45"/>
                  </a:lnTo>
                  <a:lnTo>
                    <a:pt x="383" y="48"/>
                  </a:lnTo>
                  <a:lnTo>
                    <a:pt x="383" y="48"/>
                  </a:lnTo>
                  <a:lnTo>
                    <a:pt x="392" y="50"/>
                  </a:lnTo>
                  <a:lnTo>
                    <a:pt x="404" y="53"/>
                  </a:lnTo>
                  <a:lnTo>
                    <a:pt x="404" y="53"/>
                  </a:lnTo>
                  <a:lnTo>
                    <a:pt x="408" y="56"/>
                  </a:lnTo>
                  <a:lnTo>
                    <a:pt x="413" y="60"/>
                  </a:lnTo>
                  <a:lnTo>
                    <a:pt x="425" y="63"/>
                  </a:lnTo>
                  <a:lnTo>
                    <a:pt x="436" y="66"/>
                  </a:lnTo>
                  <a:lnTo>
                    <a:pt x="447" y="69"/>
                  </a:lnTo>
                  <a:lnTo>
                    <a:pt x="447" y="69"/>
                  </a:lnTo>
                  <a:lnTo>
                    <a:pt x="478" y="84"/>
                  </a:lnTo>
                  <a:lnTo>
                    <a:pt x="508" y="97"/>
                  </a:lnTo>
                  <a:lnTo>
                    <a:pt x="508" y="97"/>
                  </a:lnTo>
                  <a:lnTo>
                    <a:pt x="550" y="114"/>
                  </a:lnTo>
                  <a:lnTo>
                    <a:pt x="569" y="124"/>
                  </a:lnTo>
                  <a:lnTo>
                    <a:pt x="577" y="129"/>
                  </a:lnTo>
                  <a:lnTo>
                    <a:pt x="585" y="135"/>
                  </a:lnTo>
                  <a:lnTo>
                    <a:pt x="585" y="135"/>
                  </a:lnTo>
                  <a:lnTo>
                    <a:pt x="593" y="143"/>
                  </a:lnTo>
                  <a:lnTo>
                    <a:pt x="600" y="151"/>
                  </a:lnTo>
                  <a:lnTo>
                    <a:pt x="609" y="170"/>
                  </a:lnTo>
                  <a:lnTo>
                    <a:pt x="618" y="191"/>
                  </a:lnTo>
                  <a:lnTo>
                    <a:pt x="627" y="212"/>
                  </a:lnTo>
                  <a:lnTo>
                    <a:pt x="627" y="212"/>
                  </a:lnTo>
                  <a:lnTo>
                    <a:pt x="635" y="227"/>
                  </a:lnTo>
                  <a:lnTo>
                    <a:pt x="643" y="243"/>
                  </a:lnTo>
                  <a:lnTo>
                    <a:pt x="643" y="243"/>
                  </a:lnTo>
                  <a:lnTo>
                    <a:pt x="635" y="238"/>
                  </a:lnTo>
                  <a:lnTo>
                    <a:pt x="630" y="233"/>
                  </a:lnTo>
                  <a:lnTo>
                    <a:pt x="629" y="228"/>
                  </a:lnTo>
                  <a:lnTo>
                    <a:pt x="629" y="228"/>
                  </a:lnTo>
                  <a:lnTo>
                    <a:pt x="626" y="228"/>
                  </a:lnTo>
                  <a:lnTo>
                    <a:pt x="624" y="228"/>
                  </a:lnTo>
                  <a:lnTo>
                    <a:pt x="624" y="227"/>
                  </a:lnTo>
                  <a:lnTo>
                    <a:pt x="621" y="228"/>
                  </a:lnTo>
                  <a:lnTo>
                    <a:pt x="621" y="228"/>
                  </a:lnTo>
                  <a:lnTo>
                    <a:pt x="616" y="222"/>
                  </a:lnTo>
                  <a:lnTo>
                    <a:pt x="609" y="217"/>
                  </a:lnTo>
                  <a:lnTo>
                    <a:pt x="603" y="212"/>
                  </a:lnTo>
                  <a:lnTo>
                    <a:pt x="595" y="209"/>
                  </a:lnTo>
                  <a:lnTo>
                    <a:pt x="595" y="209"/>
                  </a:lnTo>
                  <a:lnTo>
                    <a:pt x="592" y="206"/>
                  </a:lnTo>
                  <a:lnTo>
                    <a:pt x="589" y="203"/>
                  </a:lnTo>
                  <a:lnTo>
                    <a:pt x="579" y="196"/>
                  </a:lnTo>
                  <a:lnTo>
                    <a:pt x="558" y="188"/>
                  </a:lnTo>
                  <a:lnTo>
                    <a:pt x="558" y="188"/>
                  </a:lnTo>
                  <a:lnTo>
                    <a:pt x="552" y="185"/>
                  </a:lnTo>
                  <a:lnTo>
                    <a:pt x="545" y="179"/>
                  </a:lnTo>
                  <a:lnTo>
                    <a:pt x="539" y="174"/>
                  </a:lnTo>
                  <a:lnTo>
                    <a:pt x="536" y="172"/>
                  </a:lnTo>
                  <a:lnTo>
                    <a:pt x="531" y="172"/>
                  </a:lnTo>
                  <a:lnTo>
                    <a:pt x="531" y="172"/>
                  </a:lnTo>
                  <a:lnTo>
                    <a:pt x="532" y="175"/>
                  </a:lnTo>
                  <a:lnTo>
                    <a:pt x="536" y="177"/>
                  </a:lnTo>
                  <a:lnTo>
                    <a:pt x="539" y="177"/>
                  </a:lnTo>
                  <a:lnTo>
                    <a:pt x="540" y="177"/>
                  </a:lnTo>
                  <a:lnTo>
                    <a:pt x="540" y="177"/>
                  </a:lnTo>
                  <a:lnTo>
                    <a:pt x="540" y="179"/>
                  </a:lnTo>
                  <a:lnTo>
                    <a:pt x="539" y="180"/>
                  </a:lnTo>
                  <a:lnTo>
                    <a:pt x="537" y="182"/>
                  </a:lnTo>
                  <a:lnTo>
                    <a:pt x="537" y="183"/>
                  </a:lnTo>
                  <a:lnTo>
                    <a:pt x="537" y="183"/>
                  </a:lnTo>
                  <a:lnTo>
                    <a:pt x="542" y="188"/>
                  </a:lnTo>
                  <a:lnTo>
                    <a:pt x="545" y="191"/>
                  </a:lnTo>
                  <a:lnTo>
                    <a:pt x="553" y="199"/>
                  </a:lnTo>
                  <a:lnTo>
                    <a:pt x="553" y="199"/>
                  </a:lnTo>
                  <a:lnTo>
                    <a:pt x="556" y="204"/>
                  </a:lnTo>
                  <a:lnTo>
                    <a:pt x="560" y="211"/>
                  </a:lnTo>
                  <a:lnTo>
                    <a:pt x="560" y="211"/>
                  </a:lnTo>
                  <a:lnTo>
                    <a:pt x="568" y="219"/>
                  </a:lnTo>
                  <a:lnTo>
                    <a:pt x="579" y="227"/>
                  </a:lnTo>
                  <a:lnTo>
                    <a:pt x="589" y="235"/>
                  </a:lnTo>
                  <a:lnTo>
                    <a:pt x="597" y="243"/>
                  </a:lnTo>
                  <a:lnTo>
                    <a:pt x="597" y="243"/>
                  </a:lnTo>
                  <a:lnTo>
                    <a:pt x="605" y="253"/>
                  </a:lnTo>
                  <a:lnTo>
                    <a:pt x="608" y="259"/>
                  </a:lnTo>
                  <a:lnTo>
                    <a:pt x="613" y="264"/>
                  </a:lnTo>
                  <a:lnTo>
                    <a:pt x="613" y="264"/>
                  </a:lnTo>
                  <a:lnTo>
                    <a:pt x="621" y="269"/>
                  </a:lnTo>
                  <a:lnTo>
                    <a:pt x="629" y="272"/>
                  </a:lnTo>
                  <a:lnTo>
                    <a:pt x="629" y="272"/>
                  </a:lnTo>
                  <a:lnTo>
                    <a:pt x="635" y="278"/>
                  </a:lnTo>
                  <a:lnTo>
                    <a:pt x="640" y="286"/>
                  </a:lnTo>
                  <a:lnTo>
                    <a:pt x="646" y="294"/>
                  </a:lnTo>
                  <a:lnTo>
                    <a:pt x="653" y="301"/>
                  </a:lnTo>
                  <a:lnTo>
                    <a:pt x="653" y="301"/>
                  </a:lnTo>
                  <a:lnTo>
                    <a:pt x="661" y="310"/>
                  </a:lnTo>
                  <a:lnTo>
                    <a:pt x="667" y="320"/>
                  </a:lnTo>
                  <a:lnTo>
                    <a:pt x="677" y="328"/>
                  </a:lnTo>
                  <a:lnTo>
                    <a:pt x="687" y="335"/>
                  </a:lnTo>
                  <a:lnTo>
                    <a:pt x="687" y="335"/>
                  </a:lnTo>
                  <a:lnTo>
                    <a:pt x="690" y="344"/>
                  </a:lnTo>
                  <a:lnTo>
                    <a:pt x="690" y="349"/>
                  </a:lnTo>
                  <a:lnTo>
                    <a:pt x="688" y="354"/>
                  </a:lnTo>
                  <a:lnTo>
                    <a:pt x="688" y="354"/>
                  </a:lnTo>
                  <a:lnTo>
                    <a:pt x="680" y="349"/>
                  </a:lnTo>
                  <a:lnTo>
                    <a:pt x="674" y="341"/>
                  </a:lnTo>
                  <a:lnTo>
                    <a:pt x="669" y="331"/>
                  </a:lnTo>
                  <a:lnTo>
                    <a:pt x="663" y="325"/>
                  </a:lnTo>
                  <a:lnTo>
                    <a:pt x="663" y="325"/>
                  </a:lnTo>
                  <a:lnTo>
                    <a:pt x="658" y="317"/>
                  </a:lnTo>
                  <a:lnTo>
                    <a:pt x="653" y="310"/>
                  </a:lnTo>
                  <a:lnTo>
                    <a:pt x="640" y="298"/>
                  </a:lnTo>
                  <a:lnTo>
                    <a:pt x="626" y="286"/>
                  </a:lnTo>
                  <a:lnTo>
                    <a:pt x="613" y="273"/>
                  </a:lnTo>
                  <a:lnTo>
                    <a:pt x="613" y="273"/>
                  </a:lnTo>
                  <a:lnTo>
                    <a:pt x="609" y="272"/>
                  </a:lnTo>
                  <a:lnTo>
                    <a:pt x="606" y="272"/>
                  </a:lnTo>
                  <a:lnTo>
                    <a:pt x="606" y="272"/>
                  </a:lnTo>
                  <a:lnTo>
                    <a:pt x="590" y="257"/>
                  </a:lnTo>
                  <a:lnTo>
                    <a:pt x="571" y="246"/>
                  </a:lnTo>
                  <a:lnTo>
                    <a:pt x="561" y="241"/>
                  </a:lnTo>
                  <a:lnTo>
                    <a:pt x="550" y="236"/>
                  </a:lnTo>
                  <a:lnTo>
                    <a:pt x="539" y="233"/>
                  </a:lnTo>
                  <a:lnTo>
                    <a:pt x="526" y="232"/>
                  </a:lnTo>
                  <a:lnTo>
                    <a:pt x="526" y="232"/>
                  </a:lnTo>
                  <a:lnTo>
                    <a:pt x="536" y="243"/>
                  </a:lnTo>
                  <a:lnTo>
                    <a:pt x="547" y="251"/>
                  </a:lnTo>
                  <a:lnTo>
                    <a:pt x="573" y="267"/>
                  </a:lnTo>
                  <a:lnTo>
                    <a:pt x="573" y="267"/>
                  </a:lnTo>
                  <a:lnTo>
                    <a:pt x="573" y="270"/>
                  </a:lnTo>
                  <a:lnTo>
                    <a:pt x="574" y="273"/>
                  </a:lnTo>
                  <a:lnTo>
                    <a:pt x="579" y="277"/>
                  </a:lnTo>
                  <a:lnTo>
                    <a:pt x="590" y="281"/>
                  </a:lnTo>
                  <a:lnTo>
                    <a:pt x="590" y="281"/>
                  </a:lnTo>
                  <a:lnTo>
                    <a:pt x="590" y="283"/>
                  </a:lnTo>
                  <a:lnTo>
                    <a:pt x="589" y="286"/>
                  </a:lnTo>
                  <a:lnTo>
                    <a:pt x="589" y="286"/>
                  </a:lnTo>
                  <a:lnTo>
                    <a:pt x="600" y="296"/>
                  </a:lnTo>
                  <a:lnTo>
                    <a:pt x="609" y="307"/>
                  </a:lnTo>
                  <a:lnTo>
                    <a:pt x="629" y="330"/>
                  </a:lnTo>
                  <a:lnTo>
                    <a:pt x="646" y="352"/>
                  </a:lnTo>
                  <a:lnTo>
                    <a:pt x="666" y="375"/>
                  </a:lnTo>
                  <a:lnTo>
                    <a:pt x="666" y="375"/>
                  </a:lnTo>
                  <a:lnTo>
                    <a:pt x="672" y="388"/>
                  </a:lnTo>
                  <a:lnTo>
                    <a:pt x="680" y="402"/>
                  </a:lnTo>
                  <a:lnTo>
                    <a:pt x="688" y="417"/>
                  </a:lnTo>
                  <a:lnTo>
                    <a:pt x="692" y="425"/>
                  </a:lnTo>
                  <a:lnTo>
                    <a:pt x="692" y="431"/>
                  </a:lnTo>
                  <a:lnTo>
                    <a:pt x="692" y="431"/>
                  </a:lnTo>
                  <a:lnTo>
                    <a:pt x="692" y="437"/>
                  </a:lnTo>
                  <a:lnTo>
                    <a:pt x="688" y="442"/>
                  </a:lnTo>
                  <a:lnTo>
                    <a:pt x="685" y="449"/>
                  </a:lnTo>
                  <a:lnTo>
                    <a:pt x="683" y="457"/>
                  </a:lnTo>
                  <a:lnTo>
                    <a:pt x="683" y="457"/>
                  </a:lnTo>
                  <a:lnTo>
                    <a:pt x="680" y="474"/>
                  </a:lnTo>
                  <a:lnTo>
                    <a:pt x="680" y="474"/>
                  </a:lnTo>
                  <a:lnTo>
                    <a:pt x="677" y="495"/>
                  </a:lnTo>
                  <a:lnTo>
                    <a:pt x="677" y="495"/>
                  </a:lnTo>
                  <a:lnTo>
                    <a:pt x="679" y="505"/>
                  </a:lnTo>
                  <a:lnTo>
                    <a:pt x="680" y="516"/>
                  </a:lnTo>
                  <a:lnTo>
                    <a:pt x="682" y="526"/>
                  </a:lnTo>
                  <a:lnTo>
                    <a:pt x="683" y="537"/>
                  </a:lnTo>
                  <a:lnTo>
                    <a:pt x="683" y="537"/>
                  </a:lnTo>
                  <a:lnTo>
                    <a:pt x="682" y="548"/>
                  </a:lnTo>
                  <a:lnTo>
                    <a:pt x="679" y="558"/>
                  </a:lnTo>
                  <a:lnTo>
                    <a:pt x="674" y="568"/>
                  </a:lnTo>
                  <a:lnTo>
                    <a:pt x="669" y="577"/>
                  </a:lnTo>
                  <a:lnTo>
                    <a:pt x="658" y="595"/>
                  </a:lnTo>
                  <a:lnTo>
                    <a:pt x="653" y="603"/>
                  </a:lnTo>
                  <a:lnTo>
                    <a:pt x="650" y="611"/>
                  </a:lnTo>
                  <a:lnTo>
                    <a:pt x="650" y="611"/>
                  </a:lnTo>
                  <a:lnTo>
                    <a:pt x="635" y="624"/>
                  </a:lnTo>
                  <a:lnTo>
                    <a:pt x="622" y="637"/>
                  </a:lnTo>
                  <a:lnTo>
                    <a:pt x="609" y="651"/>
                  </a:lnTo>
                  <a:lnTo>
                    <a:pt x="601" y="658"/>
                  </a:lnTo>
                  <a:lnTo>
                    <a:pt x="593" y="663"/>
                  </a:lnTo>
                  <a:lnTo>
                    <a:pt x="593" y="663"/>
                  </a:lnTo>
                  <a:lnTo>
                    <a:pt x="590" y="666"/>
                  </a:lnTo>
                  <a:lnTo>
                    <a:pt x="589" y="671"/>
                  </a:lnTo>
                  <a:lnTo>
                    <a:pt x="589" y="671"/>
                  </a:lnTo>
                  <a:lnTo>
                    <a:pt x="571" y="679"/>
                  </a:lnTo>
                  <a:lnTo>
                    <a:pt x="555" y="688"/>
                  </a:lnTo>
                  <a:lnTo>
                    <a:pt x="547" y="692"/>
                  </a:lnTo>
                  <a:lnTo>
                    <a:pt x="537" y="695"/>
                  </a:lnTo>
                  <a:lnTo>
                    <a:pt x="527" y="696"/>
                  </a:lnTo>
                  <a:lnTo>
                    <a:pt x="516" y="698"/>
                  </a:lnTo>
                  <a:lnTo>
                    <a:pt x="516" y="698"/>
                  </a:lnTo>
                  <a:lnTo>
                    <a:pt x="510" y="703"/>
                  </a:lnTo>
                  <a:lnTo>
                    <a:pt x="503" y="708"/>
                  </a:lnTo>
                  <a:lnTo>
                    <a:pt x="503" y="708"/>
                  </a:lnTo>
                  <a:lnTo>
                    <a:pt x="495" y="708"/>
                  </a:lnTo>
                  <a:lnTo>
                    <a:pt x="487" y="709"/>
                  </a:lnTo>
                  <a:lnTo>
                    <a:pt x="474" y="716"/>
                  </a:lnTo>
                  <a:lnTo>
                    <a:pt x="474" y="716"/>
                  </a:lnTo>
                  <a:lnTo>
                    <a:pt x="466" y="717"/>
                  </a:lnTo>
                  <a:lnTo>
                    <a:pt x="457" y="719"/>
                  </a:lnTo>
                  <a:lnTo>
                    <a:pt x="437" y="719"/>
                  </a:lnTo>
                  <a:lnTo>
                    <a:pt x="437" y="719"/>
                  </a:lnTo>
                  <a:lnTo>
                    <a:pt x="423" y="721"/>
                  </a:lnTo>
                  <a:lnTo>
                    <a:pt x="407" y="721"/>
                  </a:lnTo>
                  <a:lnTo>
                    <a:pt x="375" y="719"/>
                  </a:lnTo>
                  <a:lnTo>
                    <a:pt x="343" y="714"/>
                  </a:lnTo>
                  <a:lnTo>
                    <a:pt x="315" y="706"/>
                  </a:lnTo>
                  <a:lnTo>
                    <a:pt x="315" y="706"/>
                  </a:lnTo>
                  <a:lnTo>
                    <a:pt x="301" y="701"/>
                  </a:lnTo>
                  <a:lnTo>
                    <a:pt x="288" y="695"/>
                  </a:lnTo>
                  <a:lnTo>
                    <a:pt x="288" y="695"/>
                  </a:lnTo>
                  <a:lnTo>
                    <a:pt x="278" y="693"/>
                  </a:lnTo>
                  <a:lnTo>
                    <a:pt x="269" y="690"/>
                  </a:lnTo>
                  <a:lnTo>
                    <a:pt x="262" y="687"/>
                  </a:lnTo>
                  <a:lnTo>
                    <a:pt x="259" y="685"/>
                  </a:lnTo>
                  <a:lnTo>
                    <a:pt x="256" y="680"/>
                  </a:lnTo>
                  <a:lnTo>
                    <a:pt x="256" y="680"/>
                  </a:lnTo>
                  <a:lnTo>
                    <a:pt x="252" y="682"/>
                  </a:lnTo>
                  <a:lnTo>
                    <a:pt x="251" y="682"/>
                  </a:lnTo>
                  <a:lnTo>
                    <a:pt x="248" y="682"/>
                  </a:lnTo>
                  <a:lnTo>
                    <a:pt x="248" y="682"/>
                  </a:lnTo>
                  <a:lnTo>
                    <a:pt x="227" y="668"/>
                  </a:lnTo>
                  <a:lnTo>
                    <a:pt x="204" y="656"/>
                  </a:lnTo>
                  <a:lnTo>
                    <a:pt x="204" y="656"/>
                  </a:lnTo>
                  <a:lnTo>
                    <a:pt x="198" y="648"/>
                  </a:lnTo>
                  <a:lnTo>
                    <a:pt x="191" y="640"/>
                  </a:lnTo>
                  <a:lnTo>
                    <a:pt x="177" y="627"/>
                  </a:lnTo>
                  <a:lnTo>
                    <a:pt x="162" y="614"/>
                  </a:lnTo>
                  <a:lnTo>
                    <a:pt x="156" y="606"/>
                  </a:lnTo>
                  <a:lnTo>
                    <a:pt x="151" y="598"/>
                  </a:lnTo>
                  <a:lnTo>
                    <a:pt x="151" y="598"/>
                  </a:lnTo>
                  <a:lnTo>
                    <a:pt x="142" y="592"/>
                  </a:lnTo>
                  <a:lnTo>
                    <a:pt x="133" y="584"/>
                  </a:lnTo>
                  <a:lnTo>
                    <a:pt x="127" y="576"/>
                  </a:lnTo>
                  <a:lnTo>
                    <a:pt x="121" y="566"/>
                  </a:lnTo>
                  <a:lnTo>
                    <a:pt x="108" y="547"/>
                  </a:lnTo>
                  <a:lnTo>
                    <a:pt x="101" y="537"/>
                  </a:lnTo>
                  <a:lnTo>
                    <a:pt x="93" y="529"/>
                  </a:lnTo>
                  <a:lnTo>
                    <a:pt x="93" y="529"/>
                  </a:lnTo>
                  <a:lnTo>
                    <a:pt x="93" y="532"/>
                  </a:lnTo>
                  <a:lnTo>
                    <a:pt x="92" y="536"/>
                  </a:lnTo>
                  <a:lnTo>
                    <a:pt x="93" y="544"/>
                  </a:lnTo>
                  <a:lnTo>
                    <a:pt x="95" y="552"/>
                  </a:lnTo>
                  <a:lnTo>
                    <a:pt x="95" y="555"/>
                  </a:lnTo>
                  <a:lnTo>
                    <a:pt x="92" y="558"/>
                  </a:lnTo>
                  <a:lnTo>
                    <a:pt x="92" y="558"/>
                  </a:lnTo>
                  <a:lnTo>
                    <a:pt x="95" y="568"/>
                  </a:lnTo>
                  <a:lnTo>
                    <a:pt x="98" y="581"/>
                  </a:lnTo>
                  <a:lnTo>
                    <a:pt x="100" y="594"/>
                  </a:lnTo>
                  <a:lnTo>
                    <a:pt x="98" y="606"/>
                  </a:lnTo>
                  <a:lnTo>
                    <a:pt x="98" y="606"/>
                  </a:lnTo>
                  <a:lnTo>
                    <a:pt x="101" y="608"/>
                  </a:lnTo>
                  <a:lnTo>
                    <a:pt x="105" y="611"/>
                  </a:lnTo>
                  <a:lnTo>
                    <a:pt x="108" y="618"/>
                  </a:lnTo>
                  <a:lnTo>
                    <a:pt x="108" y="621"/>
                  </a:lnTo>
                  <a:lnTo>
                    <a:pt x="106" y="624"/>
                  </a:lnTo>
                  <a:lnTo>
                    <a:pt x="105" y="627"/>
                  </a:lnTo>
                  <a:lnTo>
                    <a:pt x="101" y="629"/>
                  </a:lnTo>
                  <a:lnTo>
                    <a:pt x="101" y="629"/>
                  </a:lnTo>
                  <a:lnTo>
                    <a:pt x="101" y="637"/>
                  </a:lnTo>
                  <a:lnTo>
                    <a:pt x="105" y="643"/>
                  </a:lnTo>
                  <a:lnTo>
                    <a:pt x="108" y="651"/>
                  </a:lnTo>
                  <a:lnTo>
                    <a:pt x="109" y="659"/>
                  </a:lnTo>
                  <a:lnTo>
                    <a:pt x="109" y="659"/>
                  </a:lnTo>
                  <a:lnTo>
                    <a:pt x="113" y="661"/>
                  </a:lnTo>
                  <a:lnTo>
                    <a:pt x="116" y="659"/>
                  </a:lnTo>
                  <a:lnTo>
                    <a:pt x="119" y="658"/>
                  </a:lnTo>
                  <a:lnTo>
                    <a:pt x="121" y="655"/>
                  </a:lnTo>
                  <a:lnTo>
                    <a:pt x="121" y="655"/>
                  </a:lnTo>
                  <a:lnTo>
                    <a:pt x="124" y="659"/>
                  </a:lnTo>
                  <a:lnTo>
                    <a:pt x="125" y="666"/>
                  </a:lnTo>
                  <a:lnTo>
                    <a:pt x="129" y="679"/>
                  </a:lnTo>
                  <a:lnTo>
                    <a:pt x="129" y="679"/>
                  </a:lnTo>
                  <a:lnTo>
                    <a:pt x="132" y="679"/>
                  </a:lnTo>
                  <a:lnTo>
                    <a:pt x="133" y="676"/>
                  </a:lnTo>
                  <a:lnTo>
                    <a:pt x="135" y="674"/>
                  </a:lnTo>
                  <a:lnTo>
                    <a:pt x="138" y="674"/>
                  </a:lnTo>
                  <a:lnTo>
                    <a:pt x="138" y="674"/>
                  </a:lnTo>
                  <a:lnTo>
                    <a:pt x="140" y="676"/>
                  </a:lnTo>
                  <a:lnTo>
                    <a:pt x="143" y="677"/>
                  </a:lnTo>
                  <a:lnTo>
                    <a:pt x="150" y="680"/>
                  </a:lnTo>
                  <a:lnTo>
                    <a:pt x="150" y="680"/>
                  </a:lnTo>
                  <a:lnTo>
                    <a:pt x="150" y="685"/>
                  </a:lnTo>
                  <a:lnTo>
                    <a:pt x="151" y="687"/>
                  </a:lnTo>
                  <a:lnTo>
                    <a:pt x="154" y="688"/>
                  </a:lnTo>
                  <a:lnTo>
                    <a:pt x="158" y="692"/>
                  </a:lnTo>
                  <a:lnTo>
                    <a:pt x="158" y="692"/>
                  </a:lnTo>
                  <a:lnTo>
                    <a:pt x="153" y="693"/>
                  </a:lnTo>
                  <a:lnTo>
                    <a:pt x="153" y="693"/>
                  </a:lnTo>
                  <a:lnTo>
                    <a:pt x="156" y="692"/>
                  </a:lnTo>
                  <a:lnTo>
                    <a:pt x="158" y="693"/>
                  </a:lnTo>
                  <a:lnTo>
                    <a:pt x="161" y="695"/>
                  </a:lnTo>
                  <a:lnTo>
                    <a:pt x="161" y="700"/>
                  </a:lnTo>
                  <a:lnTo>
                    <a:pt x="162" y="703"/>
                  </a:lnTo>
                  <a:lnTo>
                    <a:pt x="162" y="703"/>
                  </a:lnTo>
                  <a:lnTo>
                    <a:pt x="167" y="706"/>
                  </a:lnTo>
                  <a:lnTo>
                    <a:pt x="174" y="711"/>
                  </a:lnTo>
                  <a:lnTo>
                    <a:pt x="179" y="717"/>
                  </a:lnTo>
                  <a:lnTo>
                    <a:pt x="179" y="721"/>
                  </a:lnTo>
                  <a:lnTo>
                    <a:pt x="179" y="724"/>
                  </a:lnTo>
                  <a:lnTo>
                    <a:pt x="179" y="724"/>
                  </a:lnTo>
                  <a:lnTo>
                    <a:pt x="183" y="722"/>
                  </a:lnTo>
                  <a:lnTo>
                    <a:pt x="185" y="719"/>
                  </a:lnTo>
                  <a:lnTo>
                    <a:pt x="187" y="716"/>
                  </a:lnTo>
                  <a:lnTo>
                    <a:pt x="190" y="714"/>
                  </a:lnTo>
                  <a:lnTo>
                    <a:pt x="190" y="714"/>
                  </a:lnTo>
                  <a:lnTo>
                    <a:pt x="193" y="717"/>
                  </a:lnTo>
                  <a:lnTo>
                    <a:pt x="198" y="721"/>
                  </a:lnTo>
                  <a:lnTo>
                    <a:pt x="201" y="722"/>
                  </a:lnTo>
                  <a:lnTo>
                    <a:pt x="207" y="727"/>
                  </a:lnTo>
                  <a:lnTo>
                    <a:pt x="207" y="727"/>
                  </a:lnTo>
                  <a:lnTo>
                    <a:pt x="212" y="719"/>
                  </a:lnTo>
                  <a:lnTo>
                    <a:pt x="214" y="716"/>
                  </a:lnTo>
                  <a:lnTo>
                    <a:pt x="214" y="713"/>
                  </a:lnTo>
                  <a:lnTo>
                    <a:pt x="214" y="713"/>
                  </a:lnTo>
                  <a:lnTo>
                    <a:pt x="214" y="714"/>
                  </a:lnTo>
                  <a:lnTo>
                    <a:pt x="211" y="714"/>
                  </a:lnTo>
                  <a:lnTo>
                    <a:pt x="209" y="709"/>
                  </a:lnTo>
                  <a:lnTo>
                    <a:pt x="209" y="709"/>
                  </a:lnTo>
                  <a:lnTo>
                    <a:pt x="211" y="701"/>
                  </a:lnTo>
                  <a:lnTo>
                    <a:pt x="211" y="693"/>
                  </a:lnTo>
                  <a:lnTo>
                    <a:pt x="211" y="685"/>
                  </a:lnTo>
                  <a:lnTo>
                    <a:pt x="211" y="677"/>
                  </a:lnTo>
                  <a:lnTo>
                    <a:pt x="211" y="677"/>
                  </a:lnTo>
                  <a:lnTo>
                    <a:pt x="217" y="682"/>
                  </a:lnTo>
                  <a:lnTo>
                    <a:pt x="220" y="688"/>
                  </a:lnTo>
                  <a:lnTo>
                    <a:pt x="224" y="696"/>
                  </a:lnTo>
                  <a:lnTo>
                    <a:pt x="228" y="703"/>
                  </a:lnTo>
                  <a:lnTo>
                    <a:pt x="228" y="703"/>
                  </a:lnTo>
                  <a:lnTo>
                    <a:pt x="227" y="708"/>
                  </a:lnTo>
                  <a:lnTo>
                    <a:pt x="225" y="713"/>
                  </a:lnTo>
                  <a:lnTo>
                    <a:pt x="222" y="717"/>
                  </a:lnTo>
                  <a:lnTo>
                    <a:pt x="220" y="724"/>
                  </a:lnTo>
                  <a:lnTo>
                    <a:pt x="220" y="724"/>
                  </a:lnTo>
                  <a:lnTo>
                    <a:pt x="225" y="727"/>
                  </a:lnTo>
                  <a:lnTo>
                    <a:pt x="230" y="730"/>
                  </a:lnTo>
                  <a:lnTo>
                    <a:pt x="236" y="732"/>
                  </a:lnTo>
                  <a:lnTo>
                    <a:pt x="243" y="732"/>
                  </a:lnTo>
                  <a:lnTo>
                    <a:pt x="243" y="732"/>
                  </a:lnTo>
                  <a:lnTo>
                    <a:pt x="246" y="735"/>
                  </a:lnTo>
                  <a:lnTo>
                    <a:pt x="249" y="738"/>
                  </a:lnTo>
                  <a:lnTo>
                    <a:pt x="252" y="746"/>
                  </a:lnTo>
                  <a:lnTo>
                    <a:pt x="261" y="764"/>
                  </a:lnTo>
                  <a:lnTo>
                    <a:pt x="261" y="764"/>
                  </a:lnTo>
                  <a:lnTo>
                    <a:pt x="265" y="764"/>
                  </a:lnTo>
                  <a:lnTo>
                    <a:pt x="272" y="766"/>
                  </a:lnTo>
                  <a:lnTo>
                    <a:pt x="272" y="766"/>
                  </a:lnTo>
                  <a:lnTo>
                    <a:pt x="272" y="770"/>
                  </a:lnTo>
                  <a:lnTo>
                    <a:pt x="272" y="774"/>
                  </a:lnTo>
                  <a:lnTo>
                    <a:pt x="272" y="774"/>
                  </a:lnTo>
                  <a:lnTo>
                    <a:pt x="280" y="772"/>
                  </a:lnTo>
                  <a:lnTo>
                    <a:pt x="286" y="770"/>
                  </a:lnTo>
                  <a:lnTo>
                    <a:pt x="293" y="767"/>
                  </a:lnTo>
                  <a:lnTo>
                    <a:pt x="296" y="767"/>
                  </a:lnTo>
                  <a:lnTo>
                    <a:pt x="299" y="769"/>
                  </a:lnTo>
                  <a:lnTo>
                    <a:pt x="299" y="769"/>
                  </a:lnTo>
                  <a:lnTo>
                    <a:pt x="307" y="764"/>
                  </a:lnTo>
                  <a:lnTo>
                    <a:pt x="315" y="761"/>
                  </a:lnTo>
                  <a:lnTo>
                    <a:pt x="323" y="759"/>
                  </a:lnTo>
                  <a:lnTo>
                    <a:pt x="331" y="758"/>
                  </a:lnTo>
                  <a:lnTo>
                    <a:pt x="351" y="759"/>
                  </a:lnTo>
                  <a:lnTo>
                    <a:pt x="359" y="759"/>
                  </a:lnTo>
                  <a:lnTo>
                    <a:pt x="368" y="758"/>
                  </a:lnTo>
                  <a:lnTo>
                    <a:pt x="368" y="758"/>
                  </a:lnTo>
                  <a:lnTo>
                    <a:pt x="370" y="753"/>
                  </a:lnTo>
                  <a:lnTo>
                    <a:pt x="373" y="751"/>
                  </a:lnTo>
                  <a:lnTo>
                    <a:pt x="383" y="748"/>
                  </a:lnTo>
                  <a:lnTo>
                    <a:pt x="383" y="748"/>
                  </a:lnTo>
                  <a:lnTo>
                    <a:pt x="384" y="751"/>
                  </a:lnTo>
                  <a:lnTo>
                    <a:pt x="384" y="753"/>
                  </a:lnTo>
                  <a:lnTo>
                    <a:pt x="384" y="756"/>
                  </a:lnTo>
                  <a:lnTo>
                    <a:pt x="384" y="758"/>
                  </a:lnTo>
                  <a:lnTo>
                    <a:pt x="384" y="758"/>
                  </a:lnTo>
                  <a:lnTo>
                    <a:pt x="386" y="759"/>
                  </a:lnTo>
                  <a:lnTo>
                    <a:pt x="389" y="761"/>
                  </a:lnTo>
                  <a:lnTo>
                    <a:pt x="391" y="761"/>
                  </a:lnTo>
                  <a:lnTo>
                    <a:pt x="391" y="762"/>
                  </a:lnTo>
                  <a:lnTo>
                    <a:pt x="391" y="762"/>
                  </a:lnTo>
                  <a:lnTo>
                    <a:pt x="397" y="761"/>
                  </a:lnTo>
                  <a:lnTo>
                    <a:pt x="402" y="756"/>
                  </a:lnTo>
                  <a:lnTo>
                    <a:pt x="404" y="753"/>
                  </a:lnTo>
                  <a:lnTo>
                    <a:pt x="402" y="751"/>
                  </a:lnTo>
                  <a:lnTo>
                    <a:pt x="400" y="751"/>
                  </a:lnTo>
                  <a:lnTo>
                    <a:pt x="400" y="751"/>
                  </a:lnTo>
                  <a:lnTo>
                    <a:pt x="413" y="746"/>
                  </a:lnTo>
                  <a:lnTo>
                    <a:pt x="425" y="743"/>
                  </a:lnTo>
                  <a:lnTo>
                    <a:pt x="425" y="743"/>
                  </a:lnTo>
                  <a:lnTo>
                    <a:pt x="426" y="746"/>
                  </a:lnTo>
                  <a:lnTo>
                    <a:pt x="428" y="748"/>
                  </a:lnTo>
                  <a:lnTo>
                    <a:pt x="428" y="750"/>
                  </a:lnTo>
                  <a:lnTo>
                    <a:pt x="428" y="754"/>
                  </a:lnTo>
                  <a:lnTo>
                    <a:pt x="428" y="754"/>
                  </a:lnTo>
                  <a:lnTo>
                    <a:pt x="449" y="753"/>
                  </a:lnTo>
                  <a:lnTo>
                    <a:pt x="468" y="750"/>
                  </a:lnTo>
                  <a:lnTo>
                    <a:pt x="468" y="750"/>
                  </a:lnTo>
                  <a:lnTo>
                    <a:pt x="470" y="754"/>
                  </a:lnTo>
                  <a:lnTo>
                    <a:pt x="470" y="756"/>
                  </a:lnTo>
                  <a:lnTo>
                    <a:pt x="471" y="758"/>
                  </a:lnTo>
                  <a:lnTo>
                    <a:pt x="471" y="758"/>
                  </a:lnTo>
                  <a:lnTo>
                    <a:pt x="474" y="758"/>
                  </a:lnTo>
                  <a:lnTo>
                    <a:pt x="476" y="758"/>
                  </a:lnTo>
                  <a:lnTo>
                    <a:pt x="481" y="756"/>
                  </a:lnTo>
                  <a:lnTo>
                    <a:pt x="484" y="753"/>
                  </a:lnTo>
                  <a:lnTo>
                    <a:pt x="487" y="753"/>
                  </a:lnTo>
                  <a:lnTo>
                    <a:pt x="490" y="753"/>
                  </a:lnTo>
                  <a:lnTo>
                    <a:pt x="490" y="753"/>
                  </a:lnTo>
                  <a:lnTo>
                    <a:pt x="492" y="754"/>
                  </a:lnTo>
                  <a:lnTo>
                    <a:pt x="492" y="758"/>
                  </a:lnTo>
                  <a:lnTo>
                    <a:pt x="492" y="761"/>
                  </a:lnTo>
                  <a:lnTo>
                    <a:pt x="490" y="762"/>
                  </a:lnTo>
                  <a:lnTo>
                    <a:pt x="490" y="762"/>
                  </a:lnTo>
                  <a:lnTo>
                    <a:pt x="495" y="764"/>
                  </a:lnTo>
                  <a:lnTo>
                    <a:pt x="499" y="764"/>
                  </a:lnTo>
                  <a:lnTo>
                    <a:pt x="503" y="762"/>
                  </a:lnTo>
                  <a:lnTo>
                    <a:pt x="510" y="762"/>
                  </a:lnTo>
                  <a:lnTo>
                    <a:pt x="510" y="762"/>
                  </a:lnTo>
                  <a:lnTo>
                    <a:pt x="518" y="758"/>
                  </a:lnTo>
                  <a:lnTo>
                    <a:pt x="518" y="758"/>
                  </a:lnTo>
                  <a:lnTo>
                    <a:pt x="527" y="758"/>
                  </a:lnTo>
                  <a:lnTo>
                    <a:pt x="536" y="756"/>
                  </a:lnTo>
                  <a:lnTo>
                    <a:pt x="548" y="750"/>
                  </a:lnTo>
                  <a:lnTo>
                    <a:pt x="560" y="741"/>
                  </a:lnTo>
                  <a:lnTo>
                    <a:pt x="573" y="733"/>
                  </a:lnTo>
                  <a:lnTo>
                    <a:pt x="573" y="733"/>
                  </a:lnTo>
                  <a:lnTo>
                    <a:pt x="581" y="729"/>
                  </a:lnTo>
                  <a:lnTo>
                    <a:pt x="589" y="722"/>
                  </a:lnTo>
                  <a:lnTo>
                    <a:pt x="589" y="722"/>
                  </a:lnTo>
                  <a:lnTo>
                    <a:pt x="601" y="711"/>
                  </a:lnTo>
                  <a:lnTo>
                    <a:pt x="614" y="698"/>
                  </a:lnTo>
                  <a:lnTo>
                    <a:pt x="638" y="672"/>
                  </a:lnTo>
                  <a:lnTo>
                    <a:pt x="661" y="645"/>
                  </a:lnTo>
                  <a:lnTo>
                    <a:pt x="683" y="619"/>
                  </a:lnTo>
                  <a:lnTo>
                    <a:pt x="683" y="619"/>
                  </a:lnTo>
                  <a:lnTo>
                    <a:pt x="688" y="610"/>
                  </a:lnTo>
                  <a:lnTo>
                    <a:pt x="695" y="603"/>
                  </a:lnTo>
                  <a:lnTo>
                    <a:pt x="708" y="589"/>
                  </a:lnTo>
                  <a:lnTo>
                    <a:pt x="708" y="589"/>
                  </a:lnTo>
                  <a:lnTo>
                    <a:pt x="711" y="590"/>
                  </a:lnTo>
                  <a:lnTo>
                    <a:pt x="712" y="592"/>
                  </a:lnTo>
                  <a:lnTo>
                    <a:pt x="714" y="594"/>
                  </a:lnTo>
                  <a:lnTo>
                    <a:pt x="716" y="594"/>
                  </a:lnTo>
                  <a:lnTo>
                    <a:pt x="716" y="594"/>
                  </a:lnTo>
                  <a:lnTo>
                    <a:pt x="719" y="590"/>
                  </a:lnTo>
                  <a:lnTo>
                    <a:pt x="720" y="587"/>
                  </a:lnTo>
                  <a:lnTo>
                    <a:pt x="722" y="577"/>
                  </a:lnTo>
                  <a:lnTo>
                    <a:pt x="722" y="573"/>
                  </a:lnTo>
                  <a:lnTo>
                    <a:pt x="724" y="569"/>
                  </a:lnTo>
                  <a:lnTo>
                    <a:pt x="727" y="566"/>
                  </a:lnTo>
                  <a:lnTo>
                    <a:pt x="732" y="566"/>
                  </a:lnTo>
                  <a:lnTo>
                    <a:pt x="732" y="566"/>
                  </a:lnTo>
                  <a:lnTo>
                    <a:pt x="735" y="568"/>
                  </a:lnTo>
                  <a:lnTo>
                    <a:pt x="737" y="571"/>
                  </a:lnTo>
                  <a:lnTo>
                    <a:pt x="738" y="574"/>
                  </a:lnTo>
                  <a:lnTo>
                    <a:pt x="738" y="579"/>
                  </a:lnTo>
                  <a:lnTo>
                    <a:pt x="740" y="600"/>
                  </a:lnTo>
                  <a:lnTo>
                    <a:pt x="740" y="600"/>
                  </a:lnTo>
                  <a:lnTo>
                    <a:pt x="741" y="610"/>
                  </a:lnTo>
                  <a:lnTo>
                    <a:pt x="743" y="614"/>
                  </a:lnTo>
                  <a:lnTo>
                    <a:pt x="743" y="619"/>
                  </a:lnTo>
                  <a:lnTo>
                    <a:pt x="743" y="619"/>
                  </a:lnTo>
                  <a:lnTo>
                    <a:pt x="741" y="631"/>
                  </a:lnTo>
                  <a:lnTo>
                    <a:pt x="743" y="635"/>
                  </a:lnTo>
                  <a:lnTo>
                    <a:pt x="745" y="640"/>
                  </a:lnTo>
                  <a:lnTo>
                    <a:pt x="745" y="640"/>
                  </a:lnTo>
                  <a:lnTo>
                    <a:pt x="748" y="637"/>
                  </a:lnTo>
                  <a:lnTo>
                    <a:pt x="751" y="634"/>
                  </a:lnTo>
                  <a:lnTo>
                    <a:pt x="756" y="626"/>
                  </a:lnTo>
                  <a:lnTo>
                    <a:pt x="759" y="616"/>
                  </a:lnTo>
                  <a:lnTo>
                    <a:pt x="761" y="608"/>
                  </a:lnTo>
                  <a:lnTo>
                    <a:pt x="761" y="608"/>
                  </a:lnTo>
                  <a:lnTo>
                    <a:pt x="764" y="584"/>
                  </a:lnTo>
                  <a:lnTo>
                    <a:pt x="765" y="560"/>
                  </a:lnTo>
                  <a:lnTo>
                    <a:pt x="767" y="510"/>
                  </a:lnTo>
                  <a:lnTo>
                    <a:pt x="767" y="510"/>
                  </a:lnTo>
                  <a:lnTo>
                    <a:pt x="769" y="505"/>
                  </a:lnTo>
                  <a:lnTo>
                    <a:pt x="770" y="500"/>
                  </a:lnTo>
                  <a:lnTo>
                    <a:pt x="770" y="500"/>
                  </a:lnTo>
                  <a:lnTo>
                    <a:pt x="769" y="492"/>
                  </a:lnTo>
                  <a:lnTo>
                    <a:pt x="767" y="483"/>
                  </a:lnTo>
                  <a:lnTo>
                    <a:pt x="767" y="483"/>
                  </a:lnTo>
                  <a:lnTo>
                    <a:pt x="767" y="474"/>
                  </a:lnTo>
                  <a:lnTo>
                    <a:pt x="770" y="466"/>
                  </a:lnTo>
                  <a:lnTo>
                    <a:pt x="777" y="452"/>
                  </a:lnTo>
                  <a:lnTo>
                    <a:pt x="778" y="444"/>
                  </a:lnTo>
                  <a:lnTo>
                    <a:pt x="780" y="437"/>
                  </a:lnTo>
                  <a:lnTo>
                    <a:pt x="780" y="429"/>
                  </a:lnTo>
                  <a:lnTo>
                    <a:pt x="777" y="421"/>
                  </a:lnTo>
                  <a:lnTo>
                    <a:pt x="777" y="421"/>
                  </a:lnTo>
                  <a:close/>
                  <a:moveTo>
                    <a:pt x="117" y="639"/>
                  </a:moveTo>
                  <a:lnTo>
                    <a:pt x="117" y="639"/>
                  </a:lnTo>
                  <a:lnTo>
                    <a:pt x="116" y="639"/>
                  </a:lnTo>
                  <a:lnTo>
                    <a:pt x="114" y="640"/>
                  </a:lnTo>
                  <a:lnTo>
                    <a:pt x="113" y="642"/>
                  </a:lnTo>
                  <a:lnTo>
                    <a:pt x="111" y="642"/>
                  </a:lnTo>
                  <a:lnTo>
                    <a:pt x="111" y="642"/>
                  </a:lnTo>
                  <a:lnTo>
                    <a:pt x="109" y="640"/>
                  </a:lnTo>
                  <a:lnTo>
                    <a:pt x="109" y="637"/>
                  </a:lnTo>
                  <a:lnTo>
                    <a:pt x="108" y="634"/>
                  </a:lnTo>
                  <a:lnTo>
                    <a:pt x="108" y="634"/>
                  </a:lnTo>
                  <a:lnTo>
                    <a:pt x="113" y="634"/>
                  </a:lnTo>
                  <a:lnTo>
                    <a:pt x="116" y="634"/>
                  </a:lnTo>
                  <a:lnTo>
                    <a:pt x="117" y="632"/>
                  </a:lnTo>
                  <a:lnTo>
                    <a:pt x="117" y="632"/>
                  </a:lnTo>
                  <a:lnTo>
                    <a:pt x="117" y="635"/>
                  </a:lnTo>
                  <a:lnTo>
                    <a:pt x="117" y="639"/>
                  </a:lnTo>
                  <a:lnTo>
                    <a:pt x="117" y="639"/>
                  </a:lnTo>
                  <a:close/>
                  <a:moveTo>
                    <a:pt x="212" y="676"/>
                  </a:moveTo>
                  <a:lnTo>
                    <a:pt x="212" y="676"/>
                  </a:lnTo>
                  <a:lnTo>
                    <a:pt x="209" y="674"/>
                  </a:lnTo>
                  <a:lnTo>
                    <a:pt x="204" y="674"/>
                  </a:lnTo>
                  <a:lnTo>
                    <a:pt x="204" y="674"/>
                  </a:lnTo>
                  <a:lnTo>
                    <a:pt x="204" y="671"/>
                  </a:lnTo>
                  <a:lnTo>
                    <a:pt x="204" y="669"/>
                  </a:lnTo>
                  <a:lnTo>
                    <a:pt x="203" y="669"/>
                  </a:lnTo>
                  <a:lnTo>
                    <a:pt x="203" y="669"/>
                  </a:lnTo>
                  <a:lnTo>
                    <a:pt x="204" y="668"/>
                  </a:lnTo>
                  <a:lnTo>
                    <a:pt x="203" y="666"/>
                  </a:lnTo>
                  <a:lnTo>
                    <a:pt x="201" y="664"/>
                  </a:lnTo>
                  <a:lnTo>
                    <a:pt x="201" y="663"/>
                  </a:lnTo>
                  <a:lnTo>
                    <a:pt x="201" y="663"/>
                  </a:lnTo>
                  <a:lnTo>
                    <a:pt x="204" y="663"/>
                  </a:lnTo>
                  <a:lnTo>
                    <a:pt x="209" y="664"/>
                  </a:lnTo>
                  <a:lnTo>
                    <a:pt x="209" y="664"/>
                  </a:lnTo>
                  <a:lnTo>
                    <a:pt x="207" y="668"/>
                  </a:lnTo>
                  <a:lnTo>
                    <a:pt x="209" y="669"/>
                  </a:lnTo>
                  <a:lnTo>
                    <a:pt x="211" y="671"/>
                  </a:lnTo>
                  <a:lnTo>
                    <a:pt x="212" y="676"/>
                  </a:lnTo>
                  <a:lnTo>
                    <a:pt x="212" y="676"/>
                  </a:lnTo>
                  <a:close/>
                  <a:moveTo>
                    <a:pt x="320" y="745"/>
                  </a:moveTo>
                  <a:lnTo>
                    <a:pt x="320" y="745"/>
                  </a:lnTo>
                  <a:lnTo>
                    <a:pt x="320" y="740"/>
                  </a:lnTo>
                  <a:lnTo>
                    <a:pt x="320" y="737"/>
                  </a:lnTo>
                  <a:lnTo>
                    <a:pt x="322" y="735"/>
                  </a:lnTo>
                  <a:lnTo>
                    <a:pt x="325" y="737"/>
                  </a:lnTo>
                  <a:lnTo>
                    <a:pt x="326" y="738"/>
                  </a:lnTo>
                  <a:lnTo>
                    <a:pt x="326" y="740"/>
                  </a:lnTo>
                  <a:lnTo>
                    <a:pt x="325" y="743"/>
                  </a:lnTo>
                  <a:lnTo>
                    <a:pt x="320" y="745"/>
                  </a:lnTo>
                  <a:lnTo>
                    <a:pt x="320" y="745"/>
                  </a:lnTo>
                  <a:close/>
                  <a:moveTo>
                    <a:pt x="343" y="745"/>
                  </a:moveTo>
                  <a:lnTo>
                    <a:pt x="343" y="745"/>
                  </a:lnTo>
                  <a:lnTo>
                    <a:pt x="343" y="743"/>
                  </a:lnTo>
                  <a:lnTo>
                    <a:pt x="341" y="741"/>
                  </a:lnTo>
                  <a:lnTo>
                    <a:pt x="341" y="741"/>
                  </a:lnTo>
                  <a:lnTo>
                    <a:pt x="343" y="740"/>
                  </a:lnTo>
                  <a:lnTo>
                    <a:pt x="344" y="740"/>
                  </a:lnTo>
                  <a:lnTo>
                    <a:pt x="347" y="741"/>
                  </a:lnTo>
                  <a:lnTo>
                    <a:pt x="347" y="741"/>
                  </a:lnTo>
                  <a:lnTo>
                    <a:pt x="346" y="743"/>
                  </a:lnTo>
                  <a:lnTo>
                    <a:pt x="343" y="745"/>
                  </a:lnTo>
                  <a:lnTo>
                    <a:pt x="343" y="745"/>
                  </a:lnTo>
                  <a:close/>
                  <a:moveTo>
                    <a:pt x="77" y="513"/>
                  </a:moveTo>
                  <a:lnTo>
                    <a:pt x="82" y="513"/>
                  </a:lnTo>
                  <a:lnTo>
                    <a:pt x="82" y="513"/>
                  </a:lnTo>
                  <a:lnTo>
                    <a:pt x="82" y="511"/>
                  </a:lnTo>
                  <a:lnTo>
                    <a:pt x="82" y="508"/>
                  </a:lnTo>
                  <a:lnTo>
                    <a:pt x="82" y="508"/>
                  </a:lnTo>
                  <a:lnTo>
                    <a:pt x="79" y="508"/>
                  </a:lnTo>
                  <a:lnTo>
                    <a:pt x="79" y="508"/>
                  </a:lnTo>
                  <a:lnTo>
                    <a:pt x="80" y="510"/>
                  </a:lnTo>
                  <a:lnTo>
                    <a:pt x="82" y="511"/>
                  </a:lnTo>
                  <a:lnTo>
                    <a:pt x="82" y="511"/>
                  </a:lnTo>
                  <a:lnTo>
                    <a:pt x="79" y="511"/>
                  </a:lnTo>
                  <a:lnTo>
                    <a:pt x="77" y="513"/>
                  </a:lnTo>
                  <a:lnTo>
                    <a:pt x="77" y="513"/>
                  </a:lnTo>
                  <a:lnTo>
                    <a:pt x="77" y="513"/>
                  </a:lnTo>
                  <a:close/>
                  <a:moveTo>
                    <a:pt x="232" y="815"/>
                  </a:moveTo>
                  <a:lnTo>
                    <a:pt x="232" y="815"/>
                  </a:lnTo>
                  <a:lnTo>
                    <a:pt x="224" y="814"/>
                  </a:lnTo>
                  <a:lnTo>
                    <a:pt x="224" y="814"/>
                  </a:lnTo>
                  <a:lnTo>
                    <a:pt x="204" y="801"/>
                  </a:lnTo>
                  <a:lnTo>
                    <a:pt x="187" y="790"/>
                  </a:lnTo>
                  <a:lnTo>
                    <a:pt x="169" y="777"/>
                  </a:lnTo>
                  <a:lnTo>
                    <a:pt x="159" y="770"/>
                  </a:lnTo>
                  <a:lnTo>
                    <a:pt x="153" y="762"/>
                  </a:lnTo>
                  <a:lnTo>
                    <a:pt x="153" y="762"/>
                  </a:lnTo>
                  <a:lnTo>
                    <a:pt x="145" y="759"/>
                  </a:lnTo>
                  <a:lnTo>
                    <a:pt x="138" y="756"/>
                  </a:lnTo>
                  <a:lnTo>
                    <a:pt x="129" y="745"/>
                  </a:lnTo>
                  <a:lnTo>
                    <a:pt x="124" y="740"/>
                  </a:lnTo>
                  <a:lnTo>
                    <a:pt x="117" y="735"/>
                  </a:lnTo>
                  <a:lnTo>
                    <a:pt x="113" y="732"/>
                  </a:lnTo>
                  <a:lnTo>
                    <a:pt x="105" y="730"/>
                  </a:lnTo>
                  <a:lnTo>
                    <a:pt x="105" y="730"/>
                  </a:lnTo>
                  <a:lnTo>
                    <a:pt x="117" y="748"/>
                  </a:lnTo>
                  <a:lnTo>
                    <a:pt x="124" y="756"/>
                  </a:lnTo>
                  <a:lnTo>
                    <a:pt x="132" y="762"/>
                  </a:lnTo>
                  <a:lnTo>
                    <a:pt x="132" y="762"/>
                  </a:lnTo>
                  <a:lnTo>
                    <a:pt x="137" y="766"/>
                  </a:lnTo>
                  <a:lnTo>
                    <a:pt x="142" y="767"/>
                  </a:lnTo>
                  <a:lnTo>
                    <a:pt x="142" y="767"/>
                  </a:lnTo>
                  <a:lnTo>
                    <a:pt x="150" y="775"/>
                  </a:lnTo>
                  <a:lnTo>
                    <a:pt x="158" y="783"/>
                  </a:lnTo>
                  <a:lnTo>
                    <a:pt x="158" y="783"/>
                  </a:lnTo>
                  <a:lnTo>
                    <a:pt x="169" y="790"/>
                  </a:lnTo>
                  <a:lnTo>
                    <a:pt x="169" y="790"/>
                  </a:lnTo>
                  <a:lnTo>
                    <a:pt x="203" y="811"/>
                  </a:lnTo>
                  <a:lnTo>
                    <a:pt x="220" y="819"/>
                  </a:lnTo>
                  <a:lnTo>
                    <a:pt x="236" y="825"/>
                  </a:lnTo>
                  <a:lnTo>
                    <a:pt x="236" y="825"/>
                  </a:lnTo>
                  <a:lnTo>
                    <a:pt x="238" y="825"/>
                  </a:lnTo>
                  <a:lnTo>
                    <a:pt x="238" y="824"/>
                  </a:lnTo>
                  <a:lnTo>
                    <a:pt x="238" y="824"/>
                  </a:lnTo>
                  <a:lnTo>
                    <a:pt x="235" y="820"/>
                  </a:lnTo>
                  <a:lnTo>
                    <a:pt x="232" y="815"/>
                  </a:lnTo>
                  <a:lnTo>
                    <a:pt x="232" y="815"/>
                  </a:lnTo>
                  <a:close/>
                  <a:moveTo>
                    <a:pt x="252" y="825"/>
                  </a:moveTo>
                  <a:lnTo>
                    <a:pt x="252" y="825"/>
                  </a:lnTo>
                  <a:lnTo>
                    <a:pt x="249" y="827"/>
                  </a:lnTo>
                  <a:lnTo>
                    <a:pt x="246" y="827"/>
                  </a:lnTo>
                  <a:lnTo>
                    <a:pt x="244" y="827"/>
                  </a:lnTo>
                  <a:lnTo>
                    <a:pt x="243" y="828"/>
                  </a:lnTo>
                  <a:lnTo>
                    <a:pt x="243" y="828"/>
                  </a:lnTo>
                  <a:lnTo>
                    <a:pt x="251" y="830"/>
                  </a:lnTo>
                  <a:lnTo>
                    <a:pt x="259" y="833"/>
                  </a:lnTo>
                  <a:lnTo>
                    <a:pt x="269" y="836"/>
                  </a:lnTo>
                  <a:lnTo>
                    <a:pt x="278" y="838"/>
                  </a:lnTo>
                  <a:lnTo>
                    <a:pt x="278" y="838"/>
                  </a:lnTo>
                  <a:lnTo>
                    <a:pt x="277" y="835"/>
                  </a:lnTo>
                  <a:lnTo>
                    <a:pt x="273" y="833"/>
                  </a:lnTo>
                  <a:lnTo>
                    <a:pt x="267" y="832"/>
                  </a:lnTo>
                  <a:lnTo>
                    <a:pt x="259" y="828"/>
                  </a:lnTo>
                  <a:lnTo>
                    <a:pt x="254" y="828"/>
                  </a:lnTo>
                  <a:lnTo>
                    <a:pt x="252" y="825"/>
                  </a:lnTo>
                  <a:lnTo>
                    <a:pt x="252" y="825"/>
                  </a:lnTo>
                  <a:close/>
                </a:path>
              </a:pathLst>
            </a:custGeom>
            <a:solidFill>
              <a:schemeClr val="accent1"/>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grpSp>
      <p:sp>
        <p:nvSpPr>
          <p:cNvPr id="31" name="Freeform 13"/>
          <p:cNvSpPr>
            <a:spLocks/>
          </p:cNvSpPr>
          <p:nvPr>
            <p:custDataLst>
              <p:tags r:id="rId6"/>
            </p:custDataLst>
          </p:nvPr>
        </p:nvSpPr>
        <p:spPr bwMode="auto">
          <a:xfrm rot="5400000" flipH="1">
            <a:off x="3426619" y="3740944"/>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2" name="Freeform 13"/>
          <p:cNvSpPr>
            <a:spLocks/>
          </p:cNvSpPr>
          <p:nvPr>
            <p:custDataLst>
              <p:tags r:id="rId7"/>
            </p:custDataLst>
          </p:nvPr>
        </p:nvSpPr>
        <p:spPr bwMode="auto">
          <a:xfrm rot="5400000" flipV="1">
            <a:off x="7106444" y="3350419"/>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3" name="文本框 32"/>
          <p:cNvSpPr txBox="1"/>
          <p:nvPr>
            <p:custDataLst>
              <p:tags r:id="rId8"/>
            </p:custDataLst>
          </p:nvPr>
        </p:nvSpPr>
        <p:spPr>
          <a:xfrm>
            <a:off x="3622674" y="3179763"/>
            <a:ext cx="1597397" cy="387349"/>
          </a:xfrm>
          <a:prstGeom prst="rect">
            <a:avLst/>
          </a:prstGeom>
          <a:noFill/>
        </p:spPr>
        <p:txBody>
          <a:bodyPr/>
          <a:lstStyle/>
          <a:p>
            <a:pPr algn="just" eaLnBrk="1" fontAlgn="auto" hangingPunct="1">
              <a:spcBef>
                <a:spcPts val="0"/>
              </a:spcBef>
              <a:spcAft>
                <a:spcPts val="0"/>
              </a:spcAft>
              <a:defRPr/>
            </a:pPr>
            <a:r>
              <a:rPr lang="en-US" altLang="zh-CN" dirty="0">
                <a:solidFill>
                  <a:schemeClr val="accent1">
                    <a:lumMod val="60000"/>
                    <a:lumOff val="40000"/>
                  </a:schemeClr>
                </a:solidFill>
                <a:latin typeface="微软雅黑" pitchFamily="34" charset="-122"/>
                <a:ea typeface="微软雅黑" pitchFamily="34" charset="-122"/>
              </a:rPr>
              <a:t>PART </a:t>
            </a:r>
            <a:r>
              <a:rPr lang="en-US" altLang="zh-CN" dirty="0" smtClean="0">
                <a:solidFill>
                  <a:schemeClr val="accent1">
                    <a:lumMod val="60000"/>
                    <a:lumOff val="40000"/>
                  </a:schemeClr>
                </a:solidFill>
                <a:latin typeface="微软雅黑" pitchFamily="34" charset="-122"/>
                <a:ea typeface="微软雅黑" pitchFamily="34" charset="-122"/>
              </a:rPr>
              <a:t>THREE</a:t>
            </a:r>
            <a:endParaRPr lang="zh-CN" altLang="en-US" dirty="0">
              <a:solidFill>
                <a:schemeClr val="accent1">
                  <a:lumMod val="60000"/>
                  <a:lumOff val="40000"/>
                </a:schemeClr>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6432523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萧山交警</a:t>
            </a:r>
            <a:endParaRPr lang="zh-CN" altLang="en-US" dirty="0">
              <a:latin typeface="微软雅黑" pitchFamily="34" charset="-122"/>
              <a:ea typeface="微软雅黑" pitchFamily="34" charset="-122"/>
            </a:endParaRPr>
          </a:p>
        </p:txBody>
      </p:sp>
      <p:grpSp>
        <p:nvGrpSpPr>
          <p:cNvPr id="139" name="Process"/>
          <p:cNvGrpSpPr/>
          <p:nvPr/>
        </p:nvGrpSpPr>
        <p:grpSpPr>
          <a:xfrm>
            <a:off x="725407" y="1297928"/>
            <a:ext cx="2249601" cy="4924800"/>
            <a:chOff x="847996" y="1209800"/>
            <a:chExt cx="2249601" cy="4924800"/>
          </a:xfrm>
        </p:grpSpPr>
        <p:grpSp>
          <p:nvGrpSpPr>
            <p:cNvPr id="140" name="组合 139"/>
            <p:cNvGrpSpPr/>
            <p:nvPr/>
          </p:nvGrpSpPr>
          <p:grpSpPr>
            <a:xfrm>
              <a:off x="2185597" y="1209800"/>
              <a:ext cx="912000" cy="912000"/>
              <a:chOff x="2185597" y="1209800"/>
              <a:chExt cx="912000" cy="912000"/>
            </a:xfrm>
          </p:grpSpPr>
          <p:grpSp>
            <p:nvGrpSpPr>
              <p:cNvPr id="190" name="组合 189"/>
              <p:cNvGrpSpPr/>
              <p:nvPr/>
            </p:nvGrpSpPr>
            <p:grpSpPr>
              <a:xfrm>
                <a:off x="2185597" y="1209800"/>
                <a:ext cx="912000" cy="912000"/>
                <a:chOff x="2185597" y="1209800"/>
                <a:chExt cx="912000" cy="912000"/>
              </a:xfrm>
            </p:grpSpPr>
            <p:sp>
              <p:nvSpPr>
                <p:cNvPr id="194" name="任意多边形 193"/>
                <p:cNvSpPr/>
                <p:nvPr/>
              </p:nvSpPr>
              <p:spPr>
                <a:xfrm>
                  <a:off x="2185597" y="1209800"/>
                  <a:ext cx="912000" cy="912000"/>
                </a:xfrm>
                <a:custGeom>
                  <a:avLst/>
                  <a:gdLst/>
                  <a:ahLst/>
                  <a:cxnLst/>
                  <a:rect l="0" t="0" r="0" b="0"/>
                  <a:pathLst>
                    <a:path w="912000" h="912000" stroke="0">
                      <a:moveTo>
                        <a:pt x="0" y="456000"/>
                      </a:moveTo>
                      <a:cubicBezTo>
                        <a:pt x="0" y="204159"/>
                        <a:pt x="204159" y="0"/>
                        <a:pt x="456000" y="0"/>
                      </a:cubicBezTo>
                      <a:cubicBezTo>
                        <a:pt x="707841" y="0"/>
                        <a:pt x="912000" y="204159"/>
                        <a:pt x="912000" y="456000"/>
                      </a:cubicBezTo>
                      <a:cubicBezTo>
                        <a:pt x="912000" y="707841"/>
                        <a:pt x="707841" y="912000"/>
                        <a:pt x="456000" y="912000"/>
                      </a:cubicBezTo>
                      <a:cubicBezTo>
                        <a:pt x="204159" y="912000"/>
                        <a:pt x="0" y="707841"/>
                        <a:pt x="0" y="456000"/>
                      </a:cubicBezTo>
                      <a:close/>
                    </a:path>
                  </a:pathLst>
                </a:custGeom>
                <a:gradFill>
                  <a:gsLst>
                    <a:gs pos="100000">
                      <a:srgbClr val="FF96CA"/>
                    </a:gs>
                    <a:gs pos="50000">
                      <a:srgbClr val="FF69B4"/>
                    </a:gs>
                    <a:gs pos="0">
                      <a:srgbClr val="FF69B4"/>
                    </a:gs>
                  </a:gsLst>
                  <a:path path="shape">
                    <a:fillToRect l="50000" t="50000" r="50000" b="50000"/>
                  </a:path>
                </a:gradFill>
                <a:ln w="7600" cap="flat">
                  <a:solidFill>
                    <a:srgbClr val="FF69B4"/>
                  </a:solidFill>
                  <a:bevel/>
                </a:ln>
              </p:spPr>
            </p:sp>
            <p:sp>
              <p:nvSpPr>
                <p:cNvPr id="195" name="任意多边形 194"/>
                <p:cNvSpPr/>
                <p:nvPr/>
              </p:nvSpPr>
              <p:spPr>
                <a:xfrm>
                  <a:off x="2191597" y="1665800"/>
                  <a:ext cx="900000" cy="456000"/>
                </a:xfrm>
                <a:custGeom>
                  <a:avLst/>
                  <a:gdLst/>
                  <a:ahLst/>
                  <a:cxnLst/>
                  <a:rect l="0" t="0" r="0" b="0"/>
                  <a:pathLst>
                    <a:path w="900000" h="456000" stroke="0">
                      <a:moveTo>
                        <a:pt x="0" y="0"/>
                      </a:moveTo>
                      <a:cubicBezTo>
                        <a:pt x="80596" y="63522"/>
                        <a:pt x="201472" y="127045"/>
                        <a:pt x="450000" y="127045"/>
                      </a:cubicBezTo>
                      <a:cubicBezTo>
                        <a:pt x="698530" y="127045"/>
                        <a:pt x="810449" y="74866"/>
                        <a:pt x="900000" y="0"/>
                      </a:cubicBezTo>
                      <a:cubicBezTo>
                        <a:pt x="900000" y="251843"/>
                        <a:pt x="698530" y="456000"/>
                        <a:pt x="450000" y="456000"/>
                      </a:cubicBezTo>
                      <a:cubicBezTo>
                        <a:pt x="201472" y="456000"/>
                        <a:pt x="0" y="251843"/>
                        <a:pt x="0" y="0"/>
                      </a:cubicBezTo>
                      <a:close/>
                    </a:path>
                  </a:pathLst>
                </a:custGeom>
                <a:gradFill>
                  <a:gsLst>
                    <a:gs pos="0">
                      <a:srgbClr val="FF69B4"/>
                    </a:gs>
                    <a:gs pos="50000">
                      <a:srgbClr val="FF78BB"/>
                    </a:gs>
                    <a:gs pos="100000">
                      <a:srgbClr val="FF93C9"/>
                    </a:gs>
                  </a:gsLst>
                  <a:lin ang="5400000" scaled="0"/>
                </a:gradFill>
                <a:ln w="7600" cap="flat">
                  <a:solidFill>
                    <a:srgbClr val="FF69B4"/>
                  </a:solidFill>
                  <a:bevel/>
                </a:ln>
              </p:spPr>
            </p:sp>
            <p:sp>
              <p:nvSpPr>
                <p:cNvPr id="196" name="任意多边形 195"/>
                <p:cNvSpPr/>
                <p:nvPr/>
              </p:nvSpPr>
              <p:spPr>
                <a:xfrm>
                  <a:off x="2199817" y="1423710"/>
                  <a:ext cx="97875" cy="273375"/>
                </a:xfrm>
                <a:custGeom>
                  <a:avLst/>
                  <a:gdLst/>
                  <a:ahLst/>
                  <a:cxnLst/>
                  <a:rect l="0" t="0" r="0" b="0"/>
                  <a:pathLst>
                    <a:path w="97875" h="273375" stroke="0">
                      <a:moveTo>
                        <a:pt x="72179" y="-310"/>
                      </a:moveTo>
                      <a:cubicBezTo>
                        <a:pt x="-2220" y="107690"/>
                        <a:pt x="0" y="230826"/>
                        <a:pt x="0" y="230826"/>
                      </a:cubicBezTo>
                      <a:cubicBezTo>
                        <a:pt x="0" y="230826"/>
                        <a:pt x="36898" y="262198"/>
                        <a:pt x="65901" y="273375"/>
                      </a:cubicBezTo>
                      <a:cubicBezTo>
                        <a:pt x="51767" y="166020"/>
                        <a:pt x="97719" y="82360"/>
                        <a:pt x="97719" y="82360"/>
                      </a:cubicBezTo>
                      <a:cubicBezTo>
                        <a:pt x="97719" y="82360"/>
                        <a:pt x="62580" y="50090"/>
                        <a:pt x="72179" y="-310"/>
                      </a:cubicBezTo>
                      <a:close/>
                    </a:path>
                  </a:pathLst>
                </a:custGeom>
                <a:gradFill>
                  <a:gsLst>
                    <a:gs pos="0">
                      <a:srgbClr val="FFD2E8"/>
                    </a:gs>
                    <a:gs pos="100000">
                      <a:srgbClr val="FF96CA"/>
                    </a:gs>
                  </a:gsLst>
                  <a:lin ang="2700000" scaled="0"/>
                </a:gradFill>
                <a:ln w="7600" cap="flat">
                  <a:solidFill>
                    <a:srgbClr val="FF69B4"/>
                  </a:solidFill>
                  <a:bevel/>
                </a:ln>
              </p:spPr>
            </p:sp>
            <p:sp>
              <p:nvSpPr>
                <p:cNvPr id="197" name="任意多边形 196"/>
                <p:cNvSpPr/>
                <p:nvPr/>
              </p:nvSpPr>
              <p:spPr>
                <a:xfrm>
                  <a:off x="2687242" y="1224504"/>
                  <a:ext cx="277500" cy="199875"/>
                </a:xfrm>
                <a:custGeom>
                  <a:avLst/>
                  <a:gdLst/>
                  <a:ahLst/>
                  <a:cxnLst/>
                  <a:rect l="0" t="0" r="0" b="0"/>
                  <a:pathLst>
                    <a:path w="277500" h="199875" stroke="0">
                      <a:moveTo>
                        <a:pt x="0" y="-304"/>
                      </a:moveTo>
                      <a:cubicBezTo>
                        <a:pt x="0" y="-304"/>
                        <a:pt x="30057" y="10105"/>
                        <a:pt x="35944" y="72554"/>
                      </a:cubicBezTo>
                      <a:cubicBezTo>
                        <a:pt x="168445" y="96415"/>
                        <a:pt x="244411" y="199875"/>
                        <a:pt x="244411" y="199875"/>
                      </a:cubicBezTo>
                      <a:cubicBezTo>
                        <a:pt x="244411" y="199875"/>
                        <a:pt x="269145" y="173887"/>
                        <a:pt x="277500" y="143251"/>
                      </a:cubicBezTo>
                      <a:cubicBezTo>
                        <a:pt x="159612" y="8926"/>
                        <a:pt x="0" y="-304"/>
                        <a:pt x="0" y="-304"/>
                      </a:cubicBezTo>
                      <a:close/>
                    </a:path>
                  </a:pathLst>
                </a:custGeom>
                <a:gradFill>
                  <a:gsLst>
                    <a:gs pos="0">
                      <a:srgbClr val="FFE1F0"/>
                    </a:gs>
                    <a:gs pos="50000">
                      <a:srgbClr val="FFA5D2"/>
                    </a:gs>
                  </a:gsLst>
                  <a:lin ang="8100000" scaled="0"/>
                </a:gradFill>
                <a:ln w="7600" cap="flat">
                  <a:solidFill>
                    <a:srgbClr val="FF69B4"/>
                  </a:solidFill>
                  <a:bevel/>
                </a:ln>
              </p:spPr>
            </p:sp>
            <p:sp>
              <p:nvSpPr>
                <p:cNvPr id="198" name="任意多边形 197"/>
                <p:cNvSpPr/>
                <p:nvPr/>
              </p:nvSpPr>
              <p:spPr>
                <a:xfrm>
                  <a:off x="2945931" y="1386906"/>
                  <a:ext cx="82125" cy="123750"/>
                </a:xfrm>
                <a:custGeom>
                  <a:avLst/>
                  <a:gdLst/>
                  <a:ahLst/>
                  <a:cxnLst/>
                  <a:rect l="0" t="0" r="0" b="0"/>
                  <a:pathLst>
                    <a:path w="82125" h="123750" stroke="0">
                      <a:moveTo>
                        <a:pt x="36455" y="-185"/>
                      </a:moveTo>
                      <a:cubicBezTo>
                        <a:pt x="36455" y="-185"/>
                        <a:pt x="17610" y="41056"/>
                        <a:pt x="0" y="54017"/>
                      </a:cubicBezTo>
                      <a:cubicBezTo>
                        <a:pt x="17613" y="74048"/>
                        <a:pt x="41162" y="123536"/>
                        <a:pt x="41166" y="123536"/>
                      </a:cubicBezTo>
                      <a:cubicBezTo>
                        <a:pt x="41162" y="123536"/>
                        <a:pt x="72600" y="93659"/>
                        <a:pt x="82125" y="70094"/>
                      </a:cubicBezTo>
                      <a:cubicBezTo>
                        <a:pt x="72600" y="41814"/>
                        <a:pt x="36455" y="-185"/>
                        <a:pt x="36455" y="-185"/>
                      </a:cubicBezTo>
                      <a:close/>
                    </a:path>
                  </a:pathLst>
                </a:custGeom>
                <a:gradFill>
                  <a:gsLst>
                    <a:gs pos="0">
                      <a:srgbClr val="FFE1F0"/>
                    </a:gs>
                    <a:gs pos="50000">
                      <a:srgbClr val="FFA5D2"/>
                    </a:gs>
                  </a:gsLst>
                  <a:lin ang="8100000" scaled="0"/>
                </a:gradFill>
                <a:ln w="7600" cap="flat">
                  <a:solidFill>
                    <a:srgbClr val="FF69B4"/>
                  </a:solidFill>
                  <a:bevel/>
                </a:ln>
              </p:spPr>
            </p:sp>
            <p:sp>
              <p:nvSpPr>
                <p:cNvPr id="199" name="任意多边形 198"/>
                <p:cNvSpPr/>
                <p:nvPr/>
              </p:nvSpPr>
              <p:spPr>
                <a:xfrm>
                  <a:off x="2277667" y="1301564"/>
                  <a:ext cx="727860" cy="728472"/>
                </a:xfrm>
                <a:custGeom>
                  <a:avLst/>
                  <a:gdLst/>
                  <a:ahLst/>
                  <a:cxnLst/>
                  <a:rect l="0" t="0" r="0" b="0"/>
                  <a:pathLst>
                    <a:path w="727860" h="728472" stroke="0">
                      <a:moveTo>
                        <a:pt x="0" y="364236"/>
                      </a:moveTo>
                      <a:cubicBezTo>
                        <a:pt x="0" y="163031"/>
                        <a:pt x="162861" y="0"/>
                        <a:pt x="363930" y="0"/>
                      </a:cubicBezTo>
                      <a:cubicBezTo>
                        <a:pt x="564901" y="0"/>
                        <a:pt x="727860" y="163031"/>
                        <a:pt x="727860" y="364236"/>
                      </a:cubicBezTo>
                      <a:cubicBezTo>
                        <a:pt x="727860" y="565246"/>
                        <a:pt x="564901" y="728472"/>
                        <a:pt x="363930" y="728472"/>
                      </a:cubicBezTo>
                      <a:cubicBezTo>
                        <a:pt x="162861" y="728472"/>
                        <a:pt x="0" y="565246"/>
                        <a:pt x="0" y="364236"/>
                      </a:cubicBezTo>
                      <a:close/>
                    </a:path>
                  </a:pathLst>
                </a:custGeom>
                <a:solidFill>
                  <a:srgbClr val="FFFFFF">
                    <a:alpha val="40000"/>
                  </a:srgbClr>
                </a:solidFill>
                <a:ln w="7600" cap="flat">
                  <a:noFill/>
                  <a:bevel/>
                </a:ln>
              </p:spPr>
            </p:sp>
            <p:sp>
              <p:nvSpPr>
                <p:cNvPr id="200" name="任意多边形 199"/>
                <p:cNvSpPr/>
                <p:nvPr/>
              </p:nvSpPr>
              <p:spPr>
                <a:xfrm>
                  <a:off x="2298615" y="1322528"/>
                  <a:ext cx="685962" cy="686544"/>
                </a:xfrm>
                <a:custGeom>
                  <a:avLst/>
                  <a:gdLst/>
                  <a:ahLst/>
                  <a:cxnLst/>
                  <a:rect l="0" t="0" r="0" b="0"/>
                  <a:pathLst>
                    <a:path w="685962" h="686544" stroke="0">
                      <a:moveTo>
                        <a:pt x="0" y="343271"/>
                      </a:moveTo>
                      <a:cubicBezTo>
                        <a:pt x="0" y="153647"/>
                        <a:pt x="153486" y="0"/>
                        <a:pt x="342981" y="0"/>
                      </a:cubicBezTo>
                      <a:cubicBezTo>
                        <a:pt x="532383" y="0"/>
                        <a:pt x="685962" y="153647"/>
                        <a:pt x="685962" y="343271"/>
                      </a:cubicBezTo>
                      <a:cubicBezTo>
                        <a:pt x="685962" y="532713"/>
                        <a:pt x="532383" y="686544"/>
                        <a:pt x="342981" y="686544"/>
                      </a:cubicBezTo>
                      <a:cubicBezTo>
                        <a:pt x="153486" y="686544"/>
                        <a:pt x="0" y="532713"/>
                        <a:pt x="0" y="343271"/>
                      </a:cubicBezTo>
                      <a:close/>
                    </a:path>
                  </a:pathLst>
                </a:custGeom>
                <a:solidFill>
                  <a:srgbClr val="FFFFFF"/>
                </a:solidFill>
                <a:ln w="7600" cap="flat">
                  <a:solidFill>
                    <a:srgbClr val="FF69B4"/>
                  </a:solidFill>
                  <a:bevel/>
                </a:ln>
              </p:spPr>
            </p:sp>
            <p:sp>
              <p:nvSpPr>
                <p:cNvPr id="201" name="Text 1256"/>
                <p:cNvSpPr txBox="1"/>
                <p:nvPr/>
              </p:nvSpPr>
              <p:spPr>
                <a:xfrm>
                  <a:off x="2313276" y="1337480"/>
                  <a:ext cx="656640" cy="656640"/>
                </a:xfrm>
                <a:prstGeom prst="rect">
                  <a:avLst/>
                </a:prstGeom>
                <a:noFill/>
              </p:spPr>
              <p:txBody>
                <a:bodyPr wrap="square" lIns="36000" tIns="18000" rIns="36000" bIns="18000" rtlCol="0" anchor="ctr"/>
                <a:lstStyle/>
                <a:p>
                  <a:pPr algn="ctr"/>
                  <a:r>
                    <a:rPr lang="en-US" sz="1400" dirty="0" smtClean="0">
                      <a:solidFill>
                        <a:schemeClr val="bg1">
                          <a:lumMod val="50000"/>
                        </a:schemeClr>
                      </a:solidFill>
                      <a:latin typeface="微软雅黑" pitchFamily="34" charset="-122"/>
                      <a:ea typeface="微软雅黑" pitchFamily="34" charset="-122"/>
                    </a:rPr>
                    <a:t>CSS3</a:t>
                  </a:r>
                  <a:endParaRPr sz="1400" dirty="0">
                    <a:solidFill>
                      <a:schemeClr val="bg1">
                        <a:lumMod val="50000"/>
                      </a:schemeClr>
                    </a:solidFill>
                    <a:latin typeface="微软雅黑" pitchFamily="34" charset="-122"/>
                    <a:ea typeface="微软雅黑" pitchFamily="34" charset="-122"/>
                  </a:endParaRPr>
                </a:p>
              </p:txBody>
            </p:sp>
          </p:grpSp>
          <p:grpSp>
            <p:nvGrpSpPr>
              <p:cNvPr id="191" name="组合 190"/>
              <p:cNvGrpSpPr/>
              <p:nvPr/>
            </p:nvGrpSpPr>
            <p:grpSpPr>
              <a:xfrm rot="7421400">
                <a:off x="2193197" y="2042000"/>
                <a:ext cx="228000" cy="250800"/>
                <a:chOff x="2193197" y="2042000"/>
                <a:chExt cx="228000" cy="250800"/>
              </a:xfrm>
            </p:grpSpPr>
            <p:sp>
              <p:nvSpPr>
                <p:cNvPr id="192" name="任意多边形 191"/>
                <p:cNvSpPr/>
                <p:nvPr/>
              </p:nvSpPr>
              <p:spPr>
                <a:xfrm>
                  <a:off x="2193197" y="2042000"/>
                  <a:ext cx="228000" cy="250800"/>
                </a:xfrm>
                <a:custGeom>
                  <a:avLst/>
                  <a:gdLst/>
                  <a:ahLst/>
                  <a:cxnLst/>
                  <a:rect l="0" t="0" r="0" b="0"/>
                  <a:pathLst>
                    <a:path w="228000" h="250800">
                      <a:moveTo>
                        <a:pt x="0" y="0"/>
                      </a:moveTo>
                      <a:lnTo>
                        <a:pt x="114000" y="125400"/>
                      </a:lnTo>
                      <a:lnTo>
                        <a:pt x="0" y="250800"/>
                      </a:lnTo>
                      <a:lnTo>
                        <a:pt x="114000" y="250800"/>
                      </a:lnTo>
                      <a:lnTo>
                        <a:pt x="228000" y="125400"/>
                      </a:lnTo>
                      <a:lnTo>
                        <a:pt x="114000" y="0"/>
                      </a:lnTo>
                      <a:lnTo>
                        <a:pt x="0" y="0"/>
                      </a:lnTo>
                      <a:close/>
                    </a:path>
                  </a:pathLst>
                </a:custGeom>
                <a:gradFill>
                  <a:gsLst>
                    <a:gs pos="0">
                      <a:srgbClr val="FF69B4"/>
                    </a:gs>
                    <a:gs pos="50000">
                      <a:srgbClr val="FF96CA"/>
                    </a:gs>
                    <a:gs pos="100000">
                      <a:srgbClr val="FF69B4"/>
                    </a:gs>
                  </a:gsLst>
                  <a:lin ang="5400000" scaled="0"/>
                </a:gradFill>
                <a:ln w="7600" cap="flat">
                  <a:solidFill>
                    <a:srgbClr val="FF69B4"/>
                  </a:solidFill>
                  <a:bevel/>
                </a:ln>
              </p:spPr>
            </p:sp>
            <p:sp>
              <p:nvSpPr>
                <p:cNvPr id="193" name="任意多边形 192"/>
                <p:cNvSpPr/>
                <p:nvPr/>
              </p:nvSpPr>
              <p:spPr>
                <a:xfrm>
                  <a:off x="2208397" y="2049600"/>
                  <a:ext cx="182400" cy="95000"/>
                </a:xfrm>
                <a:custGeom>
                  <a:avLst/>
                  <a:gdLst/>
                  <a:ahLst/>
                  <a:cxnLst/>
                  <a:rect l="0" t="0" r="0" b="0"/>
                  <a:pathLst>
                    <a:path w="182400" h="95000" stroke="0">
                      <a:moveTo>
                        <a:pt x="0" y="0"/>
                      </a:moveTo>
                      <a:lnTo>
                        <a:pt x="91200" y="95000"/>
                      </a:lnTo>
                      <a:lnTo>
                        <a:pt x="182400" y="95000"/>
                      </a:lnTo>
                      <a:lnTo>
                        <a:pt x="91200" y="0"/>
                      </a:lnTo>
                      <a:lnTo>
                        <a:pt x="0" y="0"/>
                      </a:lnTo>
                      <a:close/>
                    </a:path>
                  </a:pathLst>
                </a:custGeom>
                <a:gradFill>
                  <a:gsLst>
                    <a:gs pos="0">
                      <a:srgbClr val="FFE1F0"/>
                    </a:gs>
                    <a:gs pos="100000">
                      <a:srgbClr val="FF96CA"/>
                    </a:gs>
                  </a:gsLst>
                  <a:lin ang="5400000" scaled="0"/>
                </a:gradFill>
                <a:ln w="7600" cap="flat">
                  <a:solidFill>
                    <a:srgbClr val="FF69B4"/>
                  </a:solidFill>
                  <a:bevel/>
                </a:ln>
              </p:spPr>
            </p:sp>
          </p:grpSp>
        </p:grpSp>
        <p:grpSp>
          <p:nvGrpSpPr>
            <p:cNvPr id="141" name="组合 140"/>
            <p:cNvGrpSpPr/>
            <p:nvPr/>
          </p:nvGrpSpPr>
          <p:grpSpPr>
            <a:xfrm>
              <a:off x="1516797" y="2213000"/>
              <a:ext cx="912000" cy="912000"/>
              <a:chOff x="1516797" y="2213000"/>
              <a:chExt cx="912000" cy="912000"/>
            </a:xfrm>
          </p:grpSpPr>
          <p:grpSp>
            <p:nvGrpSpPr>
              <p:cNvPr id="178" name="组合 177"/>
              <p:cNvGrpSpPr/>
              <p:nvPr/>
            </p:nvGrpSpPr>
            <p:grpSpPr>
              <a:xfrm>
                <a:off x="1516797" y="2213000"/>
                <a:ext cx="912000" cy="912000"/>
                <a:chOff x="1516797" y="2213000"/>
                <a:chExt cx="912000" cy="912000"/>
              </a:xfrm>
            </p:grpSpPr>
            <p:sp>
              <p:nvSpPr>
                <p:cNvPr id="182" name="任意多边形 181"/>
                <p:cNvSpPr/>
                <p:nvPr/>
              </p:nvSpPr>
              <p:spPr>
                <a:xfrm>
                  <a:off x="1516797" y="2213000"/>
                  <a:ext cx="912000" cy="912000"/>
                </a:xfrm>
                <a:custGeom>
                  <a:avLst/>
                  <a:gdLst/>
                  <a:ahLst/>
                  <a:cxnLst/>
                  <a:rect l="0" t="0" r="0" b="0"/>
                  <a:pathLst>
                    <a:path w="912000" h="912000" stroke="0">
                      <a:moveTo>
                        <a:pt x="0" y="456000"/>
                      </a:moveTo>
                      <a:cubicBezTo>
                        <a:pt x="0" y="204159"/>
                        <a:pt x="204159" y="0"/>
                        <a:pt x="456000" y="0"/>
                      </a:cubicBezTo>
                      <a:cubicBezTo>
                        <a:pt x="707841" y="0"/>
                        <a:pt x="912000" y="204159"/>
                        <a:pt x="912000" y="456000"/>
                      </a:cubicBezTo>
                      <a:cubicBezTo>
                        <a:pt x="912000" y="707841"/>
                        <a:pt x="707841" y="912000"/>
                        <a:pt x="456000" y="912000"/>
                      </a:cubicBezTo>
                      <a:cubicBezTo>
                        <a:pt x="204159" y="912000"/>
                        <a:pt x="0" y="707841"/>
                        <a:pt x="0" y="456000"/>
                      </a:cubicBezTo>
                      <a:close/>
                    </a:path>
                  </a:pathLst>
                </a:custGeom>
                <a:gradFill>
                  <a:gsLst>
                    <a:gs pos="100000">
                      <a:srgbClr val="4CC787"/>
                    </a:gs>
                    <a:gs pos="50000">
                      <a:srgbClr val="00AF54"/>
                    </a:gs>
                    <a:gs pos="0">
                      <a:srgbClr val="00AF54"/>
                    </a:gs>
                  </a:gsLst>
                  <a:path path="shape">
                    <a:fillToRect l="50000" t="50000" r="50000" b="50000"/>
                  </a:path>
                </a:gradFill>
                <a:ln w="7600" cap="flat">
                  <a:solidFill>
                    <a:srgbClr val="00AF54"/>
                  </a:solidFill>
                  <a:bevel/>
                </a:ln>
              </p:spPr>
            </p:sp>
            <p:sp>
              <p:nvSpPr>
                <p:cNvPr id="183" name="任意多边形 182"/>
                <p:cNvSpPr/>
                <p:nvPr/>
              </p:nvSpPr>
              <p:spPr>
                <a:xfrm>
                  <a:off x="1522797" y="2669000"/>
                  <a:ext cx="900000" cy="456000"/>
                </a:xfrm>
                <a:custGeom>
                  <a:avLst/>
                  <a:gdLst/>
                  <a:ahLst/>
                  <a:cxnLst/>
                  <a:rect l="0" t="0" r="0" b="0"/>
                  <a:pathLst>
                    <a:path w="900000" h="456000" stroke="0">
                      <a:moveTo>
                        <a:pt x="0" y="0"/>
                      </a:moveTo>
                      <a:cubicBezTo>
                        <a:pt x="80596" y="63522"/>
                        <a:pt x="201472" y="127045"/>
                        <a:pt x="450000" y="127045"/>
                      </a:cubicBezTo>
                      <a:cubicBezTo>
                        <a:pt x="698530" y="127045"/>
                        <a:pt x="810449" y="74866"/>
                        <a:pt x="900000" y="0"/>
                      </a:cubicBezTo>
                      <a:cubicBezTo>
                        <a:pt x="900000" y="251843"/>
                        <a:pt x="698530" y="456000"/>
                        <a:pt x="450000" y="456000"/>
                      </a:cubicBezTo>
                      <a:cubicBezTo>
                        <a:pt x="201472" y="456000"/>
                        <a:pt x="0" y="251843"/>
                        <a:pt x="0" y="0"/>
                      </a:cubicBezTo>
                      <a:close/>
                    </a:path>
                  </a:pathLst>
                </a:custGeom>
                <a:gradFill>
                  <a:gsLst>
                    <a:gs pos="0">
                      <a:srgbClr val="00AF54"/>
                    </a:gs>
                    <a:gs pos="50000">
                      <a:srgbClr val="19B765"/>
                    </a:gs>
                    <a:gs pos="100000">
                      <a:srgbClr val="47C584"/>
                    </a:gs>
                  </a:gsLst>
                  <a:lin ang="5400000" scaled="0"/>
                </a:gradFill>
                <a:ln w="7600" cap="flat">
                  <a:solidFill>
                    <a:srgbClr val="00AF54"/>
                  </a:solidFill>
                  <a:bevel/>
                </a:ln>
              </p:spPr>
            </p:sp>
            <p:sp>
              <p:nvSpPr>
                <p:cNvPr id="184" name="任意多边形 183"/>
                <p:cNvSpPr/>
                <p:nvPr/>
              </p:nvSpPr>
              <p:spPr>
                <a:xfrm>
                  <a:off x="1531017" y="2426910"/>
                  <a:ext cx="97875" cy="273375"/>
                </a:xfrm>
                <a:custGeom>
                  <a:avLst/>
                  <a:gdLst/>
                  <a:ahLst/>
                  <a:cxnLst/>
                  <a:rect l="0" t="0" r="0" b="0"/>
                  <a:pathLst>
                    <a:path w="97875" h="273375" stroke="0">
                      <a:moveTo>
                        <a:pt x="72179" y="-310"/>
                      </a:moveTo>
                      <a:cubicBezTo>
                        <a:pt x="-2220" y="107690"/>
                        <a:pt x="0" y="230826"/>
                        <a:pt x="0" y="230826"/>
                      </a:cubicBezTo>
                      <a:cubicBezTo>
                        <a:pt x="0" y="230826"/>
                        <a:pt x="36898" y="262198"/>
                        <a:pt x="65901" y="273375"/>
                      </a:cubicBezTo>
                      <a:cubicBezTo>
                        <a:pt x="51767" y="166020"/>
                        <a:pt x="97719" y="82360"/>
                        <a:pt x="97719" y="82360"/>
                      </a:cubicBezTo>
                      <a:cubicBezTo>
                        <a:pt x="97719" y="82360"/>
                        <a:pt x="62580" y="50090"/>
                        <a:pt x="72179" y="-310"/>
                      </a:cubicBezTo>
                      <a:close/>
                    </a:path>
                  </a:pathLst>
                </a:custGeom>
                <a:gradFill>
                  <a:gsLst>
                    <a:gs pos="0">
                      <a:srgbClr val="B2E7CC"/>
                    </a:gs>
                    <a:gs pos="100000">
                      <a:srgbClr val="4CC787"/>
                    </a:gs>
                  </a:gsLst>
                  <a:lin ang="2700000" scaled="0"/>
                </a:gradFill>
                <a:ln w="7600" cap="flat">
                  <a:solidFill>
                    <a:srgbClr val="00AF54"/>
                  </a:solidFill>
                  <a:bevel/>
                </a:ln>
              </p:spPr>
            </p:sp>
            <p:sp>
              <p:nvSpPr>
                <p:cNvPr id="185" name="任意多边形 184"/>
                <p:cNvSpPr/>
                <p:nvPr/>
              </p:nvSpPr>
              <p:spPr>
                <a:xfrm>
                  <a:off x="2018442" y="2227705"/>
                  <a:ext cx="277500" cy="199875"/>
                </a:xfrm>
                <a:custGeom>
                  <a:avLst/>
                  <a:gdLst/>
                  <a:ahLst/>
                  <a:cxnLst/>
                  <a:rect l="0" t="0" r="0" b="0"/>
                  <a:pathLst>
                    <a:path w="277500" h="199875" stroke="0">
                      <a:moveTo>
                        <a:pt x="0" y="-304"/>
                      </a:moveTo>
                      <a:cubicBezTo>
                        <a:pt x="0" y="-304"/>
                        <a:pt x="30057" y="10105"/>
                        <a:pt x="35944" y="72554"/>
                      </a:cubicBezTo>
                      <a:cubicBezTo>
                        <a:pt x="168445" y="96415"/>
                        <a:pt x="244411" y="199875"/>
                        <a:pt x="244411" y="199875"/>
                      </a:cubicBezTo>
                      <a:cubicBezTo>
                        <a:pt x="244411" y="199875"/>
                        <a:pt x="269145" y="173887"/>
                        <a:pt x="277500" y="143251"/>
                      </a:cubicBezTo>
                      <a:cubicBezTo>
                        <a:pt x="159612" y="8926"/>
                        <a:pt x="0" y="-304"/>
                        <a:pt x="0" y="-304"/>
                      </a:cubicBezTo>
                      <a:close/>
                    </a:path>
                  </a:pathLst>
                </a:custGeom>
                <a:gradFill>
                  <a:gsLst>
                    <a:gs pos="0">
                      <a:srgbClr val="CCEFDD"/>
                    </a:gs>
                    <a:gs pos="50000">
                      <a:srgbClr val="66CF98"/>
                    </a:gs>
                  </a:gsLst>
                  <a:lin ang="8100000" scaled="0"/>
                </a:gradFill>
                <a:ln w="7600" cap="flat">
                  <a:solidFill>
                    <a:srgbClr val="00AF54"/>
                  </a:solidFill>
                  <a:bevel/>
                </a:ln>
              </p:spPr>
            </p:sp>
            <p:sp>
              <p:nvSpPr>
                <p:cNvPr id="186" name="任意多边形 185"/>
                <p:cNvSpPr/>
                <p:nvPr/>
              </p:nvSpPr>
              <p:spPr>
                <a:xfrm>
                  <a:off x="2277131" y="2390106"/>
                  <a:ext cx="82125" cy="123750"/>
                </a:xfrm>
                <a:custGeom>
                  <a:avLst/>
                  <a:gdLst/>
                  <a:ahLst/>
                  <a:cxnLst/>
                  <a:rect l="0" t="0" r="0" b="0"/>
                  <a:pathLst>
                    <a:path w="82125" h="123750" stroke="0">
                      <a:moveTo>
                        <a:pt x="36455" y="-185"/>
                      </a:moveTo>
                      <a:cubicBezTo>
                        <a:pt x="36455" y="-185"/>
                        <a:pt x="17610" y="41056"/>
                        <a:pt x="0" y="54017"/>
                      </a:cubicBezTo>
                      <a:cubicBezTo>
                        <a:pt x="17613" y="74048"/>
                        <a:pt x="41162" y="123536"/>
                        <a:pt x="41166" y="123536"/>
                      </a:cubicBezTo>
                      <a:cubicBezTo>
                        <a:pt x="41162" y="123536"/>
                        <a:pt x="72600" y="93659"/>
                        <a:pt x="82125" y="70094"/>
                      </a:cubicBezTo>
                      <a:cubicBezTo>
                        <a:pt x="72600" y="41814"/>
                        <a:pt x="36455" y="-185"/>
                        <a:pt x="36455" y="-185"/>
                      </a:cubicBezTo>
                      <a:close/>
                    </a:path>
                  </a:pathLst>
                </a:custGeom>
                <a:gradFill>
                  <a:gsLst>
                    <a:gs pos="0">
                      <a:srgbClr val="CCEFDD"/>
                    </a:gs>
                    <a:gs pos="50000">
                      <a:srgbClr val="66CF98"/>
                    </a:gs>
                  </a:gsLst>
                  <a:lin ang="8100000" scaled="0"/>
                </a:gradFill>
                <a:ln w="7600" cap="flat">
                  <a:solidFill>
                    <a:srgbClr val="00AF54"/>
                  </a:solidFill>
                  <a:bevel/>
                </a:ln>
              </p:spPr>
            </p:sp>
            <p:sp>
              <p:nvSpPr>
                <p:cNvPr id="187" name="任意多边形 186"/>
                <p:cNvSpPr/>
                <p:nvPr/>
              </p:nvSpPr>
              <p:spPr>
                <a:xfrm>
                  <a:off x="1608867" y="2304764"/>
                  <a:ext cx="727860" cy="728472"/>
                </a:xfrm>
                <a:custGeom>
                  <a:avLst/>
                  <a:gdLst/>
                  <a:ahLst/>
                  <a:cxnLst/>
                  <a:rect l="0" t="0" r="0" b="0"/>
                  <a:pathLst>
                    <a:path w="727860" h="728472" stroke="0">
                      <a:moveTo>
                        <a:pt x="0" y="364236"/>
                      </a:moveTo>
                      <a:cubicBezTo>
                        <a:pt x="0" y="163031"/>
                        <a:pt x="162861" y="0"/>
                        <a:pt x="363930" y="0"/>
                      </a:cubicBezTo>
                      <a:cubicBezTo>
                        <a:pt x="564901" y="0"/>
                        <a:pt x="727860" y="163031"/>
                        <a:pt x="727860" y="364236"/>
                      </a:cubicBezTo>
                      <a:cubicBezTo>
                        <a:pt x="727860" y="565246"/>
                        <a:pt x="564901" y="728472"/>
                        <a:pt x="363930" y="728472"/>
                      </a:cubicBezTo>
                      <a:cubicBezTo>
                        <a:pt x="162861" y="728472"/>
                        <a:pt x="0" y="565246"/>
                        <a:pt x="0" y="364236"/>
                      </a:cubicBezTo>
                      <a:close/>
                    </a:path>
                  </a:pathLst>
                </a:custGeom>
                <a:solidFill>
                  <a:srgbClr val="FFFFFF">
                    <a:alpha val="40000"/>
                  </a:srgbClr>
                </a:solidFill>
                <a:ln w="7600" cap="flat">
                  <a:noFill/>
                  <a:bevel/>
                </a:ln>
              </p:spPr>
            </p:sp>
            <p:sp>
              <p:nvSpPr>
                <p:cNvPr id="188" name="任意多边形 187"/>
                <p:cNvSpPr/>
                <p:nvPr/>
              </p:nvSpPr>
              <p:spPr>
                <a:xfrm>
                  <a:off x="1629815" y="2325728"/>
                  <a:ext cx="685962" cy="686544"/>
                </a:xfrm>
                <a:custGeom>
                  <a:avLst/>
                  <a:gdLst/>
                  <a:ahLst/>
                  <a:cxnLst/>
                  <a:rect l="0" t="0" r="0" b="0"/>
                  <a:pathLst>
                    <a:path w="685962" h="686544" stroke="0">
                      <a:moveTo>
                        <a:pt x="0" y="343271"/>
                      </a:moveTo>
                      <a:cubicBezTo>
                        <a:pt x="0" y="153647"/>
                        <a:pt x="153486" y="0"/>
                        <a:pt x="342981" y="0"/>
                      </a:cubicBezTo>
                      <a:cubicBezTo>
                        <a:pt x="532383" y="0"/>
                        <a:pt x="685962" y="153647"/>
                        <a:pt x="685962" y="343271"/>
                      </a:cubicBezTo>
                      <a:cubicBezTo>
                        <a:pt x="685962" y="532713"/>
                        <a:pt x="532383" y="686544"/>
                        <a:pt x="342981" y="686544"/>
                      </a:cubicBezTo>
                      <a:cubicBezTo>
                        <a:pt x="153486" y="686544"/>
                        <a:pt x="0" y="532713"/>
                        <a:pt x="0" y="343271"/>
                      </a:cubicBezTo>
                      <a:close/>
                    </a:path>
                  </a:pathLst>
                </a:custGeom>
                <a:solidFill>
                  <a:srgbClr val="FFFFFF"/>
                </a:solidFill>
                <a:ln w="7600" cap="flat">
                  <a:solidFill>
                    <a:srgbClr val="00AF54"/>
                  </a:solidFill>
                  <a:bevel/>
                </a:ln>
              </p:spPr>
            </p:sp>
            <p:sp>
              <p:nvSpPr>
                <p:cNvPr id="189" name="Text 1257"/>
                <p:cNvSpPr txBox="1"/>
                <p:nvPr/>
              </p:nvSpPr>
              <p:spPr>
                <a:xfrm>
                  <a:off x="1644477" y="2340680"/>
                  <a:ext cx="656640" cy="656640"/>
                </a:xfrm>
                <a:prstGeom prst="rect">
                  <a:avLst/>
                </a:prstGeom>
                <a:noFill/>
              </p:spPr>
              <p:txBody>
                <a:bodyPr wrap="square" lIns="36000" tIns="18000" rIns="36000" bIns="18000" rtlCol="0" anchor="ctr"/>
                <a:lstStyle/>
                <a:p>
                  <a:pPr algn="ctr"/>
                  <a:r>
                    <a:rPr lang="en-US" sz="1100" dirty="0" smtClean="0">
                      <a:solidFill>
                        <a:schemeClr val="bg1">
                          <a:lumMod val="50000"/>
                        </a:schemeClr>
                      </a:solidFill>
                      <a:latin typeface="微软雅黑" pitchFamily="34" charset="-122"/>
                      <a:ea typeface="微软雅黑" pitchFamily="34" charset="-122"/>
                    </a:rPr>
                    <a:t>HTML5</a:t>
                  </a:r>
                  <a:endParaRPr sz="1100" dirty="0">
                    <a:solidFill>
                      <a:schemeClr val="bg1">
                        <a:lumMod val="50000"/>
                      </a:schemeClr>
                    </a:solidFill>
                    <a:latin typeface="微软雅黑" pitchFamily="34" charset="-122"/>
                    <a:ea typeface="微软雅黑" pitchFamily="34" charset="-122"/>
                  </a:endParaRPr>
                </a:p>
              </p:txBody>
            </p:sp>
          </p:grpSp>
          <p:grpSp>
            <p:nvGrpSpPr>
              <p:cNvPr id="179" name="组合 178"/>
              <p:cNvGrpSpPr/>
              <p:nvPr/>
            </p:nvGrpSpPr>
            <p:grpSpPr>
              <a:xfrm rot="7421400">
                <a:off x="1524397" y="3045200"/>
                <a:ext cx="228000" cy="250800"/>
                <a:chOff x="1524397" y="3045200"/>
                <a:chExt cx="228000" cy="250800"/>
              </a:xfrm>
            </p:grpSpPr>
            <p:sp>
              <p:nvSpPr>
                <p:cNvPr id="180" name="任意多边形 179"/>
                <p:cNvSpPr/>
                <p:nvPr/>
              </p:nvSpPr>
              <p:spPr>
                <a:xfrm>
                  <a:off x="1524397" y="3045200"/>
                  <a:ext cx="228000" cy="250800"/>
                </a:xfrm>
                <a:custGeom>
                  <a:avLst/>
                  <a:gdLst/>
                  <a:ahLst/>
                  <a:cxnLst/>
                  <a:rect l="0" t="0" r="0" b="0"/>
                  <a:pathLst>
                    <a:path w="228000" h="250800">
                      <a:moveTo>
                        <a:pt x="0" y="0"/>
                      </a:moveTo>
                      <a:lnTo>
                        <a:pt x="114000" y="125400"/>
                      </a:lnTo>
                      <a:lnTo>
                        <a:pt x="0" y="250800"/>
                      </a:lnTo>
                      <a:lnTo>
                        <a:pt x="114000" y="250800"/>
                      </a:lnTo>
                      <a:lnTo>
                        <a:pt x="228000" y="125400"/>
                      </a:lnTo>
                      <a:lnTo>
                        <a:pt x="114000" y="0"/>
                      </a:lnTo>
                      <a:lnTo>
                        <a:pt x="0" y="0"/>
                      </a:lnTo>
                      <a:close/>
                    </a:path>
                  </a:pathLst>
                </a:custGeom>
                <a:gradFill>
                  <a:gsLst>
                    <a:gs pos="0">
                      <a:srgbClr val="00AF54"/>
                    </a:gs>
                    <a:gs pos="50000">
                      <a:srgbClr val="4CC787"/>
                    </a:gs>
                    <a:gs pos="100000">
                      <a:srgbClr val="00AF54"/>
                    </a:gs>
                  </a:gsLst>
                  <a:lin ang="5400000" scaled="0"/>
                </a:gradFill>
                <a:ln w="7600" cap="flat">
                  <a:solidFill>
                    <a:srgbClr val="00AF54"/>
                  </a:solidFill>
                  <a:bevel/>
                </a:ln>
              </p:spPr>
            </p:sp>
            <p:sp>
              <p:nvSpPr>
                <p:cNvPr id="181" name="任意多边形 180"/>
                <p:cNvSpPr/>
                <p:nvPr/>
              </p:nvSpPr>
              <p:spPr>
                <a:xfrm>
                  <a:off x="1539597" y="3052800"/>
                  <a:ext cx="182400" cy="95000"/>
                </a:xfrm>
                <a:custGeom>
                  <a:avLst/>
                  <a:gdLst/>
                  <a:ahLst/>
                  <a:cxnLst/>
                  <a:rect l="0" t="0" r="0" b="0"/>
                  <a:pathLst>
                    <a:path w="182400" h="95000" stroke="0">
                      <a:moveTo>
                        <a:pt x="0" y="0"/>
                      </a:moveTo>
                      <a:lnTo>
                        <a:pt x="91200" y="95000"/>
                      </a:lnTo>
                      <a:lnTo>
                        <a:pt x="182400" y="95000"/>
                      </a:lnTo>
                      <a:lnTo>
                        <a:pt x="91200" y="0"/>
                      </a:lnTo>
                      <a:lnTo>
                        <a:pt x="0" y="0"/>
                      </a:lnTo>
                      <a:close/>
                    </a:path>
                  </a:pathLst>
                </a:custGeom>
                <a:gradFill>
                  <a:gsLst>
                    <a:gs pos="0">
                      <a:srgbClr val="CCEFDD"/>
                    </a:gs>
                    <a:gs pos="100000">
                      <a:srgbClr val="4CC787"/>
                    </a:gs>
                  </a:gsLst>
                  <a:lin ang="5400000" scaled="0"/>
                </a:gradFill>
                <a:ln w="7600" cap="flat">
                  <a:solidFill>
                    <a:srgbClr val="00AF54"/>
                  </a:solidFill>
                  <a:bevel/>
                </a:ln>
              </p:spPr>
            </p:sp>
          </p:grpSp>
        </p:grpSp>
        <p:grpSp>
          <p:nvGrpSpPr>
            <p:cNvPr id="142" name="组合 141"/>
            <p:cNvGrpSpPr/>
            <p:nvPr/>
          </p:nvGrpSpPr>
          <p:grpSpPr>
            <a:xfrm>
              <a:off x="847996" y="3216200"/>
              <a:ext cx="934789" cy="1071600"/>
              <a:chOff x="847996" y="3216200"/>
              <a:chExt cx="934789" cy="1071600"/>
            </a:xfrm>
          </p:grpSpPr>
          <p:grpSp>
            <p:nvGrpSpPr>
              <p:cNvPr id="166" name="组合 165"/>
              <p:cNvGrpSpPr/>
              <p:nvPr/>
            </p:nvGrpSpPr>
            <p:grpSpPr>
              <a:xfrm>
                <a:off x="847996" y="3216200"/>
                <a:ext cx="934789" cy="912000"/>
                <a:chOff x="847996" y="3216200"/>
                <a:chExt cx="934789" cy="912000"/>
              </a:xfrm>
            </p:grpSpPr>
            <p:sp>
              <p:nvSpPr>
                <p:cNvPr id="170" name="任意多边形 169"/>
                <p:cNvSpPr/>
                <p:nvPr/>
              </p:nvSpPr>
              <p:spPr>
                <a:xfrm>
                  <a:off x="847997" y="3216200"/>
                  <a:ext cx="912000" cy="912000"/>
                </a:xfrm>
                <a:custGeom>
                  <a:avLst/>
                  <a:gdLst/>
                  <a:ahLst/>
                  <a:cxnLst/>
                  <a:rect l="0" t="0" r="0" b="0"/>
                  <a:pathLst>
                    <a:path w="912000" h="912000" stroke="0">
                      <a:moveTo>
                        <a:pt x="0" y="456000"/>
                      </a:moveTo>
                      <a:cubicBezTo>
                        <a:pt x="0" y="204159"/>
                        <a:pt x="204159" y="0"/>
                        <a:pt x="456000" y="0"/>
                      </a:cubicBezTo>
                      <a:cubicBezTo>
                        <a:pt x="707841" y="0"/>
                        <a:pt x="912000" y="204159"/>
                        <a:pt x="912000" y="456000"/>
                      </a:cubicBezTo>
                      <a:cubicBezTo>
                        <a:pt x="912000" y="707841"/>
                        <a:pt x="707841" y="912000"/>
                        <a:pt x="456000" y="912000"/>
                      </a:cubicBezTo>
                      <a:cubicBezTo>
                        <a:pt x="204159" y="912000"/>
                        <a:pt x="0" y="707841"/>
                        <a:pt x="0" y="456000"/>
                      </a:cubicBezTo>
                      <a:close/>
                    </a:path>
                  </a:pathLst>
                </a:custGeom>
                <a:gradFill>
                  <a:gsLst>
                    <a:gs pos="100000">
                      <a:srgbClr val="A395F3"/>
                    </a:gs>
                    <a:gs pos="50000">
                      <a:srgbClr val="7B68EE"/>
                    </a:gs>
                    <a:gs pos="0">
                      <a:srgbClr val="7B68EE"/>
                    </a:gs>
                  </a:gsLst>
                  <a:path path="shape">
                    <a:fillToRect l="50000" t="50000" r="50000" b="50000"/>
                  </a:path>
                </a:gradFill>
                <a:ln w="7600" cap="flat">
                  <a:solidFill>
                    <a:srgbClr val="7B68EE"/>
                  </a:solidFill>
                  <a:bevel/>
                </a:ln>
              </p:spPr>
            </p:sp>
            <p:sp>
              <p:nvSpPr>
                <p:cNvPr id="171" name="任意多边形 170"/>
                <p:cNvSpPr/>
                <p:nvPr/>
              </p:nvSpPr>
              <p:spPr>
                <a:xfrm>
                  <a:off x="853997" y="3672200"/>
                  <a:ext cx="900000" cy="456000"/>
                </a:xfrm>
                <a:custGeom>
                  <a:avLst/>
                  <a:gdLst/>
                  <a:ahLst/>
                  <a:cxnLst/>
                  <a:rect l="0" t="0" r="0" b="0"/>
                  <a:pathLst>
                    <a:path w="900000" h="456000" stroke="0">
                      <a:moveTo>
                        <a:pt x="0" y="0"/>
                      </a:moveTo>
                      <a:cubicBezTo>
                        <a:pt x="80596" y="63522"/>
                        <a:pt x="201472" y="127045"/>
                        <a:pt x="450000" y="127045"/>
                      </a:cubicBezTo>
                      <a:cubicBezTo>
                        <a:pt x="698530" y="127045"/>
                        <a:pt x="810449" y="74866"/>
                        <a:pt x="900000" y="0"/>
                      </a:cubicBezTo>
                      <a:cubicBezTo>
                        <a:pt x="900000" y="251843"/>
                        <a:pt x="698530" y="456000"/>
                        <a:pt x="450000" y="456000"/>
                      </a:cubicBezTo>
                      <a:cubicBezTo>
                        <a:pt x="201472" y="456000"/>
                        <a:pt x="0" y="251843"/>
                        <a:pt x="0" y="0"/>
                      </a:cubicBezTo>
                      <a:close/>
                    </a:path>
                  </a:pathLst>
                </a:custGeom>
                <a:gradFill>
                  <a:gsLst>
                    <a:gs pos="0">
                      <a:srgbClr val="7B68EE"/>
                    </a:gs>
                    <a:gs pos="50000">
                      <a:srgbClr val="8877F0"/>
                    </a:gs>
                    <a:gs pos="100000">
                      <a:srgbClr val="A092F3"/>
                    </a:gs>
                  </a:gsLst>
                  <a:lin ang="5400000" scaled="0"/>
                </a:gradFill>
                <a:ln w="7600" cap="flat">
                  <a:solidFill>
                    <a:srgbClr val="7B68EE"/>
                  </a:solidFill>
                  <a:bevel/>
                </a:ln>
              </p:spPr>
            </p:sp>
            <p:sp>
              <p:nvSpPr>
                <p:cNvPr id="172" name="任意多边形 171"/>
                <p:cNvSpPr/>
                <p:nvPr/>
              </p:nvSpPr>
              <p:spPr>
                <a:xfrm>
                  <a:off x="862217" y="3430110"/>
                  <a:ext cx="97875" cy="273375"/>
                </a:xfrm>
                <a:custGeom>
                  <a:avLst/>
                  <a:gdLst/>
                  <a:ahLst/>
                  <a:cxnLst/>
                  <a:rect l="0" t="0" r="0" b="0"/>
                  <a:pathLst>
                    <a:path w="97875" h="273375" stroke="0">
                      <a:moveTo>
                        <a:pt x="72179" y="-310"/>
                      </a:moveTo>
                      <a:cubicBezTo>
                        <a:pt x="-2220" y="107690"/>
                        <a:pt x="0" y="230826"/>
                        <a:pt x="0" y="230826"/>
                      </a:cubicBezTo>
                      <a:cubicBezTo>
                        <a:pt x="0" y="230826"/>
                        <a:pt x="36898" y="262198"/>
                        <a:pt x="65901" y="273375"/>
                      </a:cubicBezTo>
                      <a:cubicBezTo>
                        <a:pt x="51767" y="166020"/>
                        <a:pt x="97719" y="82360"/>
                        <a:pt x="97719" y="82360"/>
                      </a:cubicBezTo>
                      <a:cubicBezTo>
                        <a:pt x="97719" y="82360"/>
                        <a:pt x="62580" y="50090"/>
                        <a:pt x="72179" y="-310"/>
                      </a:cubicBezTo>
                      <a:close/>
                    </a:path>
                  </a:pathLst>
                </a:custGeom>
                <a:gradFill>
                  <a:gsLst>
                    <a:gs pos="0">
                      <a:srgbClr val="D7D2FA"/>
                    </a:gs>
                    <a:gs pos="100000">
                      <a:srgbClr val="A395F3"/>
                    </a:gs>
                  </a:gsLst>
                  <a:lin ang="2700000" scaled="0"/>
                </a:gradFill>
                <a:ln w="7600" cap="flat">
                  <a:solidFill>
                    <a:srgbClr val="7B68EE"/>
                  </a:solidFill>
                  <a:bevel/>
                </a:ln>
              </p:spPr>
            </p:sp>
            <p:sp>
              <p:nvSpPr>
                <p:cNvPr id="173" name="任意多边形 172"/>
                <p:cNvSpPr/>
                <p:nvPr/>
              </p:nvSpPr>
              <p:spPr>
                <a:xfrm>
                  <a:off x="1349642" y="3230905"/>
                  <a:ext cx="277500" cy="199875"/>
                </a:xfrm>
                <a:custGeom>
                  <a:avLst/>
                  <a:gdLst/>
                  <a:ahLst/>
                  <a:cxnLst/>
                  <a:rect l="0" t="0" r="0" b="0"/>
                  <a:pathLst>
                    <a:path w="277500" h="199875" stroke="0">
                      <a:moveTo>
                        <a:pt x="0" y="-304"/>
                      </a:moveTo>
                      <a:cubicBezTo>
                        <a:pt x="0" y="-304"/>
                        <a:pt x="30057" y="10105"/>
                        <a:pt x="35944" y="72554"/>
                      </a:cubicBezTo>
                      <a:cubicBezTo>
                        <a:pt x="168445" y="96415"/>
                        <a:pt x="244411" y="199875"/>
                        <a:pt x="244411" y="199875"/>
                      </a:cubicBezTo>
                      <a:cubicBezTo>
                        <a:pt x="244411" y="199875"/>
                        <a:pt x="269145" y="173887"/>
                        <a:pt x="277500" y="143251"/>
                      </a:cubicBezTo>
                      <a:cubicBezTo>
                        <a:pt x="159612" y="8926"/>
                        <a:pt x="0" y="-304"/>
                        <a:pt x="0" y="-304"/>
                      </a:cubicBezTo>
                      <a:close/>
                    </a:path>
                  </a:pathLst>
                </a:custGeom>
                <a:gradFill>
                  <a:gsLst>
                    <a:gs pos="0">
                      <a:srgbClr val="E5E1FC"/>
                    </a:gs>
                    <a:gs pos="50000">
                      <a:srgbClr val="B0A4F5"/>
                    </a:gs>
                  </a:gsLst>
                  <a:lin ang="8100000" scaled="0"/>
                </a:gradFill>
                <a:ln w="7600" cap="flat">
                  <a:solidFill>
                    <a:srgbClr val="7B68EE"/>
                  </a:solidFill>
                  <a:bevel/>
                </a:ln>
              </p:spPr>
            </p:sp>
            <p:sp>
              <p:nvSpPr>
                <p:cNvPr id="174" name="任意多边形 173"/>
                <p:cNvSpPr/>
                <p:nvPr/>
              </p:nvSpPr>
              <p:spPr>
                <a:xfrm>
                  <a:off x="1608331" y="3393306"/>
                  <a:ext cx="82125" cy="123750"/>
                </a:xfrm>
                <a:custGeom>
                  <a:avLst/>
                  <a:gdLst/>
                  <a:ahLst/>
                  <a:cxnLst/>
                  <a:rect l="0" t="0" r="0" b="0"/>
                  <a:pathLst>
                    <a:path w="82125" h="123750" stroke="0">
                      <a:moveTo>
                        <a:pt x="36455" y="-185"/>
                      </a:moveTo>
                      <a:cubicBezTo>
                        <a:pt x="36455" y="-185"/>
                        <a:pt x="17610" y="41056"/>
                        <a:pt x="0" y="54017"/>
                      </a:cubicBezTo>
                      <a:cubicBezTo>
                        <a:pt x="17613" y="74048"/>
                        <a:pt x="41162" y="123536"/>
                        <a:pt x="41166" y="123536"/>
                      </a:cubicBezTo>
                      <a:cubicBezTo>
                        <a:pt x="41162" y="123536"/>
                        <a:pt x="72600" y="93659"/>
                        <a:pt x="82125" y="70094"/>
                      </a:cubicBezTo>
                      <a:cubicBezTo>
                        <a:pt x="72600" y="41814"/>
                        <a:pt x="36455" y="-185"/>
                        <a:pt x="36455" y="-185"/>
                      </a:cubicBezTo>
                      <a:close/>
                    </a:path>
                  </a:pathLst>
                </a:custGeom>
                <a:gradFill>
                  <a:gsLst>
                    <a:gs pos="0">
                      <a:srgbClr val="E5E1FC"/>
                    </a:gs>
                    <a:gs pos="50000">
                      <a:srgbClr val="B0A4F5"/>
                    </a:gs>
                  </a:gsLst>
                  <a:lin ang="8100000" scaled="0"/>
                </a:gradFill>
                <a:ln w="7600" cap="flat">
                  <a:solidFill>
                    <a:srgbClr val="7B68EE"/>
                  </a:solidFill>
                  <a:bevel/>
                </a:ln>
              </p:spPr>
            </p:sp>
            <p:sp>
              <p:nvSpPr>
                <p:cNvPr id="175" name="任意多边形 174"/>
                <p:cNvSpPr/>
                <p:nvPr/>
              </p:nvSpPr>
              <p:spPr>
                <a:xfrm>
                  <a:off x="940067" y="3307964"/>
                  <a:ext cx="727860" cy="728472"/>
                </a:xfrm>
                <a:custGeom>
                  <a:avLst/>
                  <a:gdLst/>
                  <a:ahLst/>
                  <a:cxnLst/>
                  <a:rect l="0" t="0" r="0" b="0"/>
                  <a:pathLst>
                    <a:path w="727860" h="728472" stroke="0">
                      <a:moveTo>
                        <a:pt x="0" y="364236"/>
                      </a:moveTo>
                      <a:cubicBezTo>
                        <a:pt x="0" y="163031"/>
                        <a:pt x="162861" y="0"/>
                        <a:pt x="363930" y="0"/>
                      </a:cubicBezTo>
                      <a:cubicBezTo>
                        <a:pt x="564901" y="0"/>
                        <a:pt x="727860" y="163031"/>
                        <a:pt x="727860" y="364236"/>
                      </a:cubicBezTo>
                      <a:cubicBezTo>
                        <a:pt x="727860" y="565246"/>
                        <a:pt x="564901" y="728472"/>
                        <a:pt x="363930" y="728472"/>
                      </a:cubicBezTo>
                      <a:cubicBezTo>
                        <a:pt x="162861" y="728472"/>
                        <a:pt x="0" y="565246"/>
                        <a:pt x="0" y="364236"/>
                      </a:cubicBezTo>
                      <a:close/>
                    </a:path>
                  </a:pathLst>
                </a:custGeom>
                <a:solidFill>
                  <a:srgbClr val="FFFFFF">
                    <a:alpha val="40000"/>
                  </a:srgbClr>
                </a:solidFill>
                <a:ln w="7600" cap="flat">
                  <a:noFill/>
                  <a:bevel/>
                </a:ln>
              </p:spPr>
            </p:sp>
            <p:sp>
              <p:nvSpPr>
                <p:cNvPr id="176" name="任意多边形 175"/>
                <p:cNvSpPr/>
                <p:nvPr/>
              </p:nvSpPr>
              <p:spPr>
                <a:xfrm>
                  <a:off x="961015" y="3328928"/>
                  <a:ext cx="685962" cy="686544"/>
                </a:xfrm>
                <a:custGeom>
                  <a:avLst/>
                  <a:gdLst/>
                  <a:ahLst/>
                  <a:cxnLst/>
                  <a:rect l="0" t="0" r="0" b="0"/>
                  <a:pathLst>
                    <a:path w="685962" h="686544" stroke="0">
                      <a:moveTo>
                        <a:pt x="0" y="343271"/>
                      </a:moveTo>
                      <a:cubicBezTo>
                        <a:pt x="0" y="153647"/>
                        <a:pt x="153486" y="0"/>
                        <a:pt x="342981" y="0"/>
                      </a:cubicBezTo>
                      <a:cubicBezTo>
                        <a:pt x="532383" y="0"/>
                        <a:pt x="685962" y="153647"/>
                        <a:pt x="685962" y="343271"/>
                      </a:cubicBezTo>
                      <a:cubicBezTo>
                        <a:pt x="685962" y="532713"/>
                        <a:pt x="532383" y="686544"/>
                        <a:pt x="342981" y="686544"/>
                      </a:cubicBezTo>
                      <a:cubicBezTo>
                        <a:pt x="153486" y="686544"/>
                        <a:pt x="0" y="532713"/>
                        <a:pt x="0" y="343271"/>
                      </a:cubicBezTo>
                      <a:close/>
                    </a:path>
                  </a:pathLst>
                </a:custGeom>
                <a:solidFill>
                  <a:srgbClr val="FFFFFF"/>
                </a:solidFill>
                <a:ln w="7600" cap="flat">
                  <a:solidFill>
                    <a:srgbClr val="7B68EE"/>
                  </a:solidFill>
                  <a:bevel/>
                </a:ln>
              </p:spPr>
            </p:sp>
            <p:sp>
              <p:nvSpPr>
                <p:cNvPr id="177" name="Text 1258"/>
                <p:cNvSpPr txBox="1"/>
                <p:nvPr/>
              </p:nvSpPr>
              <p:spPr>
                <a:xfrm>
                  <a:off x="847996" y="3343880"/>
                  <a:ext cx="934789" cy="656640"/>
                </a:xfrm>
                <a:prstGeom prst="rect">
                  <a:avLst/>
                </a:prstGeom>
                <a:noFill/>
              </p:spPr>
              <p:txBody>
                <a:bodyPr wrap="square" lIns="36000" tIns="18000" rIns="36000" bIns="18000" rtlCol="0" anchor="ctr"/>
                <a:lstStyle/>
                <a:p>
                  <a:pPr algn="ctr"/>
                  <a:r>
                    <a:rPr sz="1200" dirty="0" err="1">
                      <a:solidFill>
                        <a:schemeClr val="bg1">
                          <a:lumMod val="50000"/>
                        </a:schemeClr>
                      </a:solidFill>
                      <a:latin typeface="微软雅黑" pitchFamily="34" charset="-122"/>
                      <a:ea typeface="微软雅黑" pitchFamily="34" charset="-122"/>
                    </a:rPr>
                    <a:t>微信</a:t>
                  </a:r>
                  <a:endParaRPr sz="1200" dirty="0">
                    <a:solidFill>
                      <a:schemeClr val="bg1">
                        <a:lumMod val="50000"/>
                      </a:schemeClr>
                    </a:solidFill>
                    <a:latin typeface="微软雅黑" pitchFamily="34" charset="-122"/>
                    <a:ea typeface="微软雅黑" pitchFamily="34" charset="-122"/>
                  </a:endParaRPr>
                </a:p>
                <a:p>
                  <a:pPr algn="ctr"/>
                  <a:r>
                    <a:rPr sz="1200" dirty="0" err="1">
                      <a:solidFill>
                        <a:schemeClr val="bg1">
                          <a:lumMod val="50000"/>
                        </a:schemeClr>
                      </a:solidFill>
                      <a:latin typeface="微软雅黑" pitchFamily="34" charset="-122"/>
                      <a:ea typeface="微软雅黑" pitchFamily="34" charset="-122"/>
                    </a:rPr>
                    <a:t>消息接口</a:t>
                  </a:r>
                  <a:endParaRPr sz="1200" dirty="0">
                    <a:solidFill>
                      <a:schemeClr val="bg1">
                        <a:lumMod val="50000"/>
                      </a:schemeClr>
                    </a:solidFill>
                    <a:latin typeface="微软雅黑" pitchFamily="34" charset="-122"/>
                    <a:ea typeface="微软雅黑" pitchFamily="34" charset="-122"/>
                  </a:endParaRPr>
                </a:p>
              </p:txBody>
            </p:sp>
          </p:grpSp>
          <p:grpSp>
            <p:nvGrpSpPr>
              <p:cNvPr id="167" name="组合 166"/>
              <p:cNvGrpSpPr/>
              <p:nvPr/>
            </p:nvGrpSpPr>
            <p:grpSpPr>
              <a:xfrm rot="3378594">
                <a:off x="1524397" y="4048400"/>
                <a:ext cx="228000" cy="250800"/>
                <a:chOff x="1524397" y="4048400"/>
                <a:chExt cx="228000" cy="250800"/>
              </a:xfrm>
            </p:grpSpPr>
            <p:sp>
              <p:nvSpPr>
                <p:cNvPr id="168" name="任意多边形 167"/>
                <p:cNvSpPr/>
                <p:nvPr/>
              </p:nvSpPr>
              <p:spPr>
                <a:xfrm>
                  <a:off x="1524397" y="4048400"/>
                  <a:ext cx="228000" cy="250800"/>
                </a:xfrm>
                <a:custGeom>
                  <a:avLst/>
                  <a:gdLst/>
                  <a:ahLst/>
                  <a:cxnLst/>
                  <a:rect l="0" t="0" r="0" b="0"/>
                  <a:pathLst>
                    <a:path w="228000" h="250800">
                      <a:moveTo>
                        <a:pt x="0" y="0"/>
                      </a:moveTo>
                      <a:lnTo>
                        <a:pt x="114000" y="125400"/>
                      </a:lnTo>
                      <a:lnTo>
                        <a:pt x="0" y="250800"/>
                      </a:lnTo>
                      <a:lnTo>
                        <a:pt x="114000" y="250800"/>
                      </a:lnTo>
                      <a:lnTo>
                        <a:pt x="228000" y="125400"/>
                      </a:lnTo>
                      <a:lnTo>
                        <a:pt x="114000" y="0"/>
                      </a:lnTo>
                      <a:lnTo>
                        <a:pt x="0" y="0"/>
                      </a:lnTo>
                      <a:close/>
                    </a:path>
                  </a:pathLst>
                </a:custGeom>
                <a:gradFill>
                  <a:gsLst>
                    <a:gs pos="0">
                      <a:srgbClr val="7B68EE"/>
                    </a:gs>
                    <a:gs pos="50000">
                      <a:srgbClr val="A395F3"/>
                    </a:gs>
                    <a:gs pos="100000">
                      <a:srgbClr val="7B68EE"/>
                    </a:gs>
                  </a:gsLst>
                  <a:lin ang="5400000" scaled="0"/>
                </a:gradFill>
                <a:ln w="7600" cap="flat">
                  <a:solidFill>
                    <a:srgbClr val="7B68EE"/>
                  </a:solidFill>
                  <a:bevel/>
                </a:ln>
              </p:spPr>
            </p:sp>
            <p:sp>
              <p:nvSpPr>
                <p:cNvPr id="169" name="任意多边形 168"/>
                <p:cNvSpPr/>
                <p:nvPr/>
              </p:nvSpPr>
              <p:spPr>
                <a:xfrm>
                  <a:off x="1539597" y="4056000"/>
                  <a:ext cx="182400" cy="95000"/>
                </a:xfrm>
                <a:custGeom>
                  <a:avLst/>
                  <a:gdLst/>
                  <a:ahLst/>
                  <a:cxnLst/>
                  <a:rect l="0" t="0" r="0" b="0"/>
                  <a:pathLst>
                    <a:path w="182400" h="95000" stroke="0">
                      <a:moveTo>
                        <a:pt x="0" y="0"/>
                      </a:moveTo>
                      <a:lnTo>
                        <a:pt x="91200" y="95000"/>
                      </a:lnTo>
                      <a:lnTo>
                        <a:pt x="182400" y="95000"/>
                      </a:lnTo>
                      <a:lnTo>
                        <a:pt x="91200" y="0"/>
                      </a:lnTo>
                      <a:lnTo>
                        <a:pt x="0" y="0"/>
                      </a:lnTo>
                      <a:close/>
                    </a:path>
                  </a:pathLst>
                </a:custGeom>
                <a:gradFill>
                  <a:gsLst>
                    <a:gs pos="0">
                      <a:srgbClr val="E5E1FC"/>
                    </a:gs>
                    <a:gs pos="100000">
                      <a:srgbClr val="A395F3"/>
                    </a:gs>
                  </a:gsLst>
                  <a:lin ang="5400000" scaled="0"/>
                </a:gradFill>
                <a:ln w="7600" cap="flat">
                  <a:noFill/>
                  <a:bevel/>
                </a:ln>
              </p:spPr>
            </p:sp>
          </p:grpSp>
        </p:grpSp>
        <p:grpSp>
          <p:nvGrpSpPr>
            <p:cNvPr id="143" name="组合 142"/>
            <p:cNvGrpSpPr/>
            <p:nvPr/>
          </p:nvGrpSpPr>
          <p:grpSpPr>
            <a:xfrm>
              <a:off x="1516797" y="4219400"/>
              <a:ext cx="912000" cy="912000"/>
              <a:chOff x="1516797" y="4219400"/>
              <a:chExt cx="912000" cy="912000"/>
            </a:xfrm>
          </p:grpSpPr>
          <p:grpSp>
            <p:nvGrpSpPr>
              <p:cNvPr id="154" name="组合 153"/>
              <p:cNvGrpSpPr/>
              <p:nvPr/>
            </p:nvGrpSpPr>
            <p:grpSpPr>
              <a:xfrm>
                <a:off x="1516797" y="4219400"/>
                <a:ext cx="912000" cy="912000"/>
                <a:chOff x="1516797" y="4219400"/>
                <a:chExt cx="912000" cy="912000"/>
              </a:xfrm>
            </p:grpSpPr>
            <p:sp>
              <p:nvSpPr>
                <p:cNvPr id="158" name="任意多边形 157"/>
                <p:cNvSpPr/>
                <p:nvPr/>
              </p:nvSpPr>
              <p:spPr>
                <a:xfrm>
                  <a:off x="1516797" y="4219400"/>
                  <a:ext cx="912000" cy="912000"/>
                </a:xfrm>
                <a:custGeom>
                  <a:avLst/>
                  <a:gdLst/>
                  <a:ahLst/>
                  <a:cxnLst/>
                  <a:rect l="0" t="0" r="0" b="0"/>
                  <a:pathLst>
                    <a:path w="912000" h="912000" stroke="0">
                      <a:moveTo>
                        <a:pt x="0" y="456000"/>
                      </a:moveTo>
                      <a:cubicBezTo>
                        <a:pt x="0" y="204159"/>
                        <a:pt x="204159" y="0"/>
                        <a:pt x="456000" y="0"/>
                      </a:cubicBezTo>
                      <a:cubicBezTo>
                        <a:pt x="707841" y="0"/>
                        <a:pt x="912000" y="204159"/>
                        <a:pt x="912000" y="456000"/>
                      </a:cubicBezTo>
                      <a:cubicBezTo>
                        <a:pt x="912000" y="707841"/>
                        <a:pt x="707841" y="912000"/>
                        <a:pt x="456000" y="912000"/>
                      </a:cubicBezTo>
                      <a:cubicBezTo>
                        <a:pt x="204159" y="912000"/>
                        <a:pt x="0" y="707841"/>
                        <a:pt x="0" y="456000"/>
                      </a:cubicBezTo>
                      <a:close/>
                    </a:path>
                  </a:pathLst>
                </a:custGeom>
                <a:gradFill>
                  <a:gsLst>
                    <a:gs pos="100000">
                      <a:srgbClr val="89A6FF"/>
                    </a:gs>
                    <a:gs pos="50000">
                      <a:srgbClr val="5780FF"/>
                    </a:gs>
                    <a:gs pos="0">
                      <a:srgbClr val="5780FF"/>
                    </a:gs>
                  </a:gsLst>
                  <a:path path="shape">
                    <a:fillToRect l="50000" t="50000" r="50000" b="50000"/>
                  </a:path>
                </a:gradFill>
                <a:ln w="7600" cap="flat">
                  <a:solidFill>
                    <a:srgbClr val="5780FF"/>
                  </a:solidFill>
                  <a:bevel/>
                </a:ln>
              </p:spPr>
            </p:sp>
            <p:sp>
              <p:nvSpPr>
                <p:cNvPr id="159" name="任意多边形 158"/>
                <p:cNvSpPr/>
                <p:nvPr/>
              </p:nvSpPr>
              <p:spPr>
                <a:xfrm>
                  <a:off x="1522797" y="4675400"/>
                  <a:ext cx="900000" cy="456000"/>
                </a:xfrm>
                <a:custGeom>
                  <a:avLst/>
                  <a:gdLst/>
                  <a:ahLst/>
                  <a:cxnLst/>
                  <a:rect l="0" t="0" r="0" b="0"/>
                  <a:pathLst>
                    <a:path w="900000" h="456000" stroke="0">
                      <a:moveTo>
                        <a:pt x="0" y="0"/>
                      </a:moveTo>
                      <a:cubicBezTo>
                        <a:pt x="80596" y="63522"/>
                        <a:pt x="201472" y="127045"/>
                        <a:pt x="450000" y="127045"/>
                      </a:cubicBezTo>
                      <a:cubicBezTo>
                        <a:pt x="698530" y="127045"/>
                        <a:pt x="810449" y="74866"/>
                        <a:pt x="900000" y="0"/>
                      </a:cubicBezTo>
                      <a:cubicBezTo>
                        <a:pt x="900000" y="251843"/>
                        <a:pt x="698530" y="456000"/>
                        <a:pt x="450000" y="456000"/>
                      </a:cubicBezTo>
                      <a:cubicBezTo>
                        <a:pt x="201472" y="456000"/>
                        <a:pt x="0" y="251843"/>
                        <a:pt x="0" y="0"/>
                      </a:cubicBezTo>
                      <a:close/>
                    </a:path>
                  </a:pathLst>
                </a:custGeom>
                <a:gradFill>
                  <a:gsLst>
                    <a:gs pos="0">
                      <a:srgbClr val="5780FF"/>
                    </a:gs>
                    <a:gs pos="50000">
                      <a:srgbClr val="688DFF"/>
                    </a:gs>
                    <a:gs pos="100000">
                      <a:srgbClr val="86A4FF"/>
                    </a:gs>
                  </a:gsLst>
                  <a:lin ang="5400000" scaled="0"/>
                </a:gradFill>
                <a:ln w="7600" cap="flat">
                  <a:solidFill>
                    <a:srgbClr val="5780FF"/>
                  </a:solidFill>
                  <a:bevel/>
                </a:ln>
              </p:spPr>
            </p:sp>
            <p:sp>
              <p:nvSpPr>
                <p:cNvPr id="160" name="任意多边形 159"/>
                <p:cNvSpPr/>
                <p:nvPr/>
              </p:nvSpPr>
              <p:spPr>
                <a:xfrm>
                  <a:off x="1531017" y="4433310"/>
                  <a:ext cx="97875" cy="273375"/>
                </a:xfrm>
                <a:custGeom>
                  <a:avLst/>
                  <a:gdLst/>
                  <a:ahLst/>
                  <a:cxnLst/>
                  <a:rect l="0" t="0" r="0" b="0"/>
                  <a:pathLst>
                    <a:path w="97875" h="273375" stroke="0">
                      <a:moveTo>
                        <a:pt x="72179" y="-310"/>
                      </a:moveTo>
                      <a:cubicBezTo>
                        <a:pt x="-2220" y="107690"/>
                        <a:pt x="0" y="230826"/>
                        <a:pt x="0" y="230826"/>
                      </a:cubicBezTo>
                      <a:cubicBezTo>
                        <a:pt x="0" y="230826"/>
                        <a:pt x="36898" y="262198"/>
                        <a:pt x="65901" y="273375"/>
                      </a:cubicBezTo>
                      <a:cubicBezTo>
                        <a:pt x="51767" y="166020"/>
                        <a:pt x="97719" y="82360"/>
                        <a:pt x="97719" y="82360"/>
                      </a:cubicBezTo>
                      <a:cubicBezTo>
                        <a:pt x="97719" y="82360"/>
                        <a:pt x="62580" y="50090"/>
                        <a:pt x="72179" y="-310"/>
                      </a:cubicBezTo>
                      <a:close/>
                    </a:path>
                  </a:pathLst>
                </a:custGeom>
                <a:gradFill>
                  <a:gsLst>
                    <a:gs pos="0">
                      <a:srgbClr val="CDD9FF"/>
                    </a:gs>
                    <a:gs pos="100000">
                      <a:srgbClr val="89A6FF"/>
                    </a:gs>
                  </a:gsLst>
                  <a:lin ang="2700000" scaled="0"/>
                </a:gradFill>
                <a:ln w="7600" cap="flat">
                  <a:solidFill>
                    <a:srgbClr val="5780FF"/>
                  </a:solidFill>
                  <a:bevel/>
                </a:ln>
              </p:spPr>
            </p:sp>
            <p:sp>
              <p:nvSpPr>
                <p:cNvPr id="161" name="任意多边形 160"/>
                <p:cNvSpPr/>
                <p:nvPr/>
              </p:nvSpPr>
              <p:spPr>
                <a:xfrm>
                  <a:off x="2018442" y="4234105"/>
                  <a:ext cx="277500" cy="199875"/>
                </a:xfrm>
                <a:custGeom>
                  <a:avLst/>
                  <a:gdLst/>
                  <a:ahLst/>
                  <a:cxnLst/>
                  <a:rect l="0" t="0" r="0" b="0"/>
                  <a:pathLst>
                    <a:path w="277500" h="199875" stroke="0">
                      <a:moveTo>
                        <a:pt x="0" y="-304"/>
                      </a:moveTo>
                      <a:cubicBezTo>
                        <a:pt x="0" y="-304"/>
                        <a:pt x="30057" y="10105"/>
                        <a:pt x="35944" y="72554"/>
                      </a:cubicBezTo>
                      <a:cubicBezTo>
                        <a:pt x="168445" y="96415"/>
                        <a:pt x="244411" y="199875"/>
                        <a:pt x="244411" y="199875"/>
                      </a:cubicBezTo>
                      <a:cubicBezTo>
                        <a:pt x="244411" y="199875"/>
                        <a:pt x="269145" y="173887"/>
                        <a:pt x="277500" y="143251"/>
                      </a:cubicBezTo>
                      <a:cubicBezTo>
                        <a:pt x="159612" y="8926"/>
                        <a:pt x="0" y="-304"/>
                        <a:pt x="0" y="-304"/>
                      </a:cubicBezTo>
                      <a:close/>
                    </a:path>
                  </a:pathLst>
                </a:custGeom>
                <a:gradFill>
                  <a:gsLst>
                    <a:gs pos="0">
                      <a:srgbClr val="DDE6FF"/>
                    </a:gs>
                    <a:gs pos="50000">
                      <a:srgbClr val="9AB3FF"/>
                    </a:gs>
                  </a:gsLst>
                  <a:lin ang="8100000" scaled="0"/>
                </a:gradFill>
                <a:ln w="7600" cap="flat">
                  <a:solidFill>
                    <a:srgbClr val="5780FF"/>
                  </a:solidFill>
                  <a:bevel/>
                </a:ln>
              </p:spPr>
            </p:sp>
            <p:sp>
              <p:nvSpPr>
                <p:cNvPr id="162" name="任意多边形 161"/>
                <p:cNvSpPr/>
                <p:nvPr/>
              </p:nvSpPr>
              <p:spPr>
                <a:xfrm>
                  <a:off x="2277131" y="4396506"/>
                  <a:ext cx="82125" cy="123750"/>
                </a:xfrm>
                <a:custGeom>
                  <a:avLst/>
                  <a:gdLst/>
                  <a:ahLst/>
                  <a:cxnLst/>
                  <a:rect l="0" t="0" r="0" b="0"/>
                  <a:pathLst>
                    <a:path w="82125" h="123750" stroke="0">
                      <a:moveTo>
                        <a:pt x="36455" y="-185"/>
                      </a:moveTo>
                      <a:cubicBezTo>
                        <a:pt x="36455" y="-185"/>
                        <a:pt x="17610" y="41056"/>
                        <a:pt x="0" y="54017"/>
                      </a:cubicBezTo>
                      <a:cubicBezTo>
                        <a:pt x="17613" y="74048"/>
                        <a:pt x="41162" y="123536"/>
                        <a:pt x="41166" y="123536"/>
                      </a:cubicBezTo>
                      <a:cubicBezTo>
                        <a:pt x="41162" y="123536"/>
                        <a:pt x="72600" y="93659"/>
                        <a:pt x="82125" y="70094"/>
                      </a:cubicBezTo>
                      <a:cubicBezTo>
                        <a:pt x="72600" y="41814"/>
                        <a:pt x="36455" y="-185"/>
                        <a:pt x="36455" y="-185"/>
                      </a:cubicBezTo>
                      <a:close/>
                    </a:path>
                  </a:pathLst>
                </a:custGeom>
                <a:gradFill>
                  <a:gsLst>
                    <a:gs pos="0">
                      <a:srgbClr val="DDE6FF"/>
                    </a:gs>
                    <a:gs pos="50000">
                      <a:srgbClr val="9AB3FF"/>
                    </a:gs>
                  </a:gsLst>
                  <a:lin ang="8100000" scaled="0"/>
                </a:gradFill>
                <a:ln w="7600" cap="flat">
                  <a:solidFill>
                    <a:srgbClr val="5780FF"/>
                  </a:solidFill>
                  <a:bevel/>
                </a:ln>
              </p:spPr>
            </p:sp>
            <p:sp>
              <p:nvSpPr>
                <p:cNvPr id="163" name="任意多边形 162"/>
                <p:cNvSpPr/>
                <p:nvPr/>
              </p:nvSpPr>
              <p:spPr>
                <a:xfrm>
                  <a:off x="1608867" y="4311164"/>
                  <a:ext cx="727860" cy="728472"/>
                </a:xfrm>
                <a:custGeom>
                  <a:avLst/>
                  <a:gdLst/>
                  <a:ahLst/>
                  <a:cxnLst/>
                  <a:rect l="0" t="0" r="0" b="0"/>
                  <a:pathLst>
                    <a:path w="727860" h="728472" stroke="0">
                      <a:moveTo>
                        <a:pt x="0" y="364236"/>
                      </a:moveTo>
                      <a:cubicBezTo>
                        <a:pt x="0" y="163031"/>
                        <a:pt x="162861" y="0"/>
                        <a:pt x="363930" y="0"/>
                      </a:cubicBezTo>
                      <a:cubicBezTo>
                        <a:pt x="564901" y="0"/>
                        <a:pt x="727860" y="163031"/>
                        <a:pt x="727860" y="364236"/>
                      </a:cubicBezTo>
                      <a:cubicBezTo>
                        <a:pt x="727860" y="565246"/>
                        <a:pt x="564901" y="728472"/>
                        <a:pt x="363930" y="728472"/>
                      </a:cubicBezTo>
                      <a:cubicBezTo>
                        <a:pt x="162861" y="728472"/>
                        <a:pt x="0" y="565246"/>
                        <a:pt x="0" y="364236"/>
                      </a:cubicBezTo>
                      <a:close/>
                    </a:path>
                  </a:pathLst>
                </a:custGeom>
                <a:solidFill>
                  <a:srgbClr val="FFFFFF">
                    <a:alpha val="40000"/>
                  </a:srgbClr>
                </a:solidFill>
                <a:ln w="7600" cap="flat">
                  <a:noFill/>
                  <a:bevel/>
                </a:ln>
              </p:spPr>
            </p:sp>
            <p:sp>
              <p:nvSpPr>
                <p:cNvPr id="164" name="任意多边形 163"/>
                <p:cNvSpPr/>
                <p:nvPr/>
              </p:nvSpPr>
              <p:spPr>
                <a:xfrm>
                  <a:off x="1629815" y="4332128"/>
                  <a:ext cx="685962" cy="686544"/>
                </a:xfrm>
                <a:custGeom>
                  <a:avLst/>
                  <a:gdLst/>
                  <a:ahLst/>
                  <a:cxnLst/>
                  <a:rect l="0" t="0" r="0" b="0"/>
                  <a:pathLst>
                    <a:path w="685962" h="686544" stroke="0">
                      <a:moveTo>
                        <a:pt x="0" y="343271"/>
                      </a:moveTo>
                      <a:cubicBezTo>
                        <a:pt x="0" y="153647"/>
                        <a:pt x="153486" y="0"/>
                        <a:pt x="342981" y="0"/>
                      </a:cubicBezTo>
                      <a:cubicBezTo>
                        <a:pt x="532383" y="0"/>
                        <a:pt x="685962" y="153647"/>
                        <a:pt x="685962" y="343271"/>
                      </a:cubicBezTo>
                      <a:cubicBezTo>
                        <a:pt x="685962" y="532713"/>
                        <a:pt x="532383" y="686544"/>
                        <a:pt x="342981" y="686544"/>
                      </a:cubicBezTo>
                      <a:cubicBezTo>
                        <a:pt x="153486" y="686544"/>
                        <a:pt x="0" y="532713"/>
                        <a:pt x="0" y="343271"/>
                      </a:cubicBezTo>
                      <a:close/>
                    </a:path>
                  </a:pathLst>
                </a:custGeom>
                <a:solidFill>
                  <a:srgbClr val="FFFFFF"/>
                </a:solidFill>
                <a:ln w="7600" cap="flat">
                  <a:solidFill>
                    <a:srgbClr val="5780FF"/>
                  </a:solidFill>
                  <a:bevel/>
                </a:ln>
              </p:spPr>
            </p:sp>
            <p:sp>
              <p:nvSpPr>
                <p:cNvPr id="165" name="Text 1259"/>
                <p:cNvSpPr txBox="1"/>
                <p:nvPr/>
              </p:nvSpPr>
              <p:spPr>
                <a:xfrm>
                  <a:off x="1644477" y="4347080"/>
                  <a:ext cx="656640" cy="656640"/>
                </a:xfrm>
                <a:prstGeom prst="rect">
                  <a:avLst/>
                </a:prstGeom>
                <a:noFill/>
              </p:spPr>
              <p:txBody>
                <a:bodyPr wrap="square" lIns="36000" tIns="18000" rIns="36000" bIns="18000" rtlCol="0" anchor="ctr"/>
                <a:lstStyle/>
                <a:p>
                  <a:pPr algn="ctr"/>
                  <a:r>
                    <a:rPr sz="1200" dirty="0" err="1">
                      <a:solidFill>
                        <a:schemeClr val="bg1">
                          <a:lumMod val="50000"/>
                        </a:schemeClr>
                      </a:solidFill>
                      <a:latin typeface="微软雅黑" pitchFamily="34" charset="-122"/>
                      <a:ea typeface="微软雅黑" pitchFamily="34" charset="-122"/>
                    </a:rPr>
                    <a:t>微信</a:t>
                  </a:r>
                  <a:endParaRPr sz="1200" dirty="0">
                    <a:solidFill>
                      <a:schemeClr val="bg1">
                        <a:lumMod val="50000"/>
                      </a:schemeClr>
                    </a:solidFill>
                    <a:latin typeface="微软雅黑" pitchFamily="34" charset="-122"/>
                    <a:ea typeface="微软雅黑" pitchFamily="34" charset="-122"/>
                  </a:endParaRPr>
                </a:p>
                <a:p>
                  <a:pPr algn="ctr"/>
                  <a:r>
                    <a:rPr sz="1200" dirty="0" err="1">
                      <a:solidFill>
                        <a:schemeClr val="bg1">
                          <a:lumMod val="50000"/>
                        </a:schemeClr>
                      </a:solidFill>
                      <a:latin typeface="微软雅黑" pitchFamily="34" charset="-122"/>
                      <a:ea typeface="微软雅黑" pitchFamily="34" charset="-122"/>
                    </a:rPr>
                    <a:t>js-sdk</a:t>
                  </a:r>
                  <a:endParaRPr sz="1200" dirty="0">
                    <a:solidFill>
                      <a:schemeClr val="bg1">
                        <a:lumMod val="50000"/>
                      </a:schemeClr>
                    </a:solidFill>
                    <a:latin typeface="微软雅黑" pitchFamily="34" charset="-122"/>
                    <a:ea typeface="微软雅黑" pitchFamily="34" charset="-122"/>
                  </a:endParaRPr>
                </a:p>
              </p:txBody>
            </p:sp>
          </p:grpSp>
          <p:grpSp>
            <p:nvGrpSpPr>
              <p:cNvPr id="155" name="组合 154"/>
              <p:cNvGrpSpPr/>
              <p:nvPr/>
            </p:nvGrpSpPr>
            <p:grpSpPr>
              <a:xfrm rot="3378594">
                <a:off x="2193197" y="5051600"/>
                <a:ext cx="228000" cy="250800"/>
                <a:chOff x="2193197" y="5051600"/>
                <a:chExt cx="228000" cy="250800"/>
              </a:xfrm>
            </p:grpSpPr>
            <p:sp>
              <p:nvSpPr>
                <p:cNvPr id="156" name="任意多边形 155"/>
                <p:cNvSpPr/>
                <p:nvPr/>
              </p:nvSpPr>
              <p:spPr>
                <a:xfrm>
                  <a:off x="2193197" y="5051600"/>
                  <a:ext cx="228000" cy="250800"/>
                </a:xfrm>
                <a:custGeom>
                  <a:avLst/>
                  <a:gdLst/>
                  <a:ahLst/>
                  <a:cxnLst/>
                  <a:rect l="0" t="0" r="0" b="0"/>
                  <a:pathLst>
                    <a:path w="228000" h="250800">
                      <a:moveTo>
                        <a:pt x="0" y="0"/>
                      </a:moveTo>
                      <a:lnTo>
                        <a:pt x="114000" y="125400"/>
                      </a:lnTo>
                      <a:lnTo>
                        <a:pt x="0" y="250800"/>
                      </a:lnTo>
                      <a:lnTo>
                        <a:pt x="114000" y="250800"/>
                      </a:lnTo>
                      <a:lnTo>
                        <a:pt x="228000" y="125400"/>
                      </a:lnTo>
                      <a:lnTo>
                        <a:pt x="114000" y="0"/>
                      </a:lnTo>
                      <a:lnTo>
                        <a:pt x="0" y="0"/>
                      </a:lnTo>
                      <a:close/>
                    </a:path>
                  </a:pathLst>
                </a:custGeom>
                <a:gradFill>
                  <a:gsLst>
                    <a:gs pos="0">
                      <a:srgbClr val="5780FF"/>
                    </a:gs>
                    <a:gs pos="50000">
                      <a:srgbClr val="89A6FF"/>
                    </a:gs>
                    <a:gs pos="100000">
                      <a:srgbClr val="5780FF"/>
                    </a:gs>
                  </a:gsLst>
                  <a:lin ang="5400000" scaled="0"/>
                </a:gradFill>
                <a:ln w="7600" cap="flat">
                  <a:solidFill>
                    <a:srgbClr val="5780FF"/>
                  </a:solidFill>
                  <a:bevel/>
                </a:ln>
              </p:spPr>
            </p:sp>
            <p:sp>
              <p:nvSpPr>
                <p:cNvPr id="157" name="任意多边形 156"/>
                <p:cNvSpPr/>
                <p:nvPr/>
              </p:nvSpPr>
              <p:spPr>
                <a:xfrm>
                  <a:off x="2208397" y="5059200"/>
                  <a:ext cx="182400" cy="95000"/>
                </a:xfrm>
                <a:custGeom>
                  <a:avLst/>
                  <a:gdLst/>
                  <a:ahLst/>
                  <a:cxnLst/>
                  <a:rect l="0" t="0" r="0" b="0"/>
                  <a:pathLst>
                    <a:path w="182400" h="95000" stroke="0">
                      <a:moveTo>
                        <a:pt x="0" y="0"/>
                      </a:moveTo>
                      <a:lnTo>
                        <a:pt x="91200" y="95000"/>
                      </a:lnTo>
                      <a:lnTo>
                        <a:pt x="182400" y="95000"/>
                      </a:lnTo>
                      <a:lnTo>
                        <a:pt x="91200" y="0"/>
                      </a:lnTo>
                      <a:lnTo>
                        <a:pt x="0" y="0"/>
                      </a:lnTo>
                      <a:close/>
                    </a:path>
                  </a:pathLst>
                </a:custGeom>
                <a:gradFill>
                  <a:gsLst>
                    <a:gs pos="0">
                      <a:srgbClr val="DDE6FF"/>
                    </a:gs>
                    <a:gs pos="100000">
                      <a:srgbClr val="89A6FF"/>
                    </a:gs>
                  </a:gsLst>
                  <a:lin ang="5400000" scaled="0"/>
                </a:gradFill>
                <a:ln w="7600" cap="flat">
                  <a:solidFill>
                    <a:srgbClr val="5780FF"/>
                  </a:solidFill>
                  <a:bevel/>
                </a:ln>
              </p:spPr>
            </p:sp>
          </p:grpSp>
        </p:grpSp>
        <p:grpSp>
          <p:nvGrpSpPr>
            <p:cNvPr id="144" name="组合 143"/>
            <p:cNvGrpSpPr/>
            <p:nvPr/>
          </p:nvGrpSpPr>
          <p:grpSpPr>
            <a:xfrm>
              <a:off x="2185597" y="5222600"/>
              <a:ext cx="912000" cy="912000"/>
              <a:chOff x="2185597" y="5222600"/>
              <a:chExt cx="912000" cy="912000"/>
            </a:xfrm>
          </p:grpSpPr>
          <p:grpSp>
            <p:nvGrpSpPr>
              <p:cNvPr id="145" name="组合 144"/>
              <p:cNvGrpSpPr/>
              <p:nvPr/>
            </p:nvGrpSpPr>
            <p:grpSpPr>
              <a:xfrm>
                <a:off x="2185597" y="5222600"/>
                <a:ext cx="912000" cy="912000"/>
                <a:chOff x="2185597" y="5222600"/>
                <a:chExt cx="912000" cy="912000"/>
              </a:xfrm>
            </p:grpSpPr>
            <p:sp>
              <p:nvSpPr>
                <p:cNvPr id="146" name="任意多边形 145"/>
                <p:cNvSpPr/>
                <p:nvPr/>
              </p:nvSpPr>
              <p:spPr>
                <a:xfrm>
                  <a:off x="2185597" y="5222600"/>
                  <a:ext cx="912000" cy="912000"/>
                </a:xfrm>
                <a:custGeom>
                  <a:avLst/>
                  <a:gdLst/>
                  <a:ahLst/>
                  <a:cxnLst/>
                  <a:rect l="0" t="0" r="0" b="0"/>
                  <a:pathLst>
                    <a:path w="912000" h="912000" stroke="0">
                      <a:moveTo>
                        <a:pt x="0" y="456000"/>
                      </a:moveTo>
                      <a:cubicBezTo>
                        <a:pt x="0" y="204159"/>
                        <a:pt x="204159" y="0"/>
                        <a:pt x="456000" y="0"/>
                      </a:cubicBezTo>
                      <a:cubicBezTo>
                        <a:pt x="707841" y="0"/>
                        <a:pt x="912000" y="204159"/>
                        <a:pt x="912000" y="456000"/>
                      </a:cubicBezTo>
                      <a:cubicBezTo>
                        <a:pt x="912000" y="707841"/>
                        <a:pt x="707841" y="912000"/>
                        <a:pt x="456000" y="912000"/>
                      </a:cubicBezTo>
                      <a:cubicBezTo>
                        <a:pt x="204159" y="912000"/>
                        <a:pt x="0" y="707841"/>
                        <a:pt x="0" y="456000"/>
                      </a:cubicBezTo>
                      <a:close/>
                    </a:path>
                  </a:pathLst>
                </a:custGeom>
                <a:gradFill>
                  <a:gsLst>
                    <a:gs pos="100000">
                      <a:srgbClr val="E5C063"/>
                    </a:gs>
                    <a:gs pos="50000">
                      <a:srgbClr val="DAA520"/>
                    </a:gs>
                    <a:gs pos="0">
                      <a:srgbClr val="DAA520"/>
                    </a:gs>
                  </a:gsLst>
                  <a:path path="shape">
                    <a:fillToRect l="50000" t="50000" r="50000" b="50000"/>
                  </a:path>
                </a:gradFill>
                <a:ln w="7600" cap="flat">
                  <a:solidFill>
                    <a:srgbClr val="DAA520"/>
                  </a:solidFill>
                  <a:bevel/>
                </a:ln>
              </p:spPr>
            </p:sp>
            <p:sp>
              <p:nvSpPr>
                <p:cNvPr id="147" name="任意多边形 146"/>
                <p:cNvSpPr/>
                <p:nvPr/>
              </p:nvSpPr>
              <p:spPr>
                <a:xfrm>
                  <a:off x="2191597" y="5678600"/>
                  <a:ext cx="900000" cy="456000"/>
                </a:xfrm>
                <a:custGeom>
                  <a:avLst/>
                  <a:gdLst/>
                  <a:ahLst/>
                  <a:cxnLst/>
                  <a:rect l="0" t="0" r="0" b="0"/>
                  <a:pathLst>
                    <a:path w="900000" h="456000" stroke="0">
                      <a:moveTo>
                        <a:pt x="0" y="0"/>
                      </a:moveTo>
                      <a:cubicBezTo>
                        <a:pt x="80596" y="63522"/>
                        <a:pt x="201472" y="127045"/>
                        <a:pt x="450000" y="127045"/>
                      </a:cubicBezTo>
                      <a:cubicBezTo>
                        <a:pt x="698530" y="127045"/>
                        <a:pt x="810449" y="74866"/>
                        <a:pt x="900000" y="0"/>
                      </a:cubicBezTo>
                      <a:cubicBezTo>
                        <a:pt x="900000" y="251843"/>
                        <a:pt x="698530" y="456000"/>
                        <a:pt x="450000" y="456000"/>
                      </a:cubicBezTo>
                      <a:cubicBezTo>
                        <a:pt x="201472" y="456000"/>
                        <a:pt x="0" y="251843"/>
                        <a:pt x="0" y="0"/>
                      </a:cubicBezTo>
                      <a:close/>
                    </a:path>
                  </a:pathLst>
                </a:custGeom>
                <a:gradFill>
                  <a:gsLst>
                    <a:gs pos="0">
                      <a:srgbClr val="DAA520"/>
                    </a:gs>
                    <a:gs pos="50000">
                      <a:srgbClr val="DEAE36"/>
                    </a:gs>
                    <a:gs pos="100000">
                      <a:srgbClr val="E4BE5E"/>
                    </a:gs>
                  </a:gsLst>
                  <a:lin ang="5400000" scaled="0"/>
                </a:gradFill>
                <a:ln w="7600" cap="flat">
                  <a:solidFill>
                    <a:srgbClr val="DAA520"/>
                  </a:solidFill>
                  <a:bevel/>
                </a:ln>
              </p:spPr>
            </p:sp>
            <p:sp>
              <p:nvSpPr>
                <p:cNvPr id="148" name="任意多边形 147"/>
                <p:cNvSpPr/>
                <p:nvPr/>
              </p:nvSpPr>
              <p:spPr>
                <a:xfrm>
                  <a:off x="2199817" y="5436510"/>
                  <a:ext cx="97875" cy="273375"/>
                </a:xfrm>
                <a:custGeom>
                  <a:avLst/>
                  <a:gdLst/>
                  <a:ahLst/>
                  <a:cxnLst/>
                  <a:rect l="0" t="0" r="0" b="0"/>
                  <a:pathLst>
                    <a:path w="97875" h="273375" stroke="0">
                      <a:moveTo>
                        <a:pt x="72179" y="-310"/>
                      </a:moveTo>
                      <a:cubicBezTo>
                        <a:pt x="-2220" y="107690"/>
                        <a:pt x="0" y="230826"/>
                        <a:pt x="0" y="230826"/>
                      </a:cubicBezTo>
                      <a:cubicBezTo>
                        <a:pt x="0" y="230826"/>
                        <a:pt x="36898" y="262198"/>
                        <a:pt x="65901" y="273375"/>
                      </a:cubicBezTo>
                      <a:cubicBezTo>
                        <a:pt x="51767" y="166020"/>
                        <a:pt x="97719" y="82360"/>
                        <a:pt x="97719" y="82360"/>
                      </a:cubicBezTo>
                      <a:cubicBezTo>
                        <a:pt x="97719" y="82360"/>
                        <a:pt x="62580" y="50090"/>
                        <a:pt x="72179" y="-310"/>
                      </a:cubicBezTo>
                      <a:close/>
                    </a:path>
                  </a:pathLst>
                </a:custGeom>
                <a:gradFill>
                  <a:gsLst>
                    <a:gs pos="0">
                      <a:srgbClr val="F4E4BC"/>
                    </a:gs>
                    <a:gs pos="100000">
                      <a:srgbClr val="E5C063"/>
                    </a:gs>
                  </a:gsLst>
                  <a:lin ang="2700000" scaled="0"/>
                </a:gradFill>
                <a:ln w="7600" cap="flat">
                  <a:solidFill>
                    <a:srgbClr val="DAA520"/>
                  </a:solidFill>
                  <a:bevel/>
                </a:ln>
              </p:spPr>
            </p:sp>
            <p:sp>
              <p:nvSpPr>
                <p:cNvPr id="149" name="任意多边形 148"/>
                <p:cNvSpPr/>
                <p:nvPr/>
              </p:nvSpPr>
              <p:spPr>
                <a:xfrm>
                  <a:off x="2687242" y="5237305"/>
                  <a:ext cx="277500" cy="199875"/>
                </a:xfrm>
                <a:custGeom>
                  <a:avLst/>
                  <a:gdLst/>
                  <a:ahLst/>
                  <a:cxnLst/>
                  <a:rect l="0" t="0" r="0" b="0"/>
                  <a:pathLst>
                    <a:path w="277500" h="199875" stroke="0">
                      <a:moveTo>
                        <a:pt x="0" y="-304"/>
                      </a:moveTo>
                      <a:cubicBezTo>
                        <a:pt x="0" y="-304"/>
                        <a:pt x="30057" y="10105"/>
                        <a:pt x="35944" y="72554"/>
                      </a:cubicBezTo>
                      <a:cubicBezTo>
                        <a:pt x="168445" y="96415"/>
                        <a:pt x="244411" y="199875"/>
                        <a:pt x="244411" y="199875"/>
                      </a:cubicBezTo>
                      <a:cubicBezTo>
                        <a:pt x="244411" y="199875"/>
                        <a:pt x="269145" y="173887"/>
                        <a:pt x="277500" y="143251"/>
                      </a:cubicBezTo>
                      <a:cubicBezTo>
                        <a:pt x="159612" y="8926"/>
                        <a:pt x="0" y="-304"/>
                        <a:pt x="0" y="-304"/>
                      </a:cubicBezTo>
                      <a:close/>
                    </a:path>
                  </a:pathLst>
                </a:custGeom>
                <a:gradFill>
                  <a:gsLst>
                    <a:gs pos="0">
                      <a:srgbClr val="F8EDD2"/>
                    </a:gs>
                    <a:gs pos="50000">
                      <a:srgbClr val="E9C979"/>
                    </a:gs>
                  </a:gsLst>
                  <a:lin ang="8100000" scaled="0"/>
                </a:gradFill>
                <a:ln w="7600" cap="flat">
                  <a:solidFill>
                    <a:srgbClr val="DAA520"/>
                  </a:solidFill>
                  <a:bevel/>
                </a:ln>
              </p:spPr>
            </p:sp>
            <p:sp>
              <p:nvSpPr>
                <p:cNvPr id="150" name="任意多边形 149"/>
                <p:cNvSpPr/>
                <p:nvPr/>
              </p:nvSpPr>
              <p:spPr>
                <a:xfrm>
                  <a:off x="2945931" y="5399706"/>
                  <a:ext cx="82125" cy="123750"/>
                </a:xfrm>
                <a:custGeom>
                  <a:avLst/>
                  <a:gdLst/>
                  <a:ahLst/>
                  <a:cxnLst/>
                  <a:rect l="0" t="0" r="0" b="0"/>
                  <a:pathLst>
                    <a:path w="82125" h="123750" stroke="0">
                      <a:moveTo>
                        <a:pt x="36455" y="-185"/>
                      </a:moveTo>
                      <a:cubicBezTo>
                        <a:pt x="36455" y="-185"/>
                        <a:pt x="17610" y="41056"/>
                        <a:pt x="0" y="54017"/>
                      </a:cubicBezTo>
                      <a:cubicBezTo>
                        <a:pt x="17613" y="74048"/>
                        <a:pt x="41162" y="123536"/>
                        <a:pt x="41166" y="123536"/>
                      </a:cubicBezTo>
                      <a:cubicBezTo>
                        <a:pt x="41162" y="123536"/>
                        <a:pt x="72600" y="93659"/>
                        <a:pt x="82125" y="70094"/>
                      </a:cubicBezTo>
                      <a:cubicBezTo>
                        <a:pt x="72600" y="41814"/>
                        <a:pt x="36455" y="-185"/>
                        <a:pt x="36455" y="-185"/>
                      </a:cubicBezTo>
                      <a:close/>
                    </a:path>
                  </a:pathLst>
                </a:custGeom>
                <a:gradFill>
                  <a:gsLst>
                    <a:gs pos="0">
                      <a:srgbClr val="F8EDD2"/>
                    </a:gs>
                    <a:gs pos="50000">
                      <a:srgbClr val="E9C979"/>
                    </a:gs>
                  </a:gsLst>
                  <a:lin ang="8100000" scaled="0"/>
                </a:gradFill>
                <a:ln w="7600" cap="flat">
                  <a:solidFill>
                    <a:srgbClr val="DAA520"/>
                  </a:solidFill>
                  <a:bevel/>
                </a:ln>
              </p:spPr>
            </p:sp>
            <p:sp>
              <p:nvSpPr>
                <p:cNvPr id="151" name="任意多边形 150"/>
                <p:cNvSpPr/>
                <p:nvPr/>
              </p:nvSpPr>
              <p:spPr>
                <a:xfrm>
                  <a:off x="2277667" y="5314364"/>
                  <a:ext cx="727860" cy="728472"/>
                </a:xfrm>
                <a:custGeom>
                  <a:avLst/>
                  <a:gdLst/>
                  <a:ahLst/>
                  <a:cxnLst/>
                  <a:rect l="0" t="0" r="0" b="0"/>
                  <a:pathLst>
                    <a:path w="727860" h="728472" stroke="0">
                      <a:moveTo>
                        <a:pt x="0" y="364236"/>
                      </a:moveTo>
                      <a:cubicBezTo>
                        <a:pt x="0" y="163031"/>
                        <a:pt x="162861" y="0"/>
                        <a:pt x="363930" y="0"/>
                      </a:cubicBezTo>
                      <a:cubicBezTo>
                        <a:pt x="564901" y="0"/>
                        <a:pt x="727860" y="163031"/>
                        <a:pt x="727860" y="364236"/>
                      </a:cubicBezTo>
                      <a:cubicBezTo>
                        <a:pt x="727860" y="565246"/>
                        <a:pt x="564901" y="728472"/>
                        <a:pt x="363930" y="728472"/>
                      </a:cubicBezTo>
                      <a:cubicBezTo>
                        <a:pt x="162861" y="728472"/>
                        <a:pt x="0" y="565246"/>
                        <a:pt x="0" y="364236"/>
                      </a:cubicBezTo>
                      <a:close/>
                    </a:path>
                  </a:pathLst>
                </a:custGeom>
                <a:solidFill>
                  <a:srgbClr val="FFFFFF">
                    <a:alpha val="40000"/>
                  </a:srgbClr>
                </a:solidFill>
                <a:ln w="7600" cap="flat">
                  <a:noFill/>
                  <a:bevel/>
                </a:ln>
              </p:spPr>
            </p:sp>
            <p:sp>
              <p:nvSpPr>
                <p:cNvPr id="152" name="任意多边形 151"/>
                <p:cNvSpPr/>
                <p:nvPr/>
              </p:nvSpPr>
              <p:spPr>
                <a:xfrm>
                  <a:off x="2298615" y="5335328"/>
                  <a:ext cx="685962" cy="686544"/>
                </a:xfrm>
                <a:custGeom>
                  <a:avLst/>
                  <a:gdLst/>
                  <a:ahLst/>
                  <a:cxnLst/>
                  <a:rect l="0" t="0" r="0" b="0"/>
                  <a:pathLst>
                    <a:path w="685962" h="686544" stroke="0">
                      <a:moveTo>
                        <a:pt x="0" y="343271"/>
                      </a:moveTo>
                      <a:cubicBezTo>
                        <a:pt x="0" y="153647"/>
                        <a:pt x="153486" y="0"/>
                        <a:pt x="342981" y="0"/>
                      </a:cubicBezTo>
                      <a:cubicBezTo>
                        <a:pt x="532383" y="0"/>
                        <a:pt x="685962" y="153647"/>
                        <a:pt x="685962" y="343271"/>
                      </a:cubicBezTo>
                      <a:cubicBezTo>
                        <a:pt x="685962" y="532713"/>
                        <a:pt x="532383" y="686544"/>
                        <a:pt x="342981" y="686544"/>
                      </a:cubicBezTo>
                      <a:cubicBezTo>
                        <a:pt x="153486" y="686544"/>
                        <a:pt x="0" y="532713"/>
                        <a:pt x="0" y="343271"/>
                      </a:cubicBezTo>
                      <a:close/>
                    </a:path>
                  </a:pathLst>
                </a:custGeom>
                <a:solidFill>
                  <a:srgbClr val="FFFFFF"/>
                </a:solidFill>
                <a:ln w="7600" cap="flat">
                  <a:solidFill>
                    <a:srgbClr val="DAA520"/>
                  </a:solidFill>
                  <a:bevel/>
                </a:ln>
              </p:spPr>
            </p:sp>
            <p:sp>
              <p:nvSpPr>
                <p:cNvPr id="153" name="Text 1260"/>
                <p:cNvSpPr txBox="1"/>
                <p:nvPr/>
              </p:nvSpPr>
              <p:spPr>
                <a:xfrm>
                  <a:off x="2220174" y="5300558"/>
                  <a:ext cx="842843" cy="656640"/>
                </a:xfrm>
                <a:prstGeom prst="rect">
                  <a:avLst/>
                </a:prstGeom>
                <a:noFill/>
              </p:spPr>
              <p:txBody>
                <a:bodyPr wrap="square" lIns="36000" tIns="18000" rIns="36000" bIns="18000" rtlCol="0" anchor="ctr"/>
                <a:lstStyle/>
                <a:p>
                  <a:pPr algn="ctr"/>
                  <a:r>
                    <a:rPr sz="1200" dirty="0" err="1">
                      <a:solidFill>
                        <a:schemeClr val="bg1">
                          <a:lumMod val="50000"/>
                        </a:schemeClr>
                      </a:solidFill>
                      <a:latin typeface="微软雅黑" pitchFamily="34" charset="-122"/>
                      <a:ea typeface="微软雅黑" pitchFamily="34" charset="-122"/>
                    </a:rPr>
                    <a:t>微信</a:t>
                  </a:r>
                  <a:endParaRPr sz="1200" dirty="0">
                    <a:solidFill>
                      <a:schemeClr val="bg1">
                        <a:lumMod val="50000"/>
                      </a:schemeClr>
                    </a:solidFill>
                    <a:latin typeface="微软雅黑" pitchFamily="34" charset="-122"/>
                    <a:ea typeface="微软雅黑" pitchFamily="34" charset="-122"/>
                  </a:endParaRPr>
                </a:p>
                <a:p>
                  <a:pPr algn="ctr"/>
                  <a:r>
                    <a:rPr sz="1200" dirty="0" err="1">
                      <a:solidFill>
                        <a:schemeClr val="bg1">
                          <a:lumMod val="50000"/>
                        </a:schemeClr>
                      </a:solidFill>
                      <a:latin typeface="微软雅黑" pitchFamily="34" charset="-122"/>
                      <a:ea typeface="微软雅黑" pitchFamily="34" charset="-122"/>
                    </a:rPr>
                    <a:t>网页授权</a:t>
                  </a:r>
                  <a:endParaRPr sz="1200" dirty="0">
                    <a:solidFill>
                      <a:schemeClr val="bg1">
                        <a:lumMod val="50000"/>
                      </a:schemeClr>
                    </a:solidFill>
                    <a:latin typeface="微软雅黑" pitchFamily="34" charset="-122"/>
                    <a:ea typeface="微软雅黑" pitchFamily="34" charset="-122"/>
                  </a:endParaRPr>
                </a:p>
              </p:txBody>
            </p:sp>
          </p:grpSp>
        </p:grpSp>
      </p:grpSp>
      <p:grpSp>
        <p:nvGrpSpPr>
          <p:cNvPr id="202" name="Arrow loop circle"/>
          <p:cNvGrpSpPr/>
          <p:nvPr/>
        </p:nvGrpSpPr>
        <p:grpSpPr>
          <a:xfrm>
            <a:off x="5619808" y="3319528"/>
            <a:ext cx="1261600" cy="1261600"/>
            <a:chOff x="5742397" y="3231400"/>
            <a:chExt cx="1261600" cy="1261600"/>
          </a:xfrm>
        </p:grpSpPr>
        <p:grpSp>
          <p:nvGrpSpPr>
            <p:cNvPr id="203" name="组合 202"/>
            <p:cNvGrpSpPr/>
            <p:nvPr/>
          </p:nvGrpSpPr>
          <p:grpSpPr>
            <a:xfrm>
              <a:off x="5339597" y="1635400"/>
              <a:ext cx="2067200" cy="2067200"/>
              <a:chOff x="5339597" y="1635400"/>
              <a:chExt cx="2067200" cy="2067200"/>
            </a:xfrm>
          </p:grpSpPr>
          <p:grpSp>
            <p:nvGrpSpPr>
              <p:cNvPr id="224" name="Circle"/>
              <p:cNvGrpSpPr/>
              <p:nvPr/>
            </p:nvGrpSpPr>
            <p:grpSpPr>
              <a:xfrm>
                <a:off x="5339597" y="1635400"/>
                <a:ext cx="2067200" cy="2067200"/>
                <a:chOff x="5339597" y="1635400"/>
                <a:chExt cx="2067200" cy="2067200"/>
              </a:xfrm>
            </p:grpSpPr>
            <p:sp>
              <p:nvSpPr>
                <p:cNvPr id="225" name="任意多边形 224"/>
                <p:cNvSpPr/>
                <p:nvPr/>
              </p:nvSpPr>
              <p:spPr>
                <a:xfrm>
                  <a:off x="5339597" y="1635400"/>
                  <a:ext cx="2067200" cy="2067200"/>
                </a:xfrm>
                <a:custGeom>
                  <a:avLst/>
                  <a:gdLst/>
                  <a:ahLst/>
                  <a:cxnLst/>
                  <a:rect l="0" t="0" r="0" b="0"/>
                  <a:pathLst>
                    <a:path w="2067200" h="2067200" stroke="0">
                      <a:moveTo>
                        <a:pt x="0" y="1033600"/>
                      </a:moveTo>
                      <a:cubicBezTo>
                        <a:pt x="0" y="462759"/>
                        <a:pt x="462759" y="0"/>
                        <a:pt x="1033600" y="0"/>
                      </a:cubicBezTo>
                      <a:cubicBezTo>
                        <a:pt x="1604444" y="0"/>
                        <a:pt x="2067200" y="462759"/>
                        <a:pt x="2067200" y="1033600"/>
                      </a:cubicBezTo>
                      <a:cubicBezTo>
                        <a:pt x="2067200" y="1604444"/>
                        <a:pt x="1604444" y="2067200"/>
                        <a:pt x="1033600" y="2067200"/>
                      </a:cubicBezTo>
                      <a:cubicBezTo>
                        <a:pt x="462759" y="2067200"/>
                        <a:pt x="0" y="1604444"/>
                        <a:pt x="0" y="1033600"/>
                      </a:cubicBezTo>
                      <a:close/>
                    </a:path>
                  </a:pathLst>
                </a:custGeom>
                <a:gradFill>
                  <a:gsLst>
                    <a:gs pos="100000">
                      <a:srgbClr val="FF927E"/>
                    </a:gs>
                    <a:gs pos="50000">
                      <a:srgbClr val="FF6347"/>
                    </a:gs>
                    <a:gs pos="0">
                      <a:srgbClr val="FF6347"/>
                    </a:gs>
                  </a:gsLst>
                  <a:path path="shape">
                    <a:fillToRect l="50000" t="50000" r="50000" b="50000"/>
                  </a:path>
                </a:gradFill>
                <a:ln w="7600" cap="flat">
                  <a:solidFill>
                    <a:srgbClr val="DAA520"/>
                  </a:solidFill>
                  <a:bevel/>
                </a:ln>
              </p:spPr>
            </p:sp>
            <p:sp>
              <p:nvSpPr>
                <p:cNvPr id="226" name="任意多边形 225"/>
                <p:cNvSpPr/>
                <p:nvPr/>
              </p:nvSpPr>
              <p:spPr>
                <a:xfrm>
                  <a:off x="5353193" y="2669000"/>
                  <a:ext cx="2040000" cy="1033600"/>
                </a:xfrm>
                <a:custGeom>
                  <a:avLst/>
                  <a:gdLst/>
                  <a:ahLst/>
                  <a:cxnLst/>
                  <a:rect l="0" t="0" r="0" b="0"/>
                  <a:pathLst>
                    <a:path w="2040000" h="1033600" stroke="0">
                      <a:moveTo>
                        <a:pt x="0" y="0"/>
                      </a:moveTo>
                      <a:cubicBezTo>
                        <a:pt x="182685" y="143984"/>
                        <a:pt x="456670" y="287969"/>
                        <a:pt x="1020004" y="287969"/>
                      </a:cubicBezTo>
                      <a:cubicBezTo>
                        <a:pt x="1583331" y="287969"/>
                        <a:pt x="1837011" y="169695"/>
                        <a:pt x="2040000" y="0"/>
                      </a:cubicBezTo>
                      <a:cubicBezTo>
                        <a:pt x="2040000" y="570846"/>
                        <a:pt x="1583331" y="1033600"/>
                        <a:pt x="1020004" y="1033600"/>
                      </a:cubicBezTo>
                      <a:cubicBezTo>
                        <a:pt x="456670" y="1033600"/>
                        <a:pt x="0" y="570846"/>
                        <a:pt x="0" y="0"/>
                      </a:cubicBezTo>
                      <a:close/>
                    </a:path>
                  </a:pathLst>
                </a:custGeom>
                <a:gradFill>
                  <a:gsLst>
                    <a:gs pos="0">
                      <a:srgbClr val="FF6347"/>
                    </a:gs>
                    <a:gs pos="50000">
                      <a:srgbClr val="FF7359"/>
                    </a:gs>
                    <a:gs pos="100000">
                      <a:srgbClr val="FF8F7B"/>
                    </a:gs>
                  </a:gsLst>
                  <a:lin ang="5400000" scaled="0"/>
                </a:gradFill>
                <a:ln w="7600" cap="flat">
                  <a:solidFill>
                    <a:srgbClr val="DAA520"/>
                  </a:solidFill>
                  <a:bevel/>
                </a:ln>
              </p:spPr>
            </p:sp>
            <p:sp>
              <p:nvSpPr>
                <p:cNvPr id="227" name="任意多边形 226"/>
                <p:cNvSpPr/>
                <p:nvPr/>
              </p:nvSpPr>
              <p:spPr>
                <a:xfrm>
                  <a:off x="5371829" y="2120262"/>
                  <a:ext cx="221850" cy="619649"/>
                </a:xfrm>
                <a:custGeom>
                  <a:avLst/>
                  <a:gdLst/>
                  <a:ahLst/>
                  <a:cxnLst/>
                  <a:rect l="0" t="0" r="0" b="0"/>
                  <a:pathLst>
                    <a:path w="221850" h="619649" stroke="0">
                      <a:moveTo>
                        <a:pt x="163607" y="-703"/>
                      </a:moveTo>
                      <a:cubicBezTo>
                        <a:pt x="-5033" y="244097"/>
                        <a:pt x="0" y="523205"/>
                        <a:pt x="0" y="523205"/>
                      </a:cubicBezTo>
                      <a:cubicBezTo>
                        <a:pt x="0" y="523205"/>
                        <a:pt x="83636" y="594316"/>
                        <a:pt x="149375" y="619649"/>
                      </a:cubicBezTo>
                      <a:cubicBezTo>
                        <a:pt x="117338" y="376310"/>
                        <a:pt x="221494" y="186683"/>
                        <a:pt x="221494" y="186683"/>
                      </a:cubicBezTo>
                      <a:cubicBezTo>
                        <a:pt x="221494" y="186683"/>
                        <a:pt x="141847" y="113536"/>
                        <a:pt x="163607" y="-703"/>
                      </a:cubicBezTo>
                      <a:close/>
                    </a:path>
                  </a:pathLst>
                </a:custGeom>
                <a:gradFill>
                  <a:gsLst>
                    <a:gs pos="0">
                      <a:srgbClr val="FFD0C8"/>
                    </a:gs>
                    <a:gs pos="100000">
                      <a:srgbClr val="FF927E"/>
                    </a:gs>
                  </a:gsLst>
                  <a:lin ang="2700000" scaled="0"/>
                </a:gradFill>
                <a:ln w="7600" cap="flat">
                  <a:solidFill>
                    <a:srgbClr val="DAA520"/>
                  </a:solidFill>
                  <a:bevel/>
                </a:ln>
              </p:spPr>
            </p:sp>
            <p:sp>
              <p:nvSpPr>
                <p:cNvPr id="228" name="任意多边形 227"/>
                <p:cNvSpPr/>
                <p:nvPr/>
              </p:nvSpPr>
              <p:spPr>
                <a:xfrm>
                  <a:off x="6476659" y="1668731"/>
                  <a:ext cx="629000" cy="453050"/>
                </a:xfrm>
                <a:custGeom>
                  <a:avLst/>
                  <a:gdLst/>
                  <a:ahLst/>
                  <a:cxnLst/>
                  <a:rect l="0" t="0" r="0" b="0"/>
                  <a:pathLst>
                    <a:path w="629000" h="453050" stroke="0">
                      <a:moveTo>
                        <a:pt x="0" y="-690"/>
                      </a:moveTo>
                      <a:cubicBezTo>
                        <a:pt x="0" y="-690"/>
                        <a:pt x="68130" y="22904"/>
                        <a:pt x="81474" y="164455"/>
                      </a:cubicBezTo>
                      <a:cubicBezTo>
                        <a:pt x="381808" y="218541"/>
                        <a:pt x="553999" y="453050"/>
                        <a:pt x="553999" y="453050"/>
                      </a:cubicBezTo>
                      <a:cubicBezTo>
                        <a:pt x="553999" y="453050"/>
                        <a:pt x="610061" y="394145"/>
                        <a:pt x="629000" y="324702"/>
                      </a:cubicBezTo>
                      <a:cubicBezTo>
                        <a:pt x="361787" y="20232"/>
                        <a:pt x="0" y="-690"/>
                        <a:pt x="0" y="-690"/>
                      </a:cubicBezTo>
                      <a:close/>
                    </a:path>
                  </a:pathLst>
                </a:custGeom>
                <a:gradFill>
                  <a:gsLst>
                    <a:gs pos="0">
                      <a:srgbClr val="FFE0DA"/>
                    </a:gs>
                    <a:gs pos="50000">
                      <a:srgbClr val="FFA191"/>
                    </a:gs>
                  </a:gsLst>
                  <a:lin ang="8100000" scaled="0"/>
                </a:gradFill>
                <a:ln w="7600" cap="flat">
                  <a:solidFill>
                    <a:srgbClr val="DAA520"/>
                  </a:solidFill>
                  <a:bevel/>
                </a:ln>
              </p:spPr>
            </p:sp>
            <p:sp>
              <p:nvSpPr>
                <p:cNvPr id="229" name="任意多边形 228"/>
                <p:cNvSpPr/>
                <p:nvPr/>
              </p:nvSpPr>
              <p:spPr>
                <a:xfrm>
                  <a:off x="7063028" y="2036841"/>
                  <a:ext cx="186150" cy="280501"/>
                </a:xfrm>
                <a:custGeom>
                  <a:avLst/>
                  <a:gdLst/>
                  <a:ahLst/>
                  <a:cxnLst/>
                  <a:rect l="0" t="0" r="0" b="0"/>
                  <a:pathLst>
                    <a:path w="186150" h="280501" stroke="0">
                      <a:moveTo>
                        <a:pt x="82632" y="-420"/>
                      </a:moveTo>
                      <a:cubicBezTo>
                        <a:pt x="82632" y="-420"/>
                        <a:pt x="39917" y="93060"/>
                        <a:pt x="0" y="122438"/>
                      </a:cubicBezTo>
                      <a:cubicBezTo>
                        <a:pt x="39923" y="167841"/>
                        <a:pt x="93301" y="280017"/>
                        <a:pt x="93309" y="280017"/>
                      </a:cubicBezTo>
                      <a:cubicBezTo>
                        <a:pt x="93301" y="280017"/>
                        <a:pt x="164561" y="212295"/>
                        <a:pt x="186150" y="158880"/>
                      </a:cubicBezTo>
                      <a:cubicBezTo>
                        <a:pt x="164561" y="94780"/>
                        <a:pt x="82632" y="-420"/>
                        <a:pt x="82632" y="-420"/>
                      </a:cubicBezTo>
                      <a:close/>
                    </a:path>
                  </a:pathLst>
                </a:custGeom>
                <a:gradFill>
                  <a:gsLst>
                    <a:gs pos="0">
                      <a:srgbClr val="FFE0DA"/>
                    </a:gs>
                    <a:gs pos="50000">
                      <a:srgbClr val="FFA191"/>
                    </a:gs>
                  </a:gsLst>
                  <a:lin ang="8100000" scaled="0"/>
                </a:gradFill>
                <a:ln w="7600" cap="flat">
                  <a:solidFill>
                    <a:srgbClr val="DAA520"/>
                  </a:solidFill>
                  <a:bevel/>
                </a:ln>
              </p:spPr>
            </p:sp>
            <p:sp>
              <p:nvSpPr>
                <p:cNvPr id="230" name="任意多边形 229"/>
                <p:cNvSpPr/>
                <p:nvPr/>
              </p:nvSpPr>
              <p:spPr>
                <a:xfrm>
                  <a:off x="5548285" y="1843397"/>
                  <a:ext cx="1649816" cy="1651206"/>
                </a:xfrm>
                <a:custGeom>
                  <a:avLst/>
                  <a:gdLst/>
                  <a:ahLst/>
                  <a:cxnLst/>
                  <a:rect l="0" t="0" r="0" b="0"/>
                  <a:pathLst>
                    <a:path w="1649816" h="1651206" stroke="0">
                      <a:moveTo>
                        <a:pt x="0" y="825603"/>
                      </a:moveTo>
                      <a:cubicBezTo>
                        <a:pt x="0" y="369536"/>
                        <a:pt x="369151" y="0"/>
                        <a:pt x="824912" y="0"/>
                      </a:cubicBezTo>
                      <a:cubicBezTo>
                        <a:pt x="1280440" y="0"/>
                        <a:pt x="1649816" y="369536"/>
                        <a:pt x="1649816" y="825603"/>
                      </a:cubicBezTo>
                      <a:cubicBezTo>
                        <a:pt x="1649816" y="1281223"/>
                        <a:pt x="1280440" y="1651206"/>
                        <a:pt x="824912" y="1651206"/>
                      </a:cubicBezTo>
                      <a:cubicBezTo>
                        <a:pt x="369151" y="1651206"/>
                        <a:pt x="0" y="1281223"/>
                        <a:pt x="0" y="825603"/>
                      </a:cubicBezTo>
                      <a:close/>
                    </a:path>
                  </a:pathLst>
                </a:custGeom>
                <a:solidFill>
                  <a:srgbClr val="FFFFFF">
                    <a:alpha val="40000"/>
                  </a:srgbClr>
                </a:solidFill>
                <a:ln w="7600" cap="flat">
                  <a:noFill/>
                  <a:bevel/>
                </a:ln>
              </p:spPr>
            </p:sp>
            <p:sp>
              <p:nvSpPr>
                <p:cNvPr id="231" name="任意多边形 230"/>
                <p:cNvSpPr/>
                <p:nvPr/>
              </p:nvSpPr>
              <p:spPr>
                <a:xfrm>
                  <a:off x="5595770" y="1890920"/>
                  <a:ext cx="1554846" cy="1556168"/>
                </a:xfrm>
                <a:custGeom>
                  <a:avLst/>
                  <a:gdLst/>
                  <a:ahLst/>
                  <a:cxnLst/>
                  <a:rect l="0" t="0" r="0" b="0"/>
                  <a:pathLst>
                    <a:path w="1554846" h="1556168" stroke="0">
                      <a:moveTo>
                        <a:pt x="0" y="778080"/>
                      </a:moveTo>
                      <a:cubicBezTo>
                        <a:pt x="0" y="348267"/>
                        <a:pt x="347901" y="0"/>
                        <a:pt x="777427" y="0"/>
                      </a:cubicBezTo>
                      <a:cubicBezTo>
                        <a:pt x="1206736" y="0"/>
                        <a:pt x="1554846" y="348267"/>
                        <a:pt x="1554846" y="778080"/>
                      </a:cubicBezTo>
                      <a:cubicBezTo>
                        <a:pt x="1554846" y="1207480"/>
                        <a:pt x="1206736" y="1556168"/>
                        <a:pt x="777427" y="1556168"/>
                      </a:cubicBezTo>
                      <a:cubicBezTo>
                        <a:pt x="347901" y="1556168"/>
                        <a:pt x="0" y="1207480"/>
                        <a:pt x="0" y="778080"/>
                      </a:cubicBezTo>
                      <a:close/>
                    </a:path>
                  </a:pathLst>
                </a:custGeom>
                <a:solidFill>
                  <a:srgbClr val="FFFFFF"/>
                </a:solidFill>
                <a:ln w="7600" cap="flat">
                  <a:solidFill>
                    <a:srgbClr val="DAA520"/>
                  </a:solidFill>
                  <a:bevel/>
                </a:ln>
              </p:spPr>
            </p:sp>
            <p:sp>
              <p:nvSpPr>
                <p:cNvPr id="232" name="Text 1261"/>
                <p:cNvSpPr txBox="1"/>
                <p:nvPr/>
              </p:nvSpPr>
              <p:spPr>
                <a:xfrm>
                  <a:off x="5629005" y="1924808"/>
                  <a:ext cx="1488384" cy="1488384"/>
                </a:xfrm>
                <a:prstGeom prst="rect">
                  <a:avLst/>
                </a:prstGeom>
                <a:noFill/>
              </p:spPr>
              <p:txBody>
                <a:bodyPr wrap="square" lIns="36000" tIns="18000" rIns="36000" bIns="18000" rtlCol="0" anchor="ctr"/>
                <a:lstStyle/>
                <a:p>
                  <a:pPr algn="ctr"/>
                  <a:r>
                    <a:rPr sz="2400" dirty="0" err="1">
                      <a:solidFill>
                        <a:schemeClr val="bg1">
                          <a:lumMod val="65000"/>
                        </a:schemeClr>
                      </a:solidFill>
                      <a:latin typeface="微软雅黑" pitchFamily="34" charset="-122"/>
                      <a:ea typeface="微软雅黑" pitchFamily="34" charset="-122"/>
                    </a:rPr>
                    <a:t>微办事</a:t>
                  </a:r>
                  <a:endParaRPr sz="2400" dirty="0">
                    <a:solidFill>
                      <a:schemeClr val="bg1">
                        <a:lumMod val="65000"/>
                      </a:schemeClr>
                    </a:solidFill>
                    <a:latin typeface="微软雅黑" pitchFamily="34" charset="-122"/>
                    <a:ea typeface="微软雅黑" pitchFamily="34" charset="-122"/>
                  </a:endParaRPr>
                </a:p>
              </p:txBody>
            </p:sp>
          </p:grpSp>
        </p:grpSp>
        <p:grpSp>
          <p:nvGrpSpPr>
            <p:cNvPr id="204" name="组合 203"/>
            <p:cNvGrpSpPr/>
            <p:nvPr/>
          </p:nvGrpSpPr>
          <p:grpSpPr>
            <a:xfrm>
              <a:off x="6372938" y="3425200"/>
              <a:ext cx="2067200" cy="2067200"/>
              <a:chOff x="6372938" y="3425200"/>
              <a:chExt cx="2067200" cy="2067200"/>
            </a:xfrm>
          </p:grpSpPr>
          <p:grpSp>
            <p:nvGrpSpPr>
              <p:cNvPr id="215" name="Circle"/>
              <p:cNvGrpSpPr/>
              <p:nvPr/>
            </p:nvGrpSpPr>
            <p:grpSpPr>
              <a:xfrm>
                <a:off x="6372938" y="3425200"/>
                <a:ext cx="2067200" cy="2067200"/>
                <a:chOff x="6372938" y="3425200"/>
                <a:chExt cx="2067200" cy="2067200"/>
              </a:xfrm>
            </p:grpSpPr>
            <p:sp>
              <p:nvSpPr>
                <p:cNvPr id="216" name="任意多边形 215"/>
                <p:cNvSpPr/>
                <p:nvPr/>
              </p:nvSpPr>
              <p:spPr>
                <a:xfrm>
                  <a:off x="6372938" y="3425200"/>
                  <a:ext cx="2067200" cy="2067200"/>
                </a:xfrm>
                <a:custGeom>
                  <a:avLst/>
                  <a:gdLst/>
                  <a:ahLst/>
                  <a:cxnLst/>
                  <a:rect l="0" t="0" r="0" b="0"/>
                  <a:pathLst>
                    <a:path w="2067200" h="2067200" stroke="0">
                      <a:moveTo>
                        <a:pt x="0" y="1033600"/>
                      </a:moveTo>
                      <a:cubicBezTo>
                        <a:pt x="0" y="462759"/>
                        <a:pt x="462759" y="0"/>
                        <a:pt x="1033600" y="0"/>
                      </a:cubicBezTo>
                      <a:cubicBezTo>
                        <a:pt x="1604444" y="0"/>
                        <a:pt x="2067200" y="462759"/>
                        <a:pt x="2067200" y="1033600"/>
                      </a:cubicBezTo>
                      <a:cubicBezTo>
                        <a:pt x="2067200" y="1604444"/>
                        <a:pt x="1604444" y="2067200"/>
                        <a:pt x="1033600" y="2067200"/>
                      </a:cubicBezTo>
                      <a:cubicBezTo>
                        <a:pt x="462759" y="2067200"/>
                        <a:pt x="0" y="1604444"/>
                        <a:pt x="0" y="1033600"/>
                      </a:cubicBezTo>
                      <a:close/>
                    </a:path>
                  </a:pathLst>
                </a:custGeom>
                <a:gradFill>
                  <a:gsLst>
                    <a:gs pos="100000">
                      <a:srgbClr val="63CEB5"/>
                    </a:gs>
                    <a:gs pos="50000">
                      <a:srgbClr val="20B995"/>
                    </a:gs>
                    <a:gs pos="0">
                      <a:srgbClr val="20B995"/>
                    </a:gs>
                  </a:gsLst>
                  <a:path path="shape">
                    <a:fillToRect l="50000" t="50000" r="50000" b="50000"/>
                  </a:path>
                </a:gradFill>
                <a:ln w="7600" cap="flat">
                  <a:solidFill>
                    <a:srgbClr val="20B995"/>
                  </a:solidFill>
                  <a:bevel/>
                </a:ln>
              </p:spPr>
            </p:sp>
            <p:sp>
              <p:nvSpPr>
                <p:cNvPr id="217" name="任意多边形 216"/>
                <p:cNvSpPr/>
                <p:nvPr/>
              </p:nvSpPr>
              <p:spPr>
                <a:xfrm>
                  <a:off x="6386535" y="4458800"/>
                  <a:ext cx="2040000" cy="1033600"/>
                </a:xfrm>
                <a:custGeom>
                  <a:avLst/>
                  <a:gdLst/>
                  <a:ahLst/>
                  <a:cxnLst/>
                  <a:rect l="0" t="0" r="0" b="0"/>
                  <a:pathLst>
                    <a:path w="2040000" h="1033600" stroke="0">
                      <a:moveTo>
                        <a:pt x="0" y="0"/>
                      </a:moveTo>
                      <a:cubicBezTo>
                        <a:pt x="182685" y="143984"/>
                        <a:pt x="456670" y="287969"/>
                        <a:pt x="1020004" y="287969"/>
                      </a:cubicBezTo>
                      <a:cubicBezTo>
                        <a:pt x="1583331" y="287969"/>
                        <a:pt x="1837011" y="169695"/>
                        <a:pt x="2040000" y="0"/>
                      </a:cubicBezTo>
                      <a:cubicBezTo>
                        <a:pt x="2040000" y="570846"/>
                        <a:pt x="1583331" y="1033600"/>
                        <a:pt x="1020004" y="1033600"/>
                      </a:cubicBezTo>
                      <a:cubicBezTo>
                        <a:pt x="456670" y="1033600"/>
                        <a:pt x="0" y="570846"/>
                        <a:pt x="0" y="0"/>
                      </a:cubicBezTo>
                      <a:close/>
                    </a:path>
                  </a:pathLst>
                </a:custGeom>
                <a:gradFill>
                  <a:gsLst>
                    <a:gs pos="0">
                      <a:srgbClr val="20B995"/>
                    </a:gs>
                    <a:gs pos="50000">
                      <a:srgbClr val="36C0A0"/>
                    </a:gs>
                    <a:gs pos="100000">
                      <a:srgbClr val="5ECDB3"/>
                    </a:gs>
                  </a:gsLst>
                  <a:lin ang="5400000" scaled="0"/>
                </a:gradFill>
                <a:ln w="7600" cap="flat">
                  <a:solidFill>
                    <a:srgbClr val="20B995"/>
                  </a:solidFill>
                  <a:bevel/>
                </a:ln>
              </p:spPr>
            </p:sp>
            <p:sp>
              <p:nvSpPr>
                <p:cNvPr id="218" name="任意多边形 217"/>
                <p:cNvSpPr/>
                <p:nvPr/>
              </p:nvSpPr>
              <p:spPr>
                <a:xfrm>
                  <a:off x="6405170" y="3910062"/>
                  <a:ext cx="221850" cy="619649"/>
                </a:xfrm>
                <a:custGeom>
                  <a:avLst/>
                  <a:gdLst/>
                  <a:ahLst/>
                  <a:cxnLst/>
                  <a:rect l="0" t="0" r="0" b="0"/>
                  <a:pathLst>
                    <a:path w="221850" h="619649" stroke="0">
                      <a:moveTo>
                        <a:pt x="163607" y="-703"/>
                      </a:moveTo>
                      <a:cubicBezTo>
                        <a:pt x="-5033" y="244097"/>
                        <a:pt x="0" y="523205"/>
                        <a:pt x="0" y="523205"/>
                      </a:cubicBezTo>
                      <a:cubicBezTo>
                        <a:pt x="0" y="523205"/>
                        <a:pt x="83636" y="594316"/>
                        <a:pt x="149375" y="619649"/>
                      </a:cubicBezTo>
                      <a:cubicBezTo>
                        <a:pt x="117338" y="376310"/>
                        <a:pt x="221494" y="186683"/>
                        <a:pt x="221494" y="186683"/>
                      </a:cubicBezTo>
                      <a:cubicBezTo>
                        <a:pt x="221494" y="186683"/>
                        <a:pt x="141847" y="113536"/>
                        <a:pt x="163607" y="-703"/>
                      </a:cubicBezTo>
                      <a:close/>
                    </a:path>
                  </a:pathLst>
                </a:custGeom>
                <a:gradFill>
                  <a:gsLst>
                    <a:gs pos="0">
                      <a:srgbClr val="BCEADF"/>
                    </a:gs>
                    <a:gs pos="100000">
                      <a:srgbClr val="63CEB5"/>
                    </a:gs>
                  </a:gsLst>
                  <a:lin ang="2700000" scaled="0"/>
                </a:gradFill>
                <a:ln w="7600" cap="flat">
                  <a:solidFill>
                    <a:srgbClr val="20B995"/>
                  </a:solidFill>
                  <a:bevel/>
                </a:ln>
              </p:spPr>
            </p:sp>
            <p:sp>
              <p:nvSpPr>
                <p:cNvPr id="219" name="任意多边形 218"/>
                <p:cNvSpPr/>
                <p:nvPr/>
              </p:nvSpPr>
              <p:spPr>
                <a:xfrm>
                  <a:off x="7510000" y="3458530"/>
                  <a:ext cx="629000" cy="453050"/>
                </a:xfrm>
                <a:custGeom>
                  <a:avLst/>
                  <a:gdLst/>
                  <a:ahLst/>
                  <a:cxnLst/>
                  <a:rect l="0" t="0" r="0" b="0"/>
                  <a:pathLst>
                    <a:path w="629000" h="453050" stroke="0">
                      <a:moveTo>
                        <a:pt x="0" y="-690"/>
                      </a:moveTo>
                      <a:cubicBezTo>
                        <a:pt x="0" y="-690"/>
                        <a:pt x="68130" y="22904"/>
                        <a:pt x="81474" y="164455"/>
                      </a:cubicBezTo>
                      <a:cubicBezTo>
                        <a:pt x="381808" y="218541"/>
                        <a:pt x="553999" y="453050"/>
                        <a:pt x="553999" y="453050"/>
                      </a:cubicBezTo>
                      <a:cubicBezTo>
                        <a:pt x="553999" y="453050"/>
                        <a:pt x="610061" y="394145"/>
                        <a:pt x="629000" y="324702"/>
                      </a:cubicBezTo>
                      <a:cubicBezTo>
                        <a:pt x="361787" y="20232"/>
                        <a:pt x="0" y="-690"/>
                        <a:pt x="0" y="-690"/>
                      </a:cubicBezTo>
                      <a:close/>
                    </a:path>
                  </a:pathLst>
                </a:custGeom>
                <a:gradFill>
                  <a:gsLst>
                    <a:gs pos="0">
                      <a:srgbClr val="D2F1EA"/>
                    </a:gs>
                    <a:gs pos="50000">
                      <a:srgbClr val="79D5BF"/>
                    </a:gs>
                  </a:gsLst>
                  <a:lin ang="8100000" scaled="0"/>
                </a:gradFill>
                <a:ln w="7600" cap="flat">
                  <a:solidFill>
                    <a:srgbClr val="20B995"/>
                  </a:solidFill>
                  <a:bevel/>
                </a:ln>
              </p:spPr>
            </p:sp>
            <p:sp>
              <p:nvSpPr>
                <p:cNvPr id="220" name="任意多边形 219"/>
                <p:cNvSpPr/>
                <p:nvPr/>
              </p:nvSpPr>
              <p:spPr>
                <a:xfrm>
                  <a:off x="8096369" y="3826641"/>
                  <a:ext cx="186150" cy="280501"/>
                </a:xfrm>
                <a:custGeom>
                  <a:avLst/>
                  <a:gdLst/>
                  <a:ahLst/>
                  <a:cxnLst/>
                  <a:rect l="0" t="0" r="0" b="0"/>
                  <a:pathLst>
                    <a:path w="186150" h="280501" stroke="0">
                      <a:moveTo>
                        <a:pt x="82632" y="-420"/>
                      </a:moveTo>
                      <a:cubicBezTo>
                        <a:pt x="82632" y="-420"/>
                        <a:pt x="39917" y="93060"/>
                        <a:pt x="0" y="122438"/>
                      </a:cubicBezTo>
                      <a:cubicBezTo>
                        <a:pt x="39923" y="167841"/>
                        <a:pt x="93301" y="280017"/>
                        <a:pt x="93309" y="280017"/>
                      </a:cubicBezTo>
                      <a:cubicBezTo>
                        <a:pt x="93301" y="280017"/>
                        <a:pt x="164561" y="212295"/>
                        <a:pt x="186150" y="158880"/>
                      </a:cubicBezTo>
                      <a:cubicBezTo>
                        <a:pt x="164561" y="94780"/>
                        <a:pt x="82632" y="-420"/>
                        <a:pt x="82632" y="-420"/>
                      </a:cubicBezTo>
                      <a:close/>
                    </a:path>
                  </a:pathLst>
                </a:custGeom>
                <a:gradFill>
                  <a:gsLst>
                    <a:gs pos="0">
                      <a:srgbClr val="D2F1EA"/>
                    </a:gs>
                    <a:gs pos="50000">
                      <a:srgbClr val="79D5BF"/>
                    </a:gs>
                  </a:gsLst>
                  <a:lin ang="8100000" scaled="0"/>
                </a:gradFill>
                <a:ln w="7600" cap="flat">
                  <a:solidFill>
                    <a:srgbClr val="20B995"/>
                  </a:solidFill>
                  <a:bevel/>
                </a:ln>
              </p:spPr>
            </p:sp>
            <p:sp>
              <p:nvSpPr>
                <p:cNvPr id="221" name="任意多边形 220"/>
                <p:cNvSpPr/>
                <p:nvPr/>
              </p:nvSpPr>
              <p:spPr>
                <a:xfrm>
                  <a:off x="6581626" y="3633197"/>
                  <a:ext cx="1649816" cy="1651206"/>
                </a:xfrm>
                <a:custGeom>
                  <a:avLst/>
                  <a:gdLst/>
                  <a:ahLst/>
                  <a:cxnLst/>
                  <a:rect l="0" t="0" r="0" b="0"/>
                  <a:pathLst>
                    <a:path w="1649816" h="1651206" stroke="0">
                      <a:moveTo>
                        <a:pt x="0" y="825603"/>
                      </a:moveTo>
                      <a:cubicBezTo>
                        <a:pt x="0" y="369536"/>
                        <a:pt x="369151" y="0"/>
                        <a:pt x="824912" y="0"/>
                      </a:cubicBezTo>
                      <a:cubicBezTo>
                        <a:pt x="1280440" y="0"/>
                        <a:pt x="1649816" y="369536"/>
                        <a:pt x="1649816" y="825603"/>
                      </a:cubicBezTo>
                      <a:cubicBezTo>
                        <a:pt x="1649816" y="1281223"/>
                        <a:pt x="1280440" y="1651206"/>
                        <a:pt x="824912" y="1651206"/>
                      </a:cubicBezTo>
                      <a:cubicBezTo>
                        <a:pt x="369151" y="1651206"/>
                        <a:pt x="0" y="1281223"/>
                        <a:pt x="0" y="825603"/>
                      </a:cubicBezTo>
                      <a:close/>
                    </a:path>
                  </a:pathLst>
                </a:custGeom>
                <a:solidFill>
                  <a:srgbClr val="FFFFFF">
                    <a:alpha val="40000"/>
                  </a:srgbClr>
                </a:solidFill>
                <a:ln w="7600" cap="flat">
                  <a:noFill/>
                  <a:bevel/>
                </a:ln>
              </p:spPr>
            </p:sp>
            <p:sp>
              <p:nvSpPr>
                <p:cNvPr id="222" name="任意多边形 221"/>
                <p:cNvSpPr/>
                <p:nvPr/>
              </p:nvSpPr>
              <p:spPr>
                <a:xfrm>
                  <a:off x="6629111" y="3680720"/>
                  <a:ext cx="1554846" cy="1556168"/>
                </a:xfrm>
                <a:custGeom>
                  <a:avLst/>
                  <a:gdLst/>
                  <a:ahLst/>
                  <a:cxnLst/>
                  <a:rect l="0" t="0" r="0" b="0"/>
                  <a:pathLst>
                    <a:path w="1554846" h="1556168" stroke="0">
                      <a:moveTo>
                        <a:pt x="0" y="778080"/>
                      </a:moveTo>
                      <a:cubicBezTo>
                        <a:pt x="0" y="348267"/>
                        <a:pt x="347901" y="0"/>
                        <a:pt x="777427" y="0"/>
                      </a:cubicBezTo>
                      <a:cubicBezTo>
                        <a:pt x="1206736" y="0"/>
                        <a:pt x="1554846" y="348267"/>
                        <a:pt x="1554846" y="778080"/>
                      </a:cubicBezTo>
                      <a:cubicBezTo>
                        <a:pt x="1554846" y="1207480"/>
                        <a:pt x="1206736" y="1556168"/>
                        <a:pt x="777427" y="1556168"/>
                      </a:cubicBezTo>
                      <a:cubicBezTo>
                        <a:pt x="347901" y="1556168"/>
                        <a:pt x="0" y="1207480"/>
                        <a:pt x="0" y="778080"/>
                      </a:cubicBezTo>
                      <a:close/>
                    </a:path>
                  </a:pathLst>
                </a:custGeom>
                <a:solidFill>
                  <a:srgbClr val="FFFFFF"/>
                </a:solidFill>
                <a:ln w="7600" cap="flat">
                  <a:solidFill>
                    <a:srgbClr val="20B995"/>
                  </a:solidFill>
                  <a:bevel/>
                </a:ln>
              </p:spPr>
            </p:sp>
            <p:sp>
              <p:nvSpPr>
                <p:cNvPr id="223" name="Text 1262"/>
                <p:cNvSpPr txBox="1"/>
                <p:nvPr/>
              </p:nvSpPr>
              <p:spPr>
                <a:xfrm>
                  <a:off x="6662346" y="3714608"/>
                  <a:ext cx="1488384" cy="1488384"/>
                </a:xfrm>
                <a:prstGeom prst="rect">
                  <a:avLst/>
                </a:prstGeom>
                <a:noFill/>
              </p:spPr>
              <p:txBody>
                <a:bodyPr wrap="square" lIns="36000" tIns="18000" rIns="36000" bIns="18000" rtlCol="0" anchor="ctr"/>
                <a:lstStyle/>
                <a:p>
                  <a:pPr algn="ctr"/>
                  <a:r>
                    <a:rPr sz="2400" dirty="0" err="1">
                      <a:solidFill>
                        <a:schemeClr val="bg1">
                          <a:lumMod val="65000"/>
                        </a:schemeClr>
                      </a:solidFill>
                      <a:latin typeface="微软雅黑" pitchFamily="34" charset="-122"/>
                      <a:ea typeface="微软雅黑" pitchFamily="34" charset="-122"/>
                    </a:rPr>
                    <a:t>微互动</a:t>
                  </a:r>
                  <a:endParaRPr sz="2400" dirty="0">
                    <a:solidFill>
                      <a:schemeClr val="bg1">
                        <a:lumMod val="65000"/>
                      </a:schemeClr>
                    </a:solidFill>
                    <a:latin typeface="微软雅黑" pitchFamily="34" charset="-122"/>
                    <a:ea typeface="微软雅黑" pitchFamily="34" charset="-122"/>
                  </a:endParaRPr>
                </a:p>
              </p:txBody>
            </p:sp>
          </p:grpSp>
        </p:grpSp>
        <p:grpSp>
          <p:nvGrpSpPr>
            <p:cNvPr id="205" name="组合 204"/>
            <p:cNvGrpSpPr/>
            <p:nvPr/>
          </p:nvGrpSpPr>
          <p:grpSpPr>
            <a:xfrm>
              <a:off x="4306255" y="3425200"/>
              <a:ext cx="2067200" cy="2067200"/>
              <a:chOff x="4306255" y="3425200"/>
              <a:chExt cx="2067200" cy="2067200"/>
            </a:xfrm>
          </p:grpSpPr>
          <p:grpSp>
            <p:nvGrpSpPr>
              <p:cNvPr id="206" name="Circle"/>
              <p:cNvGrpSpPr/>
              <p:nvPr/>
            </p:nvGrpSpPr>
            <p:grpSpPr>
              <a:xfrm>
                <a:off x="4306255" y="3425200"/>
                <a:ext cx="2067200" cy="2067200"/>
                <a:chOff x="4306255" y="3425200"/>
                <a:chExt cx="2067200" cy="2067200"/>
              </a:xfrm>
            </p:grpSpPr>
            <p:sp>
              <p:nvSpPr>
                <p:cNvPr id="207" name="任意多边形 206"/>
                <p:cNvSpPr/>
                <p:nvPr/>
              </p:nvSpPr>
              <p:spPr>
                <a:xfrm>
                  <a:off x="4306255" y="3425200"/>
                  <a:ext cx="2067200" cy="2067200"/>
                </a:xfrm>
                <a:custGeom>
                  <a:avLst/>
                  <a:gdLst/>
                  <a:ahLst/>
                  <a:cxnLst/>
                  <a:rect l="0" t="0" r="0" b="0"/>
                  <a:pathLst>
                    <a:path w="2067200" h="2067200" stroke="0">
                      <a:moveTo>
                        <a:pt x="0" y="1033600"/>
                      </a:moveTo>
                      <a:cubicBezTo>
                        <a:pt x="0" y="462759"/>
                        <a:pt x="462759" y="0"/>
                        <a:pt x="1033600" y="0"/>
                      </a:cubicBezTo>
                      <a:cubicBezTo>
                        <a:pt x="1604444" y="0"/>
                        <a:pt x="2067200" y="462759"/>
                        <a:pt x="2067200" y="1033600"/>
                      </a:cubicBezTo>
                      <a:cubicBezTo>
                        <a:pt x="2067200" y="1604444"/>
                        <a:pt x="1604444" y="2067200"/>
                        <a:pt x="1033600" y="2067200"/>
                      </a:cubicBezTo>
                      <a:cubicBezTo>
                        <a:pt x="462759" y="2067200"/>
                        <a:pt x="0" y="1604444"/>
                        <a:pt x="0" y="1033600"/>
                      </a:cubicBezTo>
                      <a:close/>
                    </a:path>
                  </a:pathLst>
                </a:custGeom>
                <a:gradFill>
                  <a:gsLst>
                    <a:gs pos="100000">
                      <a:srgbClr val="7A96EA"/>
                    </a:gs>
                    <a:gs pos="50000">
                      <a:srgbClr val="4169E1"/>
                    </a:gs>
                    <a:gs pos="0">
                      <a:srgbClr val="4169E1"/>
                    </a:gs>
                  </a:gsLst>
                  <a:path path="shape">
                    <a:fillToRect l="50000" t="50000" r="50000" b="50000"/>
                  </a:path>
                </a:gradFill>
                <a:ln w="7600" cap="flat">
                  <a:solidFill>
                    <a:srgbClr val="4169E1"/>
                  </a:solidFill>
                  <a:bevel/>
                </a:ln>
              </p:spPr>
            </p:sp>
            <p:sp>
              <p:nvSpPr>
                <p:cNvPr id="208" name="任意多边形 207"/>
                <p:cNvSpPr/>
                <p:nvPr/>
              </p:nvSpPr>
              <p:spPr>
                <a:xfrm>
                  <a:off x="4319851" y="4458800"/>
                  <a:ext cx="2040000" cy="1033600"/>
                </a:xfrm>
                <a:custGeom>
                  <a:avLst/>
                  <a:gdLst/>
                  <a:ahLst/>
                  <a:cxnLst/>
                  <a:rect l="0" t="0" r="0" b="0"/>
                  <a:pathLst>
                    <a:path w="2040000" h="1033600" stroke="0">
                      <a:moveTo>
                        <a:pt x="0" y="0"/>
                      </a:moveTo>
                      <a:cubicBezTo>
                        <a:pt x="182685" y="143984"/>
                        <a:pt x="456670" y="287969"/>
                        <a:pt x="1020004" y="287969"/>
                      </a:cubicBezTo>
                      <a:cubicBezTo>
                        <a:pt x="1583331" y="287969"/>
                        <a:pt x="1837011" y="169695"/>
                        <a:pt x="2040000" y="0"/>
                      </a:cubicBezTo>
                      <a:cubicBezTo>
                        <a:pt x="2040000" y="570846"/>
                        <a:pt x="1583331" y="1033600"/>
                        <a:pt x="1020004" y="1033600"/>
                      </a:cubicBezTo>
                      <a:cubicBezTo>
                        <a:pt x="456670" y="1033600"/>
                        <a:pt x="0" y="570846"/>
                        <a:pt x="0" y="0"/>
                      </a:cubicBezTo>
                      <a:close/>
                    </a:path>
                  </a:pathLst>
                </a:custGeom>
                <a:gradFill>
                  <a:gsLst>
                    <a:gs pos="0">
                      <a:srgbClr val="4169E1"/>
                    </a:gs>
                    <a:gs pos="50000">
                      <a:srgbClr val="5478E4"/>
                    </a:gs>
                    <a:gs pos="100000">
                      <a:srgbClr val="7693E9"/>
                    </a:gs>
                  </a:gsLst>
                  <a:lin ang="5400000" scaled="0"/>
                </a:gradFill>
                <a:ln w="7600" cap="flat">
                  <a:solidFill>
                    <a:srgbClr val="4169E1"/>
                  </a:solidFill>
                  <a:bevel/>
                </a:ln>
              </p:spPr>
            </p:sp>
            <p:sp>
              <p:nvSpPr>
                <p:cNvPr id="209" name="任意多边形 208"/>
                <p:cNvSpPr/>
                <p:nvPr/>
              </p:nvSpPr>
              <p:spPr>
                <a:xfrm>
                  <a:off x="4338487" y="3910062"/>
                  <a:ext cx="221850" cy="619649"/>
                </a:xfrm>
                <a:custGeom>
                  <a:avLst/>
                  <a:gdLst/>
                  <a:ahLst/>
                  <a:cxnLst/>
                  <a:rect l="0" t="0" r="0" b="0"/>
                  <a:pathLst>
                    <a:path w="221850" h="619649" stroke="0">
                      <a:moveTo>
                        <a:pt x="163607" y="-703"/>
                      </a:moveTo>
                      <a:cubicBezTo>
                        <a:pt x="-5033" y="244097"/>
                        <a:pt x="0" y="523205"/>
                        <a:pt x="0" y="523205"/>
                      </a:cubicBezTo>
                      <a:cubicBezTo>
                        <a:pt x="0" y="523205"/>
                        <a:pt x="83636" y="594316"/>
                        <a:pt x="149375" y="619649"/>
                      </a:cubicBezTo>
                      <a:cubicBezTo>
                        <a:pt x="117338" y="376310"/>
                        <a:pt x="221494" y="186683"/>
                        <a:pt x="221494" y="186683"/>
                      </a:cubicBezTo>
                      <a:cubicBezTo>
                        <a:pt x="221494" y="186683"/>
                        <a:pt x="141847" y="113536"/>
                        <a:pt x="163607" y="-703"/>
                      </a:cubicBezTo>
                      <a:close/>
                    </a:path>
                  </a:pathLst>
                </a:custGeom>
                <a:gradFill>
                  <a:gsLst>
                    <a:gs pos="0">
                      <a:srgbClr val="C6D2F6"/>
                    </a:gs>
                    <a:gs pos="100000">
                      <a:srgbClr val="7A96EA"/>
                    </a:gs>
                  </a:gsLst>
                  <a:lin ang="2700000" scaled="0"/>
                </a:gradFill>
                <a:ln w="7600" cap="flat">
                  <a:solidFill>
                    <a:srgbClr val="4169E1"/>
                  </a:solidFill>
                  <a:bevel/>
                </a:ln>
              </p:spPr>
            </p:sp>
            <p:sp>
              <p:nvSpPr>
                <p:cNvPr id="210" name="任意多边形 209"/>
                <p:cNvSpPr/>
                <p:nvPr/>
              </p:nvSpPr>
              <p:spPr>
                <a:xfrm>
                  <a:off x="5443317" y="3458530"/>
                  <a:ext cx="629000" cy="453050"/>
                </a:xfrm>
                <a:custGeom>
                  <a:avLst/>
                  <a:gdLst/>
                  <a:ahLst/>
                  <a:cxnLst/>
                  <a:rect l="0" t="0" r="0" b="0"/>
                  <a:pathLst>
                    <a:path w="629000" h="453050" stroke="0">
                      <a:moveTo>
                        <a:pt x="0" y="-690"/>
                      </a:moveTo>
                      <a:cubicBezTo>
                        <a:pt x="0" y="-690"/>
                        <a:pt x="68130" y="22904"/>
                        <a:pt x="81474" y="164455"/>
                      </a:cubicBezTo>
                      <a:cubicBezTo>
                        <a:pt x="381808" y="218541"/>
                        <a:pt x="553999" y="453050"/>
                        <a:pt x="553999" y="453050"/>
                      </a:cubicBezTo>
                      <a:cubicBezTo>
                        <a:pt x="553999" y="453050"/>
                        <a:pt x="610061" y="394145"/>
                        <a:pt x="629000" y="324702"/>
                      </a:cubicBezTo>
                      <a:cubicBezTo>
                        <a:pt x="361787" y="20232"/>
                        <a:pt x="0" y="-690"/>
                        <a:pt x="0" y="-690"/>
                      </a:cubicBezTo>
                      <a:close/>
                    </a:path>
                  </a:pathLst>
                </a:custGeom>
                <a:gradFill>
                  <a:gsLst>
                    <a:gs pos="0">
                      <a:srgbClr val="D9E1F9"/>
                    </a:gs>
                    <a:gs pos="50000">
                      <a:srgbClr val="8DA5ED"/>
                    </a:gs>
                  </a:gsLst>
                  <a:lin ang="8100000" scaled="0"/>
                </a:gradFill>
                <a:ln w="7600" cap="flat">
                  <a:solidFill>
                    <a:srgbClr val="4169E1"/>
                  </a:solidFill>
                  <a:bevel/>
                </a:ln>
              </p:spPr>
            </p:sp>
            <p:sp>
              <p:nvSpPr>
                <p:cNvPr id="211" name="任意多边形 210"/>
                <p:cNvSpPr/>
                <p:nvPr/>
              </p:nvSpPr>
              <p:spPr>
                <a:xfrm>
                  <a:off x="6029686" y="3826641"/>
                  <a:ext cx="186150" cy="280501"/>
                </a:xfrm>
                <a:custGeom>
                  <a:avLst/>
                  <a:gdLst/>
                  <a:ahLst/>
                  <a:cxnLst/>
                  <a:rect l="0" t="0" r="0" b="0"/>
                  <a:pathLst>
                    <a:path w="186150" h="280501" stroke="0">
                      <a:moveTo>
                        <a:pt x="82632" y="-420"/>
                      </a:moveTo>
                      <a:cubicBezTo>
                        <a:pt x="82632" y="-420"/>
                        <a:pt x="39917" y="93060"/>
                        <a:pt x="0" y="122438"/>
                      </a:cubicBezTo>
                      <a:cubicBezTo>
                        <a:pt x="39923" y="167841"/>
                        <a:pt x="93301" y="280017"/>
                        <a:pt x="93309" y="280017"/>
                      </a:cubicBezTo>
                      <a:cubicBezTo>
                        <a:pt x="93301" y="280017"/>
                        <a:pt x="164561" y="212295"/>
                        <a:pt x="186150" y="158880"/>
                      </a:cubicBezTo>
                      <a:cubicBezTo>
                        <a:pt x="164561" y="94780"/>
                        <a:pt x="82632" y="-420"/>
                        <a:pt x="82632" y="-420"/>
                      </a:cubicBezTo>
                      <a:close/>
                    </a:path>
                  </a:pathLst>
                </a:custGeom>
                <a:gradFill>
                  <a:gsLst>
                    <a:gs pos="0">
                      <a:srgbClr val="D9E1F9"/>
                    </a:gs>
                    <a:gs pos="50000">
                      <a:srgbClr val="8DA5ED"/>
                    </a:gs>
                  </a:gsLst>
                  <a:lin ang="8100000" scaled="0"/>
                </a:gradFill>
                <a:ln w="7600" cap="flat">
                  <a:solidFill>
                    <a:srgbClr val="4169E1"/>
                  </a:solidFill>
                  <a:bevel/>
                </a:ln>
              </p:spPr>
            </p:sp>
            <p:sp>
              <p:nvSpPr>
                <p:cNvPr id="212" name="任意多边形 211"/>
                <p:cNvSpPr/>
                <p:nvPr/>
              </p:nvSpPr>
              <p:spPr>
                <a:xfrm>
                  <a:off x="4514943" y="3633197"/>
                  <a:ext cx="1649816" cy="1651206"/>
                </a:xfrm>
                <a:custGeom>
                  <a:avLst/>
                  <a:gdLst/>
                  <a:ahLst/>
                  <a:cxnLst/>
                  <a:rect l="0" t="0" r="0" b="0"/>
                  <a:pathLst>
                    <a:path w="1649816" h="1651206" stroke="0">
                      <a:moveTo>
                        <a:pt x="0" y="825603"/>
                      </a:moveTo>
                      <a:cubicBezTo>
                        <a:pt x="0" y="369536"/>
                        <a:pt x="369151" y="0"/>
                        <a:pt x="824912" y="0"/>
                      </a:cubicBezTo>
                      <a:cubicBezTo>
                        <a:pt x="1280440" y="0"/>
                        <a:pt x="1649816" y="369536"/>
                        <a:pt x="1649816" y="825603"/>
                      </a:cubicBezTo>
                      <a:cubicBezTo>
                        <a:pt x="1649816" y="1281223"/>
                        <a:pt x="1280440" y="1651206"/>
                        <a:pt x="824912" y="1651206"/>
                      </a:cubicBezTo>
                      <a:cubicBezTo>
                        <a:pt x="369151" y="1651206"/>
                        <a:pt x="0" y="1281223"/>
                        <a:pt x="0" y="825603"/>
                      </a:cubicBezTo>
                      <a:close/>
                    </a:path>
                  </a:pathLst>
                </a:custGeom>
                <a:solidFill>
                  <a:srgbClr val="FFFFFF">
                    <a:alpha val="40000"/>
                  </a:srgbClr>
                </a:solidFill>
                <a:ln w="7600" cap="flat">
                  <a:noFill/>
                  <a:bevel/>
                </a:ln>
              </p:spPr>
            </p:sp>
            <p:sp>
              <p:nvSpPr>
                <p:cNvPr id="213" name="任意多边形 212"/>
                <p:cNvSpPr/>
                <p:nvPr/>
              </p:nvSpPr>
              <p:spPr>
                <a:xfrm>
                  <a:off x="4562428" y="3680720"/>
                  <a:ext cx="1554846" cy="1556168"/>
                </a:xfrm>
                <a:custGeom>
                  <a:avLst/>
                  <a:gdLst/>
                  <a:ahLst/>
                  <a:cxnLst/>
                  <a:rect l="0" t="0" r="0" b="0"/>
                  <a:pathLst>
                    <a:path w="1554846" h="1556168" stroke="0">
                      <a:moveTo>
                        <a:pt x="0" y="778080"/>
                      </a:moveTo>
                      <a:cubicBezTo>
                        <a:pt x="0" y="348267"/>
                        <a:pt x="347901" y="0"/>
                        <a:pt x="777427" y="0"/>
                      </a:cubicBezTo>
                      <a:cubicBezTo>
                        <a:pt x="1206736" y="0"/>
                        <a:pt x="1554846" y="348267"/>
                        <a:pt x="1554846" y="778080"/>
                      </a:cubicBezTo>
                      <a:cubicBezTo>
                        <a:pt x="1554846" y="1207480"/>
                        <a:pt x="1206736" y="1556168"/>
                        <a:pt x="777427" y="1556168"/>
                      </a:cubicBezTo>
                      <a:cubicBezTo>
                        <a:pt x="347901" y="1556168"/>
                        <a:pt x="0" y="1207480"/>
                        <a:pt x="0" y="778080"/>
                      </a:cubicBezTo>
                      <a:close/>
                    </a:path>
                  </a:pathLst>
                </a:custGeom>
                <a:solidFill>
                  <a:srgbClr val="FFFFFF"/>
                </a:solidFill>
                <a:ln w="7600" cap="flat">
                  <a:solidFill>
                    <a:srgbClr val="4169E1"/>
                  </a:solidFill>
                  <a:bevel/>
                </a:ln>
              </p:spPr>
            </p:sp>
            <p:sp>
              <p:nvSpPr>
                <p:cNvPr id="214" name="Text 1263"/>
                <p:cNvSpPr txBox="1"/>
                <p:nvPr/>
              </p:nvSpPr>
              <p:spPr>
                <a:xfrm>
                  <a:off x="4595663" y="3714608"/>
                  <a:ext cx="1488384" cy="1488384"/>
                </a:xfrm>
                <a:prstGeom prst="rect">
                  <a:avLst/>
                </a:prstGeom>
                <a:noFill/>
              </p:spPr>
              <p:txBody>
                <a:bodyPr wrap="square" lIns="36000" tIns="18000" rIns="36000" bIns="18000" rtlCol="0" anchor="ctr"/>
                <a:lstStyle/>
                <a:p>
                  <a:pPr algn="ctr"/>
                  <a:r>
                    <a:rPr sz="2400" dirty="0" err="1">
                      <a:solidFill>
                        <a:schemeClr val="bg1">
                          <a:lumMod val="65000"/>
                        </a:schemeClr>
                      </a:solidFill>
                      <a:latin typeface="微软雅黑" pitchFamily="34" charset="-122"/>
                      <a:ea typeface="微软雅黑" pitchFamily="34" charset="-122"/>
                    </a:rPr>
                    <a:t>微查询</a:t>
                  </a:r>
                  <a:endParaRPr sz="2400" dirty="0">
                    <a:solidFill>
                      <a:schemeClr val="bg1">
                        <a:lumMod val="65000"/>
                      </a:schemeClr>
                    </a:solidFill>
                    <a:latin typeface="微软雅黑" pitchFamily="34" charset="-122"/>
                    <a:ea typeface="微软雅黑" pitchFamily="34" charset="-122"/>
                  </a:endParaRPr>
                </a:p>
              </p:txBody>
            </p:sp>
          </p:grpSp>
        </p:grpSp>
      </p:grpSp>
      <p:sp>
        <p:nvSpPr>
          <p:cNvPr id="233" name="Fat arrow"/>
          <p:cNvSpPr/>
          <p:nvPr/>
        </p:nvSpPr>
        <p:spPr>
          <a:xfrm>
            <a:off x="2781552" y="3061128"/>
            <a:ext cx="1326542" cy="1216000"/>
          </a:xfrm>
          <a:custGeom>
            <a:avLst/>
            <a:gdLst/>
            <a:ahLst/>
            <a:cxnLst/>
            <a:rect l="0" t="0" r="0" b="0"/>
            <a:pathLst>
              <a:path w="1326542" h="1216000">
                <a:moveTo>
                  <a:pt x="0" y="0"/>
                </a:moveTo>
                <a:cubicBezTo>
                  <a:pt x="0" y="0"/>
                  <a:pt x="265309" y="218880"/>
                  <a:pt x="530618" y="296704"/>
                </a:cubicBezTo>
                <a:cubicBezTo>
                  <a:pt x="795925" y="364800"/>
                  <a:pt x="841031" y="296704"/>
                  <a:pt x="841031" y="316160"/>
                </a:cubicBezTo>
                <a:lnTo>
                  <a:pt x="841031" y="158080"/>
                </a:lnTo>
                <a:lnTo>
                  <a:pt x="1326542" y="608000"/>
                </a:lnTo>
                <a:lnTo>
                  <a:pt x="841031" y="1057920"/>
                </a:lnTo>
                <a:lnTo>
                  <a:pt x="841031" y="899840"/>
                </a:lnTo>
                <a:cubicBezTo>
                  <a:pt x="841031" y="919296"/>
                  <a:pt x="795925" y="851200"/>
                  <a:pt x="530618" y="919296"/>
                </a:cubicBezTo>
                <a:cubicBezTo>
                  <a:pt x="265309" y="997120"/>
                  <a:pt x="0" y="1216000"/>
                  <a:pt x="0" y="1216000"/>
                </a:cubicBezTo>
                <a:lnTo>
                  <a:pt x="0" y="0"/>
                </a:lnTo>
                <a:close/>
              </a:path>
            </a:pathLst>
          </a:custGeom>
          <a:gradFill>
            <a:gsLst>
              <a:gs pos="0">
                <a:srgbClr val="B6EDEB"/>
              </a:gs>
              <a:gs pos="100000">
                <a:srgbClr val="48D1CC"/>
              </a:gs>
            </a:gsLst>
            <a:lin ang="0" scaled="0"/>
          </a:gradFill>
          <a:ln w="7600" cap="flat">
            <a:gradFill>
              <a:gsLst>
                <a:gs pos="0">
                  <a:srgbClr val="91E3E0"/>
                </a:gs>
                <a:gs pos="100000">
                  <a:srgbClr val="2DB4AF"/>
                </a:gs>
              </a:gsLst>
              <a:lin ang="0" scaled="0"/>
            </a:gradFill>
            <a:bevel/>
          </a:ln>
        </p:spPr>
      </p:sp>
    </p:spTree>
    <p:extLst>
      <p:ext uri="{BB962C8B-B14F-4D97-AF65-F5344CB8AC3E}">
        <p14:creationId xmlns:p14="http://schemas.microsoft.com/office/powerpoint/2010/main" val="20128386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微查询</a:t>
            </a:r>
            <a:endParaRPr lang="zh-CN" altLang="en-US" dirty="0">
              <a:latin typeface="微软雅黑" pitchFamily="34" charset="-122"/>
              <a:ea typeface="微软雅黑" pitchFamily="34" charset="-122"/>
            </a:endParaRPr>
          </a:p>
        </p:txBody>
      </p:sp>
      <p:pic>
        <p:nvPicPr>
          <p:cNvPr id="1026" name="Picture 2" descr="C:\Users\server001\Desktop\微查询.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836712"/>
            <a:ext cx="2940843" cy="52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1531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微办事</a:t>
            </a:r>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6915" y="945304"/>
            <a:ext cx="2940845" cy="52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60484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微互动</a:t>
            </a:r>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5" y="945304"/>
            <a:ext cx="2940845" cy="52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97034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文本框 24"/>
          <p:cNvSpPr txBox="1">
            <a:spLocks noChangeArrowheads="1"/>
          </p:cNvSpPr>
          <p:nvPr>
            <p:custDataLst>
              <p:tags r:id="rId2"/>
            </p:custDataLst>
          </p:nvPr>
        </p:nvSpPr>
        <p:spPr bwMode="auto">
          <a:xfrm>
            <a:off x="1647825" y="3213100"/>
            <a:ext cx="698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4800" dirty="0">
                <a:solidFill>
                  <a:schemeClr val="accent2"/>
                </a:solidFill>
                <a:latin typeface="微软雅黑" pitchFamily="34" charset="-122"/>
                <a:ea typeface="微软雅黑" pitchFamily="34" charset="-122"/>
              </a:rPr>
              <a:t>第</a:t>
            </a:r>
          </a:p>
        </p:txBody>
      </p:sp>
      <p:sp>
        <p:nvSpPr>
          <p:cNvPr id="2051" name="文本框 25"/>
          <p:cNvSpPr txBox="1">
            <a:spLocks noChangeArrowheads="1"/>
          </p:cNvSpPr>
          <p:nvPr>
            <p:custDataLst>
              <p:tags r:id="rId3"/>
            </p:custDataLst>
          </p:nvPr>
        </p:nvSpPr>
        <p:spPr bwMode="auto">
          <a:xfrm>
            <a:off x="3341688" y="1878013"/>
            <a:ext cx="11064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5400" dirty="0">
                <a:solidFill>
                  <a:schemeClr val="accent2"/>
                </a:solidFill>
                <a:latin typeface="微软雅黑" pitchFamily="34" charset="-122"/>
                <a:ea typeface="微软雅黑" pitchFamily="34" charset="-122"/>
              </a:rPr>
              <a:t>章</a:t>
            </a:r>
          </a:p>
        </p:txBody>
      </p:sp>
      <p:sp>
        <p:nvSpPr>
          <p:cNvPr id="27" name="文本框 26"/>
          <p:cNvSpPr txBox="1"/>
          <p:nvPr>
            <p:custDataLst>
              <p:tags r:id="rId4"/>
            </p:custDataLst>
          </p:nvPr>
        </p:nvSpPr>
        <p:spPr>
          <a:xfrm>
            <a:off x="3616325" y="3527425"/>
            <a:ext cx="3722688" cy="571500"/>
          </a:xfrm>
          <a:prstGeom prst="rect">
            <a:avLst/>
          </a:prstGeom>
          <a:noFill/>
        </p:spPr>
        <p:txBody>
          <a:bodyPr/>
          <a:lstStyle/>
          <a:p>
            <a:pPr algn="ctr" eaLnBrk="1" fontAlgn="auto" hangingPunct="1">
              <a:lnSpc>
                <a:spcPct val="130000"/>
              </a:lnSpc>
              <a:spcBef>
                <a:spcPts val="0"/>
              </a:spcBef>
              <a:spcAft>
                <a:spcPts val="0"/>
              </a:spcAft>
              <a:defRPr/>
            </a:pPr>
            <a:r>
              <a:rPr lang="zh-CN" altLang="en-US" sz="2400" dirty="0" smtClean="0">
                <a:solidFill>
                  <a:schemeClr val="tx1">
                    <a:lumMod val="50000"/>
                    <a:lumOff val="50000"/>
                  </a:schemeClr>
                </a:solidFill>
                <a:latin typeface="微软雅黑" pitchFamily="34" charset="-122"/>
                <a:ea typeface="微软雅黑" pitchFamily="34" charset="-122"/>
              </a:rPr>
              <a:t>合作计划</a:t>
            </a:r>
            <a:endParaRPr lang="zh-CN" altLang="en-US" sz="2400" dirty="0">
              <a:solidFill>
                <a:schemeClr val="tx1">
                  <a:lumMod val="50000"/>
                  <a:lumOff val="50000"/>
                </a:schemeClr>
              </a:solidFill>
              <a:latin typeface="微软雅黑" pitchFamily="34" charset="-122"/>
              <a:ea typeface="微软雅黑" pitchFamily="34" charset="-122"/>
            </a:endParaRPr>
          </a:p>
        </p:txBody>
      </p:sp>
      <p:grpSp>
        <p:nvGrpSpPr>
          <p:cNvPr id="2053" name="组合 27"/>
          <p:cNvGrpSpPr>
            <a:grpSpLocks/>
          </p:cNvGrpSpPr>
          <p:nvPr>
            <p:custDataLst>
              <p:tags r:id="rId5"/>
            </p:custDataLst>
          </p:nvPr>
        </p:nvGrpSpPr>
        <p:grpSpPr bwMode="auto">
          <a:xfrm>
            <a:off x="2230438" y="2232025"/>
            <a:ext cx="1255712" cy="1335088"/>
            <a:chOff x="2027513" y="2778845"/>
            <a:chExt cx="813578" cy="865200"/>
          </a:xfrm>
        </p:grpSpPr>
        <p:sp>
          <p:nvSpPr>
            <p:cNvPr id="29" name="椭圆 28"/>
            <p:cNvSpPr/>
            <p:nvPr/>
          </p:nvSpPr>
          <p:spPr>
            <a:xfrm>
              <a:off x="2200308" y="2938305"/>
              <a:ext cx="466959" cy="467064"/>
            </a:xfrm>
            <a:prstGeom prst="ellipse">
              <a:avLst/>
            </a:prstGeom>
            <a:no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altLang="zh-CN" sz="8000" kern="0" dirty="0" smtClean="0">
                  <a:solidFill>
                    <a:schemeClr val="accent1"/>
                  </a:solidFill>
                  <a:latin typeface="微软雅黑" pitchFamily="34" charset="-122"/>
                  <a:ea typeface="微软雅黑" pitchFamily="34" charset="-122"/>
                </a:rPr>
                <a:t>4</a:t>
              </a:r>
              <a:endParaRPr lang="zh-CN" altLang="en-US" sz="8000" kern="0" dirty="0">
                <a:solidFill>
                  <a:schemeClr val="accent1"/>
                </a:solidFill>
                <a:latin typeface="微软雅黑" pitchFamily="34" charset="-122"/>
                <a:ea typeface="微软雅黑" pitchFamily="34" charset="-122"/>
              </a:endParaRPr>
            </a:p>
          </p:txBody>
        </p:sp>
        <p:sp>
          <p:nvSpPr>
            <p:cNvPr id="30" name="Freeform 9"/>
            <p:cNvSpPr>
              <a:spLocks/>
            </p:cNvSpPr>
            <p:nvPr/>
          </p:nvSpPr>
          <p:spPr bwMode="auto">
            <a:xfrm>
              <a:off x="2027513" y="2778845"/>
              <a:ext cx="813578" cy="865200"/>
            </a:xfrm>
            <a:custGeom>
              <a:avLst/>
              <a:gdLst>
                <a:gd name="T0" fmla="*/ 66 w 788"/>
                <a:gd name="T1" fmla="*/ 471 h 838"/>
                <a:gd name="T2" fmla="*/ 122 w 788"/>
                <a:gd name="T3" fmla="*/ 470 h 838"/>
                <a:gd name="T4" fmla="*/ 29 w 788"/>
                <a:gd name="T5" fmla="*/ 524 h 838"/>
                <a:gd name="T6" fmla="*/ 26 w 788"/>
                <a:gd name="T7" fmla="*/ 592 h 838"/>
                <a:gd name="T8" fmla="*/ 659 w 788"/>
                <a:gd name="T9" fmla="*/ 573 h 838"/>
                <a:gd name="T10" fmla="*/ 55 w 788"/>
                <a:gd name="T11" fmla="*/ 663 h 838"/>
                <a:gd name="T12" fmla="*/ 51 w 788"/>
                <a:gd name="T13" fmla="*/ 632 h 838"/>
                <a:gd name="T14" fmla="*/ 492 w 788"/>
                <a:gd name="T15" fmla="*/ 775 h 838"/>
                <a:gd name="T16" fmla="*/ 392 w 788"/>
                <a:gd name="T17" fmla="*/ 778 h 838"/>
                <a:gd name="T18" fmla="*/ 757 w 788"/>
                <a:gd name="T19" fmla="*/ 248 h 838"/>
                <a:gd name="T20" fmla="*/ 656 w 788"/>
                <a:gd name="T21" fmla="*/ 116 h 838"/>
                <a:gd name="T22" fmla="*/ 486 w 788"/>
                <a:gd name="T23" fmla="*/ 10 h 838"/>
                <a:gd name="T24" fmla="*/ 220 w 788"/>
                <a:gd name="T25" fmla="*/ 53 h 838"/>
                <a:gd name="T26" fmla="*/ 101 w 788"/>
                <a:gd name="T27" fmla="*/ 153 h 838"/>
                <a:gd name="T28" fmla="*/ 58 w 788"/>
                <a:gd name="T29" fmla="*/ 236 h 838"/>
                <a:gd name="T30" fmla="*/ 34 w 788"/>
                <a:gd name="T31" fmla="*/ 315 h 838"/>
                <a:gd name="T32" fmla="*/ 3 w 788"/>
                <a:gd name="T33" fmla="*/ 436 h 838"/>
                <a:gd name="T34" fmla="*/ 23 w 788"/>
                <a:gd name="T35" fmla="*/ 502 h 838"/>
                <a:gd name="T36" fmla="*/ 45 w 788"/>
                <a:gd name="T37" fmla="*/ 489 h 838"/>
                <a:gd name="T38" fmla="*/ 53 w 788"/>
                <a:gd name="T39" fmla="*/ 463 h 838"/>
                <a:gd name="T40" fmla="*/ 60 w 788"/>
                <a:gd name="T41" fmla="*/ 401 h 838"/>
                <a:gd name="T42" fmla="*/ 63 w 788"/>
                <a:gd name="T43" fmla="*/ 312 h 838"/>
                <a:gd name="T44" fmla="*/ 105 w 788"/>
                <a:gd name="T45" fmla="*/ 187 h 838"/>
                <a:gd name="T46" fmla="*/ 159 w 788"/>
                <a:gd name="T47" fmla="*/ 111 h 838"/>
                <a:gd name="T48" fmla="*/ 404 w 788"/>
                <a:gd name="T49" fmla="*/ 53 h 838"/>
                <a:gd name="T50" fmla="*/ 600 w 788"/>
                <a:gd name="T51" fmla="*/ 151 h 838"/>
                <a:gd name="T52" fmla="*/ 616 w 788"/>
                <a:gd name="T53" fmla="*/ 222 h 838"/>
                <a:gd name="T54" fmla="*/ 536 w 788"/>
                <a:gd name="T55" fmla="*/ 177 h 838"/>
                <a:gd name="T56" fmla="*/ 579 w 788"/>
                <a:gd name="T57" fmla="*/ 227 h 838"/>
                <a:gd name="T58" fmla="*/ 667 w 788"/>
                <a:gd name="T59" fmla="*/ 320 h 838"/>
                <a:gd name="T60" fmla="*/ 613 w 788"/>
                <a:gd name="T61" fmla="*/ 273 h 838"/>
                <a:gd name="T62" fmla="*/ 574 w 788"/>
                <a:gd name="T63" fmla="*/ 273 h 838"/>
                <a:gd name="T64" fmla="*/ 692 w 788"/>
                <a:gd name="T65" fmla="*/ 431 h 838"/>
                <a:gd name="T66" fmla="*/ 679 w 788"/>
                <a:gd name="T67" fmla="*/ 558 h 838"/>
                <a:gd name="T68" fmla="*/ 555 w 788"/>
                <a:gd name="T69" fmla="*/ 688 h 838"/>
                <a:gd name="T70" fmla="*/ 423 w 788"/>
                <a:gd name="T71" fmla="*/ 721 h 838"/>
                <a:gd name="T72" fmla="*/ 248 w 788"/>
                <a:gd name="T73" fmla="*/ 682 h 838"/>
                <a:gd name="T74" fmla="*/ 101 w 788"/>
                <a:gd name="T75" fmla="*/ 537 h 838"/>
                <a:gd name="T76" fmla="*/ 108 w 788"/>
                <a:gd name="T77" fmla="*/ 618 h 838"/>
                <a:gd name="T78" fmla="*/ 125 w 788"/>
                <a:gd name="T79" fmla="*/ 666 h 838"/>
                <a:gd name="T80" fmla="*/ 153 w 788"/>
                <a:gd name="T81" fmla="*/ 693 h 838"/>
                <a:gd name="T82" fmla="*/ 190 w 788"/>
                <a:gd name="T83" fmla="*/ 714 h 838"/>
                <a:gd name="T84" fmla="*/ 211 w 788"/>
                <a:gd name="T85" fmla="*/ 685 h 838"/>
                <a:gd name="T86" fmla="*/ 243 w 788"/>
                <a:gd name="T87" fmla="*/ 732 h 838"/>
                <a:gd name="T88" fmla="*/ 299 w 788"/>
                <a:gd name="T89" fmla="*/ 769 h 838"/>
                <a:gd name="T90" fmla="*/ 384 w 788"/>
                <a:gd name="T91" fmla="*/ 758 h 838"/>
                <a:gd name="T92" fmla="*/ 428 w 788"/>
                <a:gd name="T93" fmla="*/ 750 h 838"/>
                <a:gd name="T94" fmla="*/ 492 w 788"/>
                <a:gd name="T95" fmla="*/ 754 h 838"/>
                <a:gd name="T96" fmla="*/ 573 w 788"/>
                <a:gd name="T97" fmla="*/ 733 h 838"/>
                <a:gd name="T98" fmla="*/ 716 w 788"/>
                <a:gd name="T99" fmla="*/ 594 h 838"/>
                <a:gd name="T100" fmla="*/ 743 w 788"/>
                <a:gd name="T101" fmla="*/ 614 h 838"/>
                <a:gd name="T102" fmla="*/ 769 w 788"/>
                <a:gd name="T103" fmla="*/ 505 h 838"/>
                <a:gd name="T104" fmla="*/ 114 w 788"/>
                <a:gd name="T105" fmla="*/ 640 h 838"/>
                <a:gd name="T106" fmla="*/ 209 w 788"/>
                <a:gd name="T107" fmla="*/ 674 h 838"/>
                <a:gd name="T108" fmla="*/ 211 w 788"/>
                <a:gd name="T109" fmla="*/ 671 h 838"/>
                <a:gd name="T110" fmla="*/ 341 w 788"/>
                <a:gd name="T111" fmla="*/ 741 h 838"/>
                <a:gd name="T112" fmla="*/ 80 w 788"/>
                <a:gd name="T113" fmla="*/ 510 h 838"/>
                <a:gd name="T114" fmla="*/ 145 w 788"/>
                <a:gd name="T115" fmla="*/ 759 h 838"/>
                <a:gd name="T116" fmla="*/ 158 w 788"/>
                <a:gd name="T117" fmla="*/ 783 h 838"/>
                <a:gd name="T118" fmla="*/ 244 w 788"/>
                <a:gd name="T119" fmla="*/ 827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88" h="838">
                  <a:moveTo>
                    <a:pt x="0" y="207"/>
                  </a:moveTo>
                  <a:lnTo>
                    <a:pt x="0" y="207"/>
                  </a:lnTo>
                  <a:lnTo>
                    <a:pt x="2" y="209"/>
                  </a:lnTo>
                  <a:lnTo>
                    <a:pt x="5" y="212"/>
                  </a:lnTo>
                  <a:lnTo>
                    <a:pt x="10" y="212"/>
                  </a:lnTo>
                  <a:lnTo>
                    <a:pt x="14" y="212"/>
                  </a:lnTo>
                  <a:lnTo>
                    <a:pt x="14" y="212"/>
                  </a:lnTo>
                  <a:lnTo>
                    <a:pt x="14" y="211"/>
                  </a:lnTo>
                  <a:lnTo>
                    <a:pt x="14" y="207"/>
                  </a:lnTo>
                  <a:lnTo>
                    <a:pt x="10" y="204"/>
                  </a:lnTo>
                  <a:lnTo>
                    <a:pt x="6" y="203"/>
                  </a:lnTo>
                  <a:lnTo>
                    <a:pt x="3" y="203"/>
                  </a:lnTo>
                  <a:lnTo>
                    <a:pt x="2" y="204"/>
                  </a:lnTo>
                  <a:lnTo>
                    <a:pt x="0" y="207"/>
                  </a:lnTo>
                  <a:lnTo>
                    <a:pt x="0" y="207"/>
                  </a:lnTo>
                  <a:close/>
                  <a:moveTo>
                    <a:pt x="66" y="471"/>
                  </a:moveTo>
                  <a:lnTo>
                    <a:pt x="66" y="471"/>
                  </a:lnTo>
                  <a:lnTo>
                    <a:pt x="68" y="468"/>
                  </a:lnTo>
                  <a:lnTo>
                    <a:pt x="66" y="465"/>
                  </a:lnTo>
                  <a:lnTo>
                    <a:pt x="64" y="465"/>
                  </a:lnTo>
                  <a:lnTo>
                    <a:pt x="64" y="465"/>
                  </a:lnTo>
                  <a:lnTo>
                    <a:pt x="64" y="470"/>
                  </a:lnTo>
                  <a:lnTo>
                    <a:pt x="64" y="471"/>
                  </a:lnTo>
                  <a:lnTo>
                    <a:pt x="66" y="471"/>
                  </a:lnTo>
                  <a:lnTo>
                    <a:pt x="66" y="471"/>
                  </a:lnTo>
                  <a:close/>
                  <a:moveTo>
                    <a:pt x="125" y="470"/>
                  </a:moveTo>
                  <a:lnTo>
                    <a:pt x="125" y="466"/>
                  </a:lnTo>
                  <a:lnTo>
                    <a:pt x="125" y="466"/>
                  </a:lnTo>
                  <a:lnTo>
                    <a:pt x="124" y="466"/>
                  </a:lnTo>
                  <a:lnTo>
                    <a:pt x="122" y="466"/>
                  </a:lnTo>
                  <a:lnTo>
                    <a:pt x="121" y="465"/>
                  </a:lnTo>
                  <a:lnTo>
                    <a:pt x="121" y="465"/>
                  </a:lnTo>
                  <a:lnTo>
                    <a:pt x="121" y="468"/>
                  </a:lnTo>
                  <a:lnTo>
                    <a:pt x="122" y="470"/>
                  </a:lnTo>
                  <a:lnTo>
                    <a:pt x="124" y="471"/>
                  </a:lnTo>
                  <a:lnTo>
                    <a:pt x="125" y="470"/>
                  </a:lnTo>
                  <a:lnTo>
                    <a:pt x="125" y="470"/>
                  </a:lnTo>
                  <a:close/>
                  <a:moveTo>
                    <a:pt x="24" y="550"/>
                  </a:moveTo>
                  <a:lnTo>
                    <a:pt x="24" y="550"/>
                  </a:lnTo>
                  <a:lnTo>
                    <a:pt x="26" y="550"/>
                  </a:lnTo>
                  <a:lnTo>
                    <a:pt x="27" y="548"/>
                  </a:lnTo>
                  <a:lnTo>
                    <a:pt x="27" y="548"/>
                  </a:lnTo>
                  <a:lnTo>
                    <a:pt x="27" y="542"/>
                  </a:lnTo>
                  <a:lnTo>
                    <a:pt x="27" y="534"/>
                  </a:lnTo>
                  <a:lnTo>
                    <a:pt x="26" y="528"/>
                  </a:lnTo>
                  <a:lnTo>
                    <a:pt x="21" y="523"/>
                  </a:lnTo>
                  <a:lnTo>
                    <a:pt x="21" y="523"/>
                  </a:lnTo>
                  <a:lnTo>
                    <a:pt x="23" y="523"/>
                  </a:lnTo>
                  <a:lnTo>
                    <a:pt x="24" y="524"/>
                  </a:lnTo>
                  <a:lnTo>
                    <a:pt x="26" y="526"/>
                  </a:lnTo>
                  <a:lnTo>
                    <a:pt x="29" y="524"/>
                  </a:lnTo>
                  <a:lnTo>
                    <a:pt x="29" y="524"/>
                  </a:lnTo>
                  <a:lnTo>
                    <a:pt x="27" y="521"/>
                  </a:lnTo>
                  <a:lnTo>
                    <a:pt x="26" y="518"/>
                  </a:lnTo>
                  <a:lnTo>
                    <a:pt x="23" y="516"/>
                  </a:lnTo>
                  <a:lnTo>
                    <a:pt x="18" y="516"/>
                  </a:lnTo>
                  <a:lnTo>
                    <a:pt x="18" y="516"/>
                  </a:lnTo>
                  <a:lnTo>
                    <a:pt x="18" y="513"/>
                  </a:lnTo>
                  <a:lnTo>
                    <a:pt x="14" y="511"/>
                  </a:lnTo>
                  <a:lnTo>
                    <a:pt x="13" y="508"/>
                  </a:lnTo>
                  <a:lnTo>
                    <a:pt x="14" y="503"/>
                  </a:lnTo>
                  <a:lnTo>
                    <a:pt x="11" y="503"/>
                  </a:lnTo>
                  <a:lnTo>
                    <a:pt x="11" y="503"/>
                  </a:lnTo>
                  <a:lnTo>
                    <a:pt x="11" y="526"/>
                  </a:lnTo>
                  <a:lnTo>
                    <a:pt x="14" y="548"/>
                  </a:lnTo>
                  <a:lnTo>
                    <a:pt x="19" y="571"/>
                  </a:lnTo>
                  <a:lnTo>
                    <a:pt x="26" y="592"/>
                  </a:lnTo>
                  <a:lnTo>
                    <a:pt x="26" y="592"/>
                  </a:lnTo>
                  <a:lnTo>
                    <a:pt x="31" y="590"/>
                  </a:lnTo>
                  <a:lnTo>
                    <a:pt x="32" y="585"/>
                  </a:lnTo>
                  <a:lnTo>
                    <a:pt x="32" y="581"/>
                  </a:lnTo>
                  <a:lnTo>
                    <a:pt x="31" y="574"/>
                  </a:lnTo>
                  <a:lnTo>
                    <a:pt x="27" y="561"/>
                  </a:lnTo>
                  <a:lnTo>
                    <a:pt x="24" y="550"/>
                  </a:lnTo>
                  <a:lnTo>
                    <a:pt x="24" y="550"/>
                  </a:lnTo>
                  <a:close/>
                  <a:moveTo>
                    <a:pt x="659" y="573"/>
                  </a:moveTo>
                  <a:lnTo>
                    <a:pt x="659" y="573"/>
                  </a:lnTo>
                  <a:lnTo>
                    <a:pt x="658" y="574"/>
                  </a:lnTo>
                  <a:lnTo>
                    <a:pt x="659" y="577"/>
                  </a:lnTo>
                  <a:lnTo>
                    <a:pt x="664" y="577"/>
                  </a:lnTo>
                  <a:lnTo>
                    <a:pt x="664" y="577"/>
                  </a:lnTo>
                  <a:lnTo>
                    <a:pt x="664" y="574"/>
                  </a:lnTo>
                  <a:lnTo>
                    <a:pt x="663" y="573"/>
                  </a:lnTo>
                  <a:lnTo>
                    <a:pt x="659" y="573"/>
                  </a:lnTo>
                  <a:lnTo>
                    <a:pt x="659" y="573"/>
                  </a:lnTo>
                  <a:close/>
                  <a:moveTo>
                    <a:pt x="39" y="611"/>
                  </a:moveTo>
                  <a:lnTo>
                    <a:pt x="39" y="611"/>
                  </a:lnTo>
                  <a:lnTo>
                    <a:pt x="39" y="606"/>
                  </a:lnTo>
                  <a:lnTo>
                    <a:pt x="37" y="602"/>
                  </a:lnTo>
                  <a:lnTo>
                    <a:pt x="32" y="592"/>
                  </a:lnTo>
                  <a:lnTo>
                    <a:pt x="32" y="592"/>
                  </a:lnTo>
                  <a:lnTo>
                    <a:pt x="31" y="594"/>
                  </a:lnTo>
                  <a:lnTo>
                    <a:pt x="27" y="594"/>
                  </a:lnTo>
                  <a:lnTo>
                    <a:pt x="27" y="594"/>
                  </a:lnTo>
                  <a:lnTo>
                    <a:pt x="31" y="603"/>
                  </a:lnTo>
                  <a:lnTo>
                    <a:pt x="32" y="613"/>
                  </a:lnTo>
                  <a:lnTo>
                    <a:pt x="35" y="621"/>
                  </a:lnTo>
                  <a:lnTo>
                    <a:pt x="40" y="629"/>
                  </a:lnTo>
                  <a:lnTo>
                    <a:pt x="40" y="629"/>
                  </a:lnTo>
                  <a:lnTo>
                    <a:pt x="42" y="639"/>
                  </a:lnTo>
                  <a:lnTo>
                    <a:pt x="47" y="647"/>
                  </a:lnTo>
                  <a:lnTo>
                    <a:pt x="55" y="663"/>
                  </a:lnTo>
                  <a:lnTo>
                    <a:pt x="66" y="679"/>
                  </a:lnTo>
                  <a:lnTo>
                    <a:pt x="74" y="695"/>
                  </a:lnTo>
                  <a:lnTo>
                    <a:pt x="74" y="695"/>
                  </a:lnTo>
                  <a:lnTo>
                    <a:pt x="80" y="701"/>
                  </a:lnTo>
                  <a:lnTo>
                    <a:pt x="85" y="708"/>
                  </a:lnTo>
                  <a:lnTo>
                    <a:pt x="92" y="713"/>
                  </a:lnTo>
                  <a:lnTo>
                    <a:pt x="98" y="719"/>
                  </a:lnTo>
                  <a:lnTo>
                    <a:pt x="98" y="719"/>
                  </a:lnTo>
                  <a:lnTo>
                    <a:pt x="95" y="713"/>
                  </a:lnTo>
                  <a:lnTo>
                    <a:pt x="92" y="708"/>
                  </a:lnTo>
                  <a:lnTo>
                    <a:pt x="88" y="703"/>
                  </a:lnTo>
                  <a:lnTo>
                    <a:pt x="87" y="696"/>
                  </a:lnTo>
                  <a:lnTo>
                    <a:pt x="87" y="696"/>
                  </a:lnTo>
                  <a:lnTo>
                    <a:pt x="79" y="688"/>
                  </a:lnTo>
                  <a:lnTo>
                    <a:pt x="72" y="677"/>
                  </a:lnTo>
                  <a:lnTo>
                    <a:pt x="61" y="656"/>
                  </a:lnTo>
                  <a:lnTo>
                    <a:pt x="51" y="632"/>
                  </a:lnTo>
                  <a:lnTo>
                    <a:pt x="39" y="611"/>
                  </a:lnTo>
                  <a:lnTo>
                    <a:pt x="39" y="611"/>
                  </a:lnTo>
                  <a:close/>
                  <a:moveTo>
                    <a:pt x="706" y="666"/>
                  </a:moveTo>
                  <a:lnTo>
                    <a:pt x="706" y="666"/>
                  </a:lnTo>
                  <a:lnTo>
                    <a:pt x="712" y="666"/>
                  </a:lnTo>
                  <a:lnTo>
                    <a:pt x="719" y="664"/>
                  </a:lnTo>
                  <a:lnTo>
                    <a:pt x="724" y="663"/>
                  </a:lnTo>
                  <a:lnTo>
                    <a:pt x="728" y="659"/>
                  </a:lnTo>
                  <a:lnTo>
                    <a:pt x="728" y="659"/>
                  </a:lnTo>
                  <a:lnTo>
                    <a:pt x="722" y="658"/>
                  </a:lnTo>
                  <a:lnTo>
                    <a:pt x="716" y="659"/>
                  </a:lnTo>
                  <a:lnTo>
                    <a:pt x="711" y="663"/>
                  </a:lnTo>
                  <a:lnTo>
                    <a:pt x="706" y="666"/>
                  </a:lnTo>
                  <a:lnTo>
                    <a:pt x="706" y="666"/>
                  </a:lnTo>
                  <a:close/>
                  <a:moveTo>
                    <a:pt x="490" y="774"/>
                  </a:moveTo>
                  <a:lnTo>
                    <a:pt x="490" y="774"/>
                  </a:lnTo>
                  <a:lnTo>
                    <a:pt x="492" y="775"/>
                  </a:lnTo>
                  <a:lnTo>
                    <a:pt x="494" y="777"/>
                  </a:lnTo>
                  <a:lnTo>
                    <a:pt x="497" y="777"/>
                  </a:lnTo>
                  <a:lnTo>
                    <a:pt x="499" y="777"/>
                  </a:lnTo>
                  <a:lnTo>
                    <a:pt x="499" y="777"/>
                  </a:lnTo>
                  <a:lnTo>
                    <a:pt x="497" y="775"/>
                  </a:lnTo>
                  <a:lnTo>
                    <a:pt x="495" y="774"/>
                  </a:lnTo>
                  <a:lnTo>
                    <a:pt x="494" y="774"/>
                  </a:lnTo>
                  <a:lnTo>
                    <a:pt x="490" y="774"/>
                  </a:lnTo>
                  <a:lnTo>
                    <a:pt x="490" y="774"/>
                  </a:lnTo>
                  <a:close/>
                  <a:moveTo>
                    <a:pt x="389" y="787"/>
                  </a:moveTo>
                  <a:lnTo>
                    <a:pt x="389" y="787"/>
                  </a:lnTo>
                  <a:lnTo>
                    <a:pt x="392" y="787"/>
                  </a:lnTo>
                  <a:lnTo>
                    <a:pt x="396" y="785"/>
                  </a:lnTo>
                  <a:lnTo>
                    <a:pt x="397" y="782"/>
                  </a:lnTo>
                  <a:lnTo>
                    <a:pt x="396" y="778"/>
                  </a:lnTo>
                  <a:lnTo>
                    <a:pt x="396" y="778"/>
                  </a:lnTo>
                  <a:lnTo>
                    <a:pt x="392" y="778"/>
                  </a:lnTo>
                  <a:lnTo>
                    <a:pt x="391" y="780"/>
                  </a:lnTo>
                  <a:lnTo>
                    <a:pt x="389" y="787"/>
                  </a:lnTo>
                  <a:lnTo>
                    <a:pt x="389" y="787"/>
                  </a:lnTo>
                  <a:close/>
                  <a:moveTo>
                    <a:pt x="777" y="421"/>
                  </a:moveTo>
                  <a:lnTo>
                    <a:pt x="777" y="421"/>
                  </a:lnTo>
                  <a:lnTo>
                    <a:pt x="783" y="410"/>
                  </a:lnTo>
                  <a:lnTo>
                    <a:pt x="786" y="399"/>
                  </a:lnTo>
                  <a:lnTo>
                    <a:pt x="788" y="386"/>
                  </a:lnTo>
                  <a:lnTo>
                    <a:pt x="788" y="373"/>
                  </a:lnTo>
                  <a:lnTo>
                    <a:pt x="783" y="346"/>
                  </a:lnTo>
                  <a:lnTo>
                    <a:pt x="778" y="318"/>
                  </a:lnTo>
                  <a:lnTo>
                    <a:pt x="778" y="318"/>
                  </a:lnTo>
                  <a:lnTo>
                    <a:pt x="774" y="299"/>
                  </a:lnTo>
                  <a:lnTo>
                    <a:pt x="767" y="281"/>
                  </a:lnTo>
                  <a:lnTo>
                    <a:pt x="762" y="264"/>
                  </a:lnTo>
                  <a:lnTo>
                    <a:pt x="757" y="248"/>
                  </a:lnTo>
                  <a:lnTo>
                    <a:pt x="757" y="248"/>
                  </a:lnTo>
                  <a:lnTo>
                    <a:pt x="753" y="243"/>
                  </a:lnTo>
                  <a:lnTo>
                    <a:pt x="749" y="240"/>
                  </a:lnTo>
                  <a:lnTo>
                    <a:pt x="749" y="240"/>
                  </a:lnTo>
                  <a:lnTo>
                    <a:pt x="743" y="222"/>
                  </a:lnTo>
                  <a:lnTo>
                    <a:pt x="737" y="204"/>
                  </a:lnTo>
                  <a:lnTo>
                    <a:pt x="728" y="188"/>
                  </a:lnTo>
                  <a:lnTo>
                    <a:pt x="719" y="172"/>
                  </a:lnTo>
                  <a:lnTo>
                    <a:pt x="709" y="158"/>
                  </a:lnTo>
                  <a:lnTo>
                    <a:pt x="700" y="145"/>
                  </a:lnTo>
                  <a:lnTo>
                    <a:pt x="675" y="119"/>
                  </a:lnTo>
                  <a:lnTo>
                    <a:pt x="675" y="119"/>
                  </a:lnTo>
                  <a:lnTo>
                    <a:pt x="666" y="121"/>
                  </a:lnTo>
                  <a:lnTo>
                    <a:pt x="659" y="122"/>
                  </a:lnTo>
                  <a:lnTo>
                    <a:pt x="659" y="122"/>
                  </a:lnTo>
                  <a:lnTo>
                    <a:pt x="658" y="119"/>
                  </a:lnTo>
                  <a:lnTo>
                    <a:pt x="656" y="117"/>
                  </a:lnTo>
                  <a:lnTo>
                    <a:pt x="656" y="116"/>
                  </a:lnTo>
                  <a:lnTo>
                    <a:pt x="656" y="116"/>
                  </a:lnTo>
                  <a:lnTo>
                    <a:pt x="650" y="116"/>
                  </a:lnTo>
                  <a:lnTo>
                    <a:pt x="648" y="114"/>
                  </a:lnTo>
                  <a:lnTo>
                    <a:pt x="646" y="111"/>
                  </a:lnTo>
                  <a:lnTo>
                    <a:pt x="646" y="111"/>
                  </a:lnTo>
                  <a:lnTo>
                    <a:pt x="664" y="113"/>
                  </a:lnTo>
                  <a:lnTo>
                    <a:pt x="664" y="113"/>
                  </a:lnTo>
                  <a:lnTo>
                    <a:pt x="663" y="109"/>
                  </a:lnTo>
                  <a:lnTo>
                    <a:pt x="663" y="105"/>
                  </a:lnTo>
                  <a:lnTo>
                    <a:pt x="663" y="105"/>
                  </a:lnTo>
                  <a:lnTo>
                    <a:pt x="643" y="85"/>
                  </a:lnTo>
                  <a:lnTo>
                    <a:pt x="621" y="68"/>
                  </a:lnTo>
                  <a:lnTo>
                    <a:pt x="597" y="51"/>
                  </a:lnTo>
                  <a:lnTo>
                    <a:pt x="571" y="39"/>
                  </a:lnTo>
                  <a:lnTo>
                    <a:pt x="544" y="27"/>
                  </a:lnTo>
                  <a:lnTo>
                    <a:pt x="515" y="18"/>
                  </a:lnTo>
                  <a:lnTo>
                    <a:pt x="486" y="10"/>
                  </a:lnTo>
                  <a:lnTo>
                    <a:pt x="455" y="6"/>
                  </a:lnTo>
                  <a:lnTo>
                    <a:pt x="455" y="6"/>
                  </a:lnTo>
                  <a:lnTo>
                    <a:pt x="429" y="2"/>
                  </a:lnTo>
                  <a:lnTo>
                    <a:pt x="402" y="0"/>
                  </a:lnTo>
                  <a:lnTo>
                    <a:pt x="376" y="2"/>
                  </a:lnTo>
                  <a:lnTo>
                    <a:pt x="351" y="5"/>
                  </a:lnTo>
                  <a:lnTo>
                    <a:pt x="351" y="5"/>
                  </a:lnTo>
                  <a:lnTo>
                    <a:pt x="339" y="6"/>
                  </a:lnTo>
                  <a:lnTo>
                    <a:pt x="330" y="11"/>
                  </a:lnTo>
                  <a:lnTo>
                    <a:pt x="318" y="13"/>
                  </a:lnTo>
                  <a:lnTo>
                    <a:pt x="314" y="14"/>
                  </a:lnTo>
                  <a:lnTo>
                    <a:pt x="307" y="14"/>
                  </a:lnTo>
                  <a:lnTo>
                    <a:pt x="307" y="14"/>
                  </a:lnTo>
                  <a:lnTo>
                    <a:pt x="262" y="32"/>
                  </a:lnTo>
                  <a:lnTo>
                    <a:pt x="240" y="42"/>
                  </a:lnTo>
                  <a:lnTo>
                    <a:pt x="230" y="47"/>
                  </a:lnTo>
                  <a:lnTo>
                    <a:pt x="220" y="53"/>
                  </a:lnTo>
                  <a:lnTo>
                    <a:pt x="220" y="53"/>
                  </a:lnTo>
                  <a:lnTo>
                    <a:pt x="219" y="53"/>
                  </a:lnTo>
                  <a:lnTo>
                    <a:pt x="217" y="53"/>
                  </a:lnTo>
                  <a:lnTo>
                    <a:pt x="217" y="53"/>
                  </a:lnTo>
                  <a:lnTo>
                    <a:pt x="204" y="63"/>
                  </a:lnTo>
                  <a:lnTo>
                    <a:pt x="193" y="69"/>
                  </a:lnTo>
                  <a:lnTo>
                    <a:pt x="180" y="77"/>
                  </a:lnTo>
                  <a:lnTo>
                    <a:pt x="170" y="87"/>
                  </a:lnTo>
                  <a:lnTo>
                    <a:pt x="170" y="87"/>
                  </a:lnTo>
                  <a:lnTo>
                    <a:pt x="153" y="100"/>
                  </a:lnTo>
                  <a:lnTo>
                    <a:pt x="135" y="116"/>
                  </a:lnTo>
                  <a:lnTo>
                    <a:pt x="119" y="132"/>
                  </a:lnTo>
                  <a:lnTo>
                    <a:pt x="101" y="146"/>
                  </a:lnTo>
                  <a:lnTo>
                    <a:pt x="101" y="146"/>
                  </a:lnTo>
                  <a:lnTo>
                    <a:pt x="103" y="150"/>
                  </a:lnTo>
                  <a:lnTo>
                    <a:pt x="103" y="151"/>
                  </a:lnTo>
                  <a:lnTo>
                    <a:pt x="101" y="153"/>
                  </a:lnTo>
                  <a:lnTo>
                    <a:pt x="101" y="153"/>
                  </a:lnTo>
                  <a:lnTo>
                    <a:pt x="98" y="154"/>
                  </a:lnTo>
                  <a:lnTo>
                    <a:pt x="93" y="158"/>
                  </a:lnTo>
                  <a:lnTo>
                    <a:pt x="88" y="166"/>
                  </a:lnTo>
                  <a:lnTo>
                    <a:pt x="85" y="174"/>
                  </a:lnTo>
                  <a:lnTo>
                    <a:pt x="80" y="183"/>
                  </a:lnTo>
                  <a:lnTo>
                    <a:pt x="80" y="183"/>
                  </a:lnTo>
                  <a:lnTo>
                    <a:pt x="82" y="183"/>
                  </a:lnTo>
                  <a:lnTo>
                    <a:pt x="84" y="185"/>
                  </a:lnTo>
                  <a:lnTo>
                    <a:pt x="85" y="188"/>
                  </a:lnTo>
                  <a:lnTo>
                    <a:pt x="85" y="188"/>
                  </a:lnTo>
                  <a:lnTo>
                    <a:pt x="80" y="195"/>
                  </a:lnTo>
                  <a:lnTo>
                    <a:pt x="77" y="203"/>
                  </a:lnTo>
                  <a:lnTo>
                    <a:pt x="71" y="219"/>
                  </a:lnTo>
                  <a:lnTo>
                    <a:pt x="68" y="227"/>
                  </a:lnTo>
                  <a:lnTo>
                    <a:pt x="63" y="233"/>
                  </a:lnTo>
                  <a:lnTo>
                    <a:pt x="58" y="236"/>
                  </a:lnTo>
                  <a:lnTo>
                    <a:pt x="50" y="240"/>
                  </a:lnTo>
                  <a:lnTo>
                    <a:pt x="50" y="240"/>
                  </a:lnTo>
                  <a:lnTo>
                    <a:pt x="53" y="244"/>
                  </a:lnTo>
                  <a:lnTo>
                    <a:pt x="55" y="249"/>
                  </a:lnTo>
                  <a:lnTo>
                    <a:pt x="55" y="256"/>
                  </a:lnTo>
                  <a:lnTo>
                    <a:pt x="53" y="262"/>
                  </a:lnTo>
                  <a:lnTo>
                    <a:pt x="47" y="272"/>
                  </a:lnTo>
                  <a:lnTo>
                    <a:pt x="39" y="281"/>
                  </a:lnTo>
                  <a:lnTo>
                    <a:pt x="39" y="281"/>
                  </a:lnTo>
                  <a:lnTo>
                    <a:pt x="40" y="285"/>
                  </a:lnTo>
                  <a:lnTo>
                    <a:pt x="40" y="288"/>
                  </a:lnTo>
                  <a:lnTo>
                    <a:pt x="35" y="294"/>
                  </a:lnTo>
                  <a:lnTo>
                    <a:pt x="35" y="294"/>
                  </a:lnTo>
                  <a:lnTo>
                    <a:pt x="35" y="301"/>
                  </a:lnTo>
                  <a:lnTo>
                    <a:pt x="34" y="306"/>
                  </a:lnTo>
                  <a:lnTo>
                    <a:pt x="34" y="310"/>
                  </a:lnTo>
                  <a:lnTo>
                    <a:pt x="34" y="315"/>
                  </a:lnTo>
                  <a:lnTo>
                    <a:pt x="34" y="315"/>
                  </a:lnTo>
                  <a:lnTo>
                    <a:pt x="29" y="327"/>
                  </a:lnTo>
                  <a:lnTo>
                    <a:pt x="21" y="335"/>
                  </a:lnTo>
                  <a:lnTo>
                    <a:pt x="19" y="339"/>
                  </a:lnTo>
                  <a:lnTo>
                    <a:pt x="16" y="344"/>
                  </a:lnTo>
                  <a:lnTo>
                    <a:pt x="16" y="349"/>
                  </a:lnTo>
                  <a:lnTo>
                    <a:pt x="16" y="355"/>
                  </a:lnTo>
                  <a:lnTo>
                    <a:pt x="16" y="355"/>
                  </a:lnTo>
                  <a:lnTo>
                    <a:pt x="13" y="355"/>
                  </a:lnTo>
                  <a:lnTo>
                    <a:pt x="10" y="354"/>
                  </a:lnTo>
                  <a:lnTo>
                    <a:pt x="10" y="354"/>
                  </a:lnTo>
                  <a:lnTo>
                    <a:pt x="8" y="357"/>
                  </a:lnTo>
                  <a:lnTo>
                    <a:pt x="5" y="359"/>
                  </a:lnTo>
                  <a:lnTo>
                    <a:pt x="5" y="359"/>
                  </a:lnTo>
                  <a:lnTo>
                    <a:pt x="3" y="376"/>
                  </a:lnTo>
                  <a:lnTo>
                    <a:pt x="3" y="396"/>
                  </a:lnTo>
                  <a:lnTo>
                    <a:pt x="3" y="436"/>
                  </a:lnTo>
                  <a:lnTo>
                    <a:pt x="3" y="436"/>
                  </a:lnTo>
                  <a:lnTo>
                    <a:pt x="6" y="454"/>
                  </a:lnTo>
                  <a:lnTo>
                    <a:pt x="8" y="471"/>
                  </a:lnTo>
                  <a:lnTo>
                    <a:pt x="8" y="471"/>
                  </a:lnTo>
                  <a:lnTo>
                    <a:pt x="8" y="487"/>
                  </a:lnTo>
                  <a:lnTo>
                    <a:pt x="10" y="495"/>
                  </a:lnTo>
                  <a:lnTo>
                    <a:pt x="11" y="499"/>
                  </a:lnTo>
                  <a:lnTo>
                    <a:pt x="14" y="500"/>
                  </a:lnTo>
                  <a:lnTo>
                    <a:pt x="14" y="500"/>
                  </a:lnTo>
                  <a:lnTo>
                    <a:pt x="14" y="500"/>
                  </a:lnTo>
                  <a:lnTo>
                    <a:pt x="14" y="497"/>
                  </a:lnTo>
                  <a:lnTo>
                    <a:pt x="14" y="495"/>
                  </a:lnTo>
                  <a:lnTo>
                    <a:pt x="18" y="495"/>
                  </a:lnTo>
                  <a:lnTo>
                    <a:pt x="18" y="495"/>
                  </a:lnTo>
                  <a:lnTo>
                    <a:pt x="21" y="497"/>
                  </a:lnTo>
                  <a:lnTo>
                    <a:pt x="23" y="502"/>
                  </a:lnTo>
                  <a:lnTo>
                    <a:pt x="23" y="502"/>
                  </a:lnTo>
                  <a:lnTo>
                    <a:pt x="21" y="505"/>
                  </a:lnTo>
                  <a:lnTo>
                    <a:pt x="19" y="507"/>
                  </a:lnTo>
                  <a:lnTo>
                    <a:pt x="18" y="508"/>
                  </a:lnTo>
                  <a:lnTo>
                    <a:pt x="18" y="513"/>
                  </a:lnTo>
                  <a:lnTo>
                    <a:pt x="18" y="513"/>
                  </a:lnTo>
                  <a:lnTo>
                    <a:pt x="21" y="513"/>
                  </a:lnTo>
                  <a:lnTo>
                    <a:pt x="24" y="511"/>
                  </a:lnTo>
                  <a:lnTo>
                    <a:pt x="29" y="508"/>
                  </a:lnTo>
                  <a:lnTo>
                    <a:pt x="32" y="503"/>
                  </a:lnTo>
                  <a:lnTo>
                    <a:pt x="39" y="499"/>
                  </a:lnTo>
                  <a:lnTo>
                    <a:pt x="39" y="499"/>
                  </a:lnTo>
                  <a:lnTo>
                    <a:pt x="37" y="495"/>
                  </a:lnTo>
                  <a:lnTo>
                    <a:pt x="39" y="492"/>
                  </a:lnTo>
                  <a:lnTo>
                    <a:pt x="39" y="492"/>
                  </a:lnTo>
                  <a:lnTo>
                    <a:pt x="40" y="491"/>
                  </a:lnTo>
                  <a:lnTo>
                    <a:pt x="43" y="489"/>
                  </a:lnTo>
                  <a:lnTo>
                    <a:pt x="45" y="489"/>
                  </a:lnTo>
                  <a:lnTo>
                    <a:pt x="47" y="486"/>
                  </a:lnTo>
                  <a:lnTo>
                    <a:pt x="47" y="486"/>
                  </a:lnTo>
                  <a:lnTo>
                    <a:pt x="42" y="486"/>
                  </a:lnTo>
                  <a:lnTo>
                    <a:pt x="39" y="486"/>
                  </a:lnTo>
                  <a:lnTo>
                    <a:pt x="39" y="486"/>
                  </a:lnTo>
                  <a:lnTo>
                    <a:pt x="42" y="479"/>
                  </a:lnTo>
                  <a:lnTo>
                    <a:pt x="45" y="473"/>
                  </a:lnTo>
                  <a:lnTo>
                    <a:pt x="50" y="468"/>
                  </a:lnTo>
                  <a:lnTo>
                    <a:pt x="53" y="468"/>
                  </a:lnTo>
                  <a:lnTo>
                    <a:pt x="56" y="468"/>
                  </a:lnTo>
                  <a:lnTo>
                    <a:pt x="56" y="468"/>
                  </a:lnTo>
                  <a:lnTo>
                    <a:pt x="56" y="465"/>
                  </a:lnTo>
                  <a:lnTo>
                    <a:pt x="53" y="465"/>
                  </a:lnTo>
                  <a:lnTo>
                    <a:pt x="51" y="465"/>
                  </a:lnTo>
                  <a:lnTo>
                    <a:pt x="53" y="463"/>
                  </a:lnTo>
                  <a:lnTo>
                    <a:pt x="53" y="463"/>
                  </a:lnTo>
                  <a:lnTo>
                    <a:pt x="53" y="463"/>
                  </a:lnTo>
                  <a:lnTo>
                    <a:pt x="55" y="462"/>
                  </a:lnTo>
                  <a:lnTo>
                    <a:pt x="55" y="462"/>
                  </a:lnTo>
                  <a:lnTo>
                    <a:pt x="53" y="462"/>
                  </a:lnTo>
                  <a:lnTo>
                    <a:pt x="53" y="462"/>
                  </a:lnTo>
                  <a:lnTo>
                    <a:pt x="53" y="460"/>
                  </a:lnTo>
                  <a:lnTo>
                    <a:pt x="56" y="457"/>
                  </a:lnTo>
                  <a:lnTo>
                    <a:pt x="61" y="454"/>
                  </a:lnTo>
                  <a:lnTo>
                    <a:pt x="66" y="454"/>
                  </a:lnTo>
                  <a:lnTo>
                    <a:pt x="66" y="454"/>
                  </a:lnTo>
                  <a:lnTo>
                    <a:pt x="63" y="449"/>
                  </a:lnTo>
                  <a:lnTo>
                    <a:pt x="63" y="449"/>
                  </a:lnTo>
                  <a:lnTo>
                    <a:pt x="63" y="442"/>
                  </a:lnTo>
                  <a:lnTo>
                    <a:pt x="63" y="436"/>
                  </a:lnTo>
                  <a:lnTo>
                    <a:pt x="60" y="421"/>
                  </a:lnTo>
                  <a:lnTo>
                    <a:pt x="58" y="413"/>
                  </a:lnTo>
                  <a:lnTo>
                    <a:pt x="58" y="407"/>
                  </a:lnTo>
                  <a:lnTo>
                    <a:pt x="60" y="401"/>
                  </a:lnTo>
                  <a:lnTo>
                    <a:pt x="64" y="397"/>
                  </a:lnTo>
                  <a:lnTo>
                    <a:pt x="64" y="397"/>
                  </a:lnTo>
                  <a:lnTo>
                    <a:pt x="63" y="380"/>
                  </a:lnTo>
                  <a:lnTo>
                    <a:pt x="61" y="364"/>
                  </a:lnTo>
                  <a:lnTo>
                    <a:pt x="61" y="346"/>
                  </a:lnTo>
                  <a:lnTo>
                    <a:pt x="63" y="327"/>
                  </a:lnTo>
                  <a:lnTo>
                    <a:pt x="63" y="327"/>
                  </a:lnTo>
                  <a:lnTo>
                    <a:pt x="63" y="325"/>
                  </a:lnTo>
                  <a:lnTo>
                    <a:pt x="60" y="323"/>
                  </a:lnTo>
                  <a:lnTo>
                    <a:pt x="58" y="323"/>
                  </a:lnTo>
                  <a:lnTo>
                    <a:pt x="58" y="320"/>
                  </a:lnTo>
                  <a:lnTo>
                    <a:pt x="58" y="320"/>
                  </a:lnTo>
                  <a:lnTo>
                    <a:pt x="60" y="318"/>
                  </a:lnTo>
                  <a:lnTo>
                    <a:pt x="61" y="317"/>
                  </a:lnTo>
                  <a:lnTo>
                    <a:pt x="63" y="315"/>
                  </a:lnTo>
                  <a:lnTo>
                    <a:pt x="63" y="312"/>
                  </a:lnTo>
                  <a:lnTo>
                    <a:pt x="63" y="312"/>
                  </a:lnTo>
                  <a:lnTo>
                    <a:pt x="66" y="299"/>
                  </a:lnTo>
                  <a:lnTo>
                    <a:pt x="69" y="286"/>
                  </a:lnTo>
                  <a:lnTo>
                    <a:pt x="71" y="262"/>
                  </a:lnTo>
                  <a:lnTo>
                    <a:pt x="71" y="262"/>
                  </a:lnTo>
                  <a:lnTo>
                    <a:pt x="72" y="256"/>
                  </a:lnTo>
                  <a:lnTo>
                    <a:pt x="76" y="249"/>
                  </a:lnTo>
                  <a:lnTo>
                    <a:pt x="80" y="238"/>
                  </a:lnTo>
                  <a:lnTo>
                    <a:pt x="87" y="225"/>
                  </a:lnTo>
                  <a:lnTo>
                    <a:pt x="87" y="219"/>
                  </a:lnTo>
                  <a:lnTo>
                    <a:pt x="87" y="212"/>
                  </a:lnTo>
                  <a:lnTo>
                    <a:pt x="87" y="212"/>
                  </a:lnTo>
                  <a:lnTo>
                    <a:pt x="92" y="207"/>
                  </a:lnTo>
                  <a:lnTo>
                    <a:pt x="96" y="199"/>
                  </a:lnTo>
                  <a:lnTo>
                    <a:pt x="98" y="193"/>
                  </a:lnTo>
                  <a:lnTo>
                    <a:pt x="98" y="185"/>
                  </a:lnTo>
                  <a:lnTo>
                    <a:pt x="98" y="185"/>
                  </a:lnTo>
                  <a:lnTo>
                    <a:pt x="105" y="187"/>
                  </a:lnTo>
                  <a:lnTo>
                    <a:pt x="111" y="185"/>
                  </a:lnTo>
                  <a:lnTo>
                    <a:pt x="117" y="182"/>
                  </a:lnTo>
                  <a:lnTo>
                    <a:pt x="121" y="177"/>
                  </a:lnTo>
                  <a:lnTo>
                    <a:pt x="121" y="177"/>
                  </a:lnTo>
                  <a:lnTo>
                    <a:pt x="119" y="174"/>
                  </a:lnTo>
                  <a:lnTo>
                    <a:pt x="117" y="170"/>
                  </a:lnTo>
                  <a:lnTo>
                    <a:pt x="116" y="169"/>
                  </a:lnTo>
                  <a:lnTo>
                    <a:pt x="114" y="164"/>
                  </a:lnTo>
                  <a:lnTo>
                    <a:pt x="114" y="164"/>
                  </a:lnTo>
                  <a:lnTo>
                    <a:pt x="119" y="158"/>
                  </a:lnTo>
                  <a:lnTo>
                    <a:pt x="124" y="151"/>
                  </a:lnTo>
                  <a:lnTo>
                    <a:pt x="135" y="138"/>
                  </a:lnTo>
                  <a:lnTo>
                    <a:pt x="146" y="127"/>
                  </a:lnTo>
                  <a:lnTo>
                    <a:pt x="151" y="119"/>
                  </a:lnTo>
                  <a:lnTo>
                    <a:pt x="156" y="113"/>
                  </a:lnTo>
                  <a:lnTo>
                    <a:pt x="156" y="113"/>
                  </a:lnTo>
                  <a:lnTo>
                    <a:pt x="159" y="111"/>
                  </a:lnTo>
                  <a:lnTo>
                    <a:pt x="162" y="109"/>
                  </a:lnTo>
                  <a:lnTo>
                    <a:pt x="166" y="105"/>
                  </a:lnTo>
                  <a:lnTo>
                    <a:pt x="166" y="105"/>
                  </a:lnTo>
                  <a:lnTo>
                    <a:pt x="187" y="90"/>
                  </a:lnTo>
                  <a:lnTo>
                    <a:pt x="211" y="77"/>
                  </a:lnTo>
                  <a:lnTo>
                    <a:pt x="235" y="66"/>
                  </a:lnTo>
                  <a:lnTo>
                    <a:pt x="261" y="56"/>
                  </a:lnTo>
                  <a:lnTo>
                    <a:pt x="289" y="50"/>
                  </a:lnTo>
                  <a:lnTo>
                    <a:pt x="317" y="43"/>
                  </a:lnTo>
                  <a:lnTo>
                    <a:pt x="347" y="42"/>
                  </a:lnTo>
                  <a:lnTo>
                    <a:pt x="378" y="42"/>
                  </a:lnTo>
                  <a:lnTo>
                    <a:pt x="378" y="42"/>
                  </a:lnTo>
                  <a:lnTo>
                    <a:pt x="381" y="45"/>
                  </a:lnTo>
                  <a:lnTo>
                    <a:pt x="383" y="48"/>
                  </a:lnTo>
                  <a:lnTo>
                    <a:pt x="383" y="48"/>
                  </a:lnTo>
                  <a:lnTo>
                    <a:pt x="392" y="50"/>
                  </a:lnTo>
                  <a:lnTo>
                    <a:pt x="404" y="53"/>
                  </a:lnTo>
                  <a:lnTo>
                    <a:pt x="404" y="53"/>
                  </a:lnTo>
                  <a:lnTo>
                    <a:pt x="408" y="56"/>
                  </a:lnTo>
                  <a:lnTo>
                    <a:pt x="413" y="60"/>
                  </a:lnTo>
                  <a:lnTo>
                    <a:pt x="425" y="63"/>
                  </a:lnTo>
                  <a:lnTo>
                    <a:pt x="436" y="66"/>
                  </a:lnTo>
                  <a:lnTo>
                    <a:pt x="447" y="69"/>
                  </a:lnTo>
                  <a:lnTo>
                    <a:pt x="447" y="69"/>
                  </a:lnTo>
                  <a:lnTo>
                    <a:pt x="478" y="84"/>
                  </a:lnTo>
                  <a:lnTo>
                    <a:pt x="508" y="97"/>
                  </a:lnTo>
                  <a:lnTo>
                    <a:pt x="508" y="97"/>
                  </a:lnTo>
                  <a:lnTo>
                    <a:pt x="550" y="114"/>
                  </a:lnTo>
                  <a:lnTo>
                    <a:pt x="569" y="124"/>
                  </a:lnTo>
                  <a:lnTo>
                    <a:pt x="577" y="129"/>
                  </a:lnTo>
                  <a:lnTo>
                    <a:pt x="585" y="135"/>
                  </a:lnTo>
                  <a:lnTo>
                    <a:pt x="585" y="135"/>
                  </a:lnTo>
                  <a:lnTo>
                    <a:pt x="593" y="143"/>
                  </a:lnTo>
                  <a:lnTo>
                    <a:pt x="600" y="151"/>
                  </a:lnTo>
                  <a:lnTo>
                    <a:pt x="609" y="170"/>
                  </a:lnTo>
                  <a:lnTo>
                    <a:pt x="618" y="191"/>
                  </a:lnTo>
                  <a:lnTo>
                    <a:pt x="627" y="212"/>
                  </a:lnTo>
                  <a:lnTo>
                    <a:pt x="627" y="212"/>
                  </a:lnTo>
                  <a:lnTo>
                    <a:pt x="635" y="227"/>
                  </a:lnTo>
                  <a:lnTo>
                    <a:pt x="643" y="243"/>
                  </a:lnTo>
                  <a:lnTo>
                    <a:pt x="643" y="243"/>
                  </a:lnTo>
                  <a:lnTo>
                    <a:pt x="635" y="238"/>
                  </a:lnTo>
                  <a:lnTo>
                    <a:pt x="630" y="233"/>
                  </a:lnTo>
                  <a:lnTo>
                    <a:pt x="629" y="228"/>
                  </a:lnTo>
                  <a:lnTo>
                    <a:pt x="629" y="228"/>
                  </a:lnTo>
                  <a:lnTo>
                    <a:pt x="626" y="228"/>
                  </a:lnTo>
                  <a:lnTo>
                    <a:pt x="624" y="228"/>
                  </a:lnTo>
                  <a:lnTo>
                    <a:pt x="624" y="227"/>
                  </a:lnTo>
                  <a:lnTo>
                    <a:pt x="621" y="228"/>
                  </a:lnTo>
                  <a:lnTo>
                    <a:pt x="621" y="228"/>
                  </a:lnTo>
                  <a:lnTo>
                    <a:pt x="616" y="222"/>
                  </a:lnTo>
                  <a:lnTo>
                    <a:pt x="609" y="217"/>
                  </a:lnTo>
                  <a:lnTo>
                    <a:pt x="603" y="212"/>
                  </a:lnTo>
                  <a:lnTo>
                    <a:pt x="595" y="209"/>
                  </a:lnTo>
                  <a:lnTo>
                    <a:pt x="595" y="209"/>
                  </a:lnTo>
                  <a:lnTo>
                    <a:pt x="592" y="206"/>
                  </a:lnTo>
                  <a:lnTo>
                    <a:pt x="589" y="203"/>
                  </a:lnTo>
                  <a:lnTo>
                    <a:pt x="579" y="196"/>
                  </a:lnTo>
                  <a:lnTo>
                    <a:pt x="558" y="188"/>
                  </a:lnTo>
                  <a:lnTo>
                    <a:pt x="558" y="188"/>
                  </a:lnTo>
                  <a:lnTo>
                    <a:pt x="552" y="185"/>
                  </a:lnTo>
                  <a:lnTo>
                    <a:pt x="545" y="179"/>
                  </a:lnTo>
                  <a:lnTo>
                    <a:pt x="539" y="174"/>
                  </a:lnTo>
                  <a:lnTo>
                    <a:pt x="536" y="172"/>
                  </a:lnTo>
                  <a:lnTo>
                    <a:pt x="531" y="172"/>
                  </a:lnTo>
                  <a:lnTo>
                    <a:pt x="531" y="172"/>
                  </a:lnTo>
                  <a:lnTo>
                    <a:pt x="532" y="175"/>
                  </a:lnTo>
                  <a:lnTo>
                    <a:pt x="536" y="177"/>
                  </a:lnTo>
                  <a:lnTo>
                    <a:pt x="539" y="177"/>
                  </a:lnTo>
                  <a:lnTo>
                    <a:pt x="540" y="177"/>
                  </a:lnTo>
                  <a:lnTo>
                    <a:pt x="540" y="177"/>
                  </a:lnTo>
                  <a:lnTo>
                    <a:pt x="540" y="179"/>
                  </a:lnTo>
                  <a:lnTo>
                    <a:pt x="539" y="180"/>
                  </a:lnTo>
                  <a:lnTo>
                    <a:pt x="537" y="182"/>
                  </a:lnTo>
                  <a:lnTo>
                    <a:pt x="537" y="183"/>
                  </a:lnTo>
                  <a:lnTo>
                    <a:pt x="537" y="183"/>
                  </a:lnTo>
                  <a:lnTo>
                    <a:pt x="542" y="188"/>
                  </a:lnTo>
                  <a:lnTo>
                    <a:pt x="545" y="191"/>
                  </a:lnTo>
                  <a:lnTo>
                    <a:pt x="553" y="199"/>
                  </a:lnTo>
                  <a:lnTo>
                    <a:pt x="553" y="199"/>
                  </a:lnTo>
                  <a:lnTo>
                    <a:pt x="556" y="204"/>
                  </a:lnTo>
                  <a:lnTo>
                    <a:pt x="560" y="211"/>
                  </a:lnTo>
                  <a:lnTo>
                    <a:pt x="560" y="211"/>
                  </a:lnTo>
                  <a:lnTo>
                    <a:pt x="568" y="219"/>
                  </a:lnTo>
                  <a:lnTo>
                    <a:pt x="579" y="227"/>
                  </a:lnTo>
                  <a:lnTo>
                    <a:pt x="589" y="235"/>
                  </a:lnTo>
                  <a:lnTo>
                    <a:pt x="597" y="243"/>
                  </a:lnTo>
                  <a:lnTo>
                    <a:pt x="597" y="243"/>
                  </a:lnTo>
                  <a:lnTo>
                    <a:pt x="605" y="253"/>
                  </a:lnTo>
                  <a:lnTo>
                    <a:pt x="608" y="259"/>
                  </a:lnTo>
                  <a:lnTo>
                    <a:pt x="613" y="264"/>
                  </a:lnTo>
                  <a:lnTo>
                    <a:pt x="613" y="264"/>
                  </a:lnTo>
                  <a:lnTo>
                    <a:pt x="621" y="269"/>
                  </a:lnTo>
                  <a:lnTo>
                    <a:pt x="629" y="272"/>
                  </a:lnTo>
                  <a:lnTo>
                    <a:pt x="629" y="272"/>
                  </a:lnTo>
                  <a:lnTo>
                    <a:pt x="635" y="278"/>
                  </a:lnTo>
                  <a:lnTo>
                    <a:pt x="640" y="286"/>
                  </a:lnTo>
                  <a:lnTo>
                    <a:pt x="646" y="294"/>
                  </a:lnTo>
                  <a:lnTo>
                    <a:pt x="653" y="301"/>
                  </a:lnTo>
                  <a:lnTo>
                    <a:pt x="653" y="301"/>
                  </a:lnTo>
                  <a:lnTo>
                    <a:pt x="661" y="310"/>
                  </a:lnTo>
                  <a:lnTo>
                    <a:pt x="667" y="320"/>
                  </a:lnTo>
                  <a:lnTo>
                    <a:pt x="677" y="328"/>
                  </a:lnTo>
                  <a:lnTo>
                    <a:pt x="687" y="335"/>
                  </a:lnTo>
                  <a:lnTo>
                    <a:pt x="687" y="335"/>
                  </a:lnTo>
                  <a:lnTo>
                    <a:pt x="690" y="344"/>
                  </a:lnTo>
                  <a:lnTo>
                    <a:pt x="690" y="349"/>
                  </a:lnTo>
                  <a:lnTo>
                    <a:pt x="688" y="354"/>
                  </a:lnTo>
                  <a:lnTo>
                    <a:pt x="688" y="354"/>
                  </a:lnTo>
                  <a:lnTo>
                    <a:pt x="680" y="349"/>
                  </a:lnTo>
                  <a:lnTo>
                    <a:pt x="674" y="341"/>
                  </a:lnTo>
                  <a:lnTo>
                    <a:pt x="669" y="331"/>
                  </a:lnTo>
                  <a:lnTo>
                    <a:pt x="663" y="325"/>
                  </a:lnTo>
                  <a:lnTo>
                    <a:pt x="663" y="325"/>
                  </a:lnTo>
                  <a:lnTo>
                    <a:pt x="658" y="317"/>
                  </a:lnTo>
                  <a:lnTo>
                    <a:pt x="653" y="310"/>
                  </a:lnTo>
                  <a:lnTo>
                    <a:pt x="640" y="298"/>
                  </a:lnTo>
                  <a:lnTo>
                    <a:pt x="626" y="286"/>
                  </a:lnTo>
                  <a:lnTo>
                    <a:pt x="613" y="273"/>
                  </a:lnTo>
                  <a:lnTo>
                    <a:pt x="613" y="273"/>
                  </a:lnTo>
                  <a:lnTo>
                    <a:pt x="609" y="272"/>
                  </a:lnTo>
                  <a:lnTo>
                    <a:pt x="606" y="272"/>
                  </a:lnTo>
                  <a:lnTo>
                    <a:pt x="606" y="272"/>
                  </a:lnTo>
                  <a:lnTo>
                    <a:pt x="590" y="257"/>
                  </a:lnTo>
                  <a:lnTo>
                    <a:pt x="571" y="246"/>
                  </a:lnTo>
                  <a:lnTo>
                    <a:pt x="561" y="241"/>
                  </a:lnTo>
                  <a:lnTo>
                    <a:pt x="550" y="236"/>
                  </a:lnTo>
                  <a:lnTo>
                    <a:pt x="539" y="233"/>
                  </a:lnTo>
                  <a:lnTo>
                    <a:pt x="526" y="232"/>
                  </a:lnTo>
                  <a:lnTo>
                    <a:pt x="526" y="232"/>
                  </a:lnTo>
                  <a:lnTo>
                    <a:pt x="536" y="243"/>
                  </a:lnTo>
                  <a:lnTo>
                    <a:pt x="547" y="251"/>
                  </a:lnTo>
                  <a:lnTo>
                    <a:pt x="573" y="267"/>
                  </a:lnTo>
                  <a:lnTo>
                    <a:pt x="573" y="267"/>
                  </a:lnTo>
                  <a:lnTo>
                    <a:pt x="573" y="270"/>
                  </a:lnTo>
                  <a:lnTo>
                    <a:pt x="574" y="273"/>
                  </a:lnTo>
                  <a:lnTo>
                    <a:pt x="579" y="277"/>
                  </a:lnTo>
                  <a:lnTo>
                    <a:pt x="590" y="281"/>
                  </a:lnTo>
                  <a:lnTo>
                    <a:pt x="590" y="281"/>
                  </a:lnTo>
                  <a:lnTo>
                    <a:pt x="590" y="283"/>
                  </a:lnTo>
                  <a:lnTo>
                    <a:pt x="589" y="286"/>
                  </a:lnTo>
                  <a:lnTo>
                    <a:pt x="589" y="286"/>
                  </a:lnTo>
                  <a:lnTo>
                    <a:pt x="600" y="296"/>
                  </a:lnTo>
                  <a:lnTo>
                    <a:pt x="609" y="307"/>
                  </a:lnTo>
                  <a:lnTo>
                    <a:pt x="629" y="330"/>
                  </a:lnTo>
                  <a:lnTo>
                    <a:pt x="646" y="352"/>
                  </a:lnTo>
                  <a:lnTo>
                    <a:pt x="666" y="375"/>
                  </a:lnTo>
                  <a:lnTo>
                    <a:pt x="666" y="375"/>
                  </a:lnTo>
                  <a:lnTo>
                    <a:pt x="672" y="388"/>
                  </a:lnTo>
                  <a:lnTo>
                    <a:pt x="680" y="402"/>
                  </a:lnTo>
                  <a:lnTo>
                    <a:pt x="688" y="417"/>
                  </a:lnTo>
                  <a:lnTo>
                    <a:pt x="692" y="425"/>
                  </a:lnTo>
                  <a:lnTo>
                    <a:pt x="692" y="431"/>
                  </a:lnTo>
                  <a:lnTo>
                    <a:pt x="692" y="431"/>
                  </a:lnTo>
                  <a:lnTo>
                    <a:pt x="692" y="437"/>
                  </a:lnTo>
                  <a:lnTo>
                    <a:pt x="688" y="442"/>
                  </a:lnTo>
                  <a:lnTo>
                    <a:pt x="685" y="449"/>
                  </a:lnTo>
                  <a:lnTo>
                    <a:pt x="683" y="457"/>
                  </a:lnTo>
                  <a:lnTo>
                    <a:pt x="683" y="457"/>
                  </a:lnTo>
                  <a:lnTo>
                    <a:pt x="680" y="474"/>
                  </a:lnTo>
                  <a:lnTo>
                    <a:pt x="680" y="474"/>
                  </a:lnTo>
                  <a:lnTo>
                    <a:pt x="677" y="495"/>
                  </a:lnTo>
                  <a:lnTo>
                    <a:pt x="677" y="495"/>
                  </a:lnTo>
                  <a:lnTo>
                    <a:pt x="679" y="505"/>
                  </a:lnTo>
                  <a:lnTo>
                    <a:pt x="680" y="516"/>
                  </a:lnTo>
                  <a:lnTo>
                    <a:pt x="682" y="526"/>
                  </a:lnTo>
                  <a:lnTo>
                    <a:pt x="683" y="537"/>
                  </a:lnTo>
                  <a:lnTo>
                    <a:pt x="683" y="537"/>
                  </a:lnTo>
                  <a:lnTo>
                    <a:pt x="682" y="548"/>
                  </a:lnTo>
                  <a:lnTo>
                    <a:pt x="679" y="558"/>
                  </a:lnTo>
                  <a:lnTo>
                    <a:pt x="674" y="568"/>
                  </a:lnTo>
                  <a:lnTo>
                    <a:pt x="669" y="577"/>
                  </a:lnTo>
                  <a:lnTo>
                    <a:pt x="658" y="595"/>
                  </a:lnTo>
                  <a:lnTo>
                    <a:pt x="653" y="603"/>
                  </a:lnTo>
                  <a:lnTo>
                    <a:pt x="650" y="611"/>
                  </a:lnTo>
                  <a:lnTo>
                    <a:pt x="650" y="611"/>
                  </a:lnTo>
                  <a:lnTo>
                    <a:pt x="635" y="624"/>
                  </a:lnTo>
                  <a:lnTo>
                    <a:pt x="622" y="637"/>
                  </a:lnTo>
                  <a:lnTo>
                    <a:pt x="609" y="651"/>
                  </a:lnTo>
                  <a:lnTo>
                    <a:pt x="601" y="658"/>
                  </a:lnTo>
                  <a:lnTo>
                    <a:pt x="593" y="663"/>
                  </a:lnTo>
                  <a:lnTo>
                    <a:pt x="593" y="663"/>
                  </a:lnTo>
                  <a:lnTo>
                    <a:pt x="590" y="666"/>
                  </a:lnTo>
                  <a:lnTo>
                    <a:pt x="589" y="671"/>
                  </a:lnTo>
                  <a:lnTo>
                    <a:pt x="589" y="671"/>
                  </a:lnTo>
                  <a:lnTo>
                    <a:pt x="571" y="679"/>
                  </a:lnTo>
                  <a:lnTo>
                    <a:pt x="555" y="688"/>
                  </a:lnTo>
                  <a:lnTo>
                    <a:pt x="547" y="692"/>
                  </a:lnTo>
                  <a:lnTo>
                    <a:pt x="537" y="695"/>
                  </a:lnTo>
                  <a:lnTo>
                    <a:pt x="527" y="696"/>
                  </a:lnTo>
                  <a:lnTo>
                    <a:pt x="516" y="698"/>
                  </a:lnTo>
                  <a:lnTo>
                    <a:pt x="516" y="698"/>
                  </a:lnTo>
                  <a:lnTo>
                    <a:pt x="510" y="703"/>
                  </a:lnTo>
                  <a:lnTo>
                    <a:pt x="503" y="708"/>
                  </a:lnTo>
                  <a:lnTo>
                    <a:pt x="503" y="708"/>
                  </a:lnTo>
                  <a:lnTo>
                    <a:pt x="495" y="708"/>
                  </a:lnTo>
                  <a:lnTo>
                    <a:pt x="487" y="709"/>
                  </a:lnTo>
                  <a:lnTo>
                    <a:pt x="474" y="716"/>
                  </a:lnTo>
                  <a:lnTo>
                    <a:pt x="474" y="716"/>
                  </a:lnTo>
                  <a:lnTo>
                    <a:pt x="466" y="717"/>
                  </a:lnTo>
                  <a:lnTo>
                    <a:pt x="457" y="719"/>
                  </a:lnTo>
                  <a:lnTo>
                    <a:pt x="437" y="719"/>
                  </a:lnTo>
                  <a:lnTo>
                    <a:pt x="437" y="719"/>
                  </a:lnTo>
                  <a:lnTo>
                    <a:pt x="423" y="721"/>
                  </a:lnTo>
                  <a:lnTo>
                    <a:pt x="407" y="721"/>
                  </a:lnTo>
                  <a:lnTo>
                    <a:pt x="375" y="719"/>
                  </a:lnTo>
                  <a:lnTo>
                    <a:pt x="343" y="714"/>
                  </a:lnTo>
                  <a:lnTo>
                    <a:pt x="315" y="706"/>
                  </a:lnTo>
                  <a:lnTo>
                    <a:pt x="315" y="706"/>
                  </a:lnTo>
                  <a:lnTo>
                    <a:pt x="301" y="701"/>
                  </a:lnTo>
                  <a:lnTo>
                    <a:pt x="288" y="695"/>
                  </a:lnTo>
                  <a:lnTo>
                    <a:pt x="288" y="695"/>
                  </a:lnTo>
                  <a:lnTo>
                    <a:pt x="278" y="693"/>
                  </a:lnTo>
                  <a:lnTo>
                    <a:pt x="269" y="690"/>
                  </a:lnTo>
                  <a:lnTo>
                    <a:pt x="262" y="687"/>
                  </a:lnTo>
                  <a:lnTo>
                    <a:pt x="259" y="685"/>
                  </a:lnTo>
                  <a:lnTo>
                    <a:pt x="256" y="680"/>
                  </a:lnTo>
                  <a:lnTo>
                    <a:pt x="256" y="680"/>
                  </a:lnTo>
                  <a:lnTo>
                    <a:pt x="252" y="682"/>
                  </a:lnTo>
                  <a:lnTo>
                    <a:pt x="251" y="682"/>
                  </a:lnTo>
                  <a:lnTo>
                    <a:pt x="248" y="682"/>
                  </a:lnTo>
                  <a:lnTo>
                    <a:pt x="248" y="682"/>
                  </a:lnTo>
                  <a:lnTo>
                    <a:pt x="227" y="668"/>
                  </a:lnTo>
                  <a:lnTo>
                    <a:pt x="204" y="656"/>
                  </a:lnTo>
                  <a:lnTo>
                    <a:pt x="204" y="656"/>
                  </a:lnTo>
                  <a:lnTo>
                    <a:pt x="198" y="648"/>
                  </a:lnTo>
                  <a:lnTo>
                    <a:pt x="191" y="640"/>
                  </a:lnTo>
                  <a:lnTo>
                    <a:pt x="177" y="627"/>
                  </a:lnTo>
                  <a:lnTo>
                    <a:pt x="162" y="614"/>
                  </a:lnTo>
                  <a:lnTo>
                    <a:pt x="156" y="606"/>
                  </a:lnTo>
                  <a:lnTo>
                    <a:pt x="151" y="598"/>
                  </a:lnTo>
                  <a:lnTo>
                    <a:pt x="151" y="598"/>
                  </a:lnTo>
                  <a:lnTo>
                    <a:pt x="142" y="592"/>
                  </a:lnTo>
                  <a:lnTo>
                    <a:pt x="133" y="584"/>
                  </a:lnTo>
                  <a:lnTo>
                    <a:pt x="127" y="576"/>
                  </a:lnTo>
                  <a:lnTo>
                    <a:pt x="121" y="566"/>
                  </a:lnTo>
                  <a:lnTo>
                    <a:pt x="108" y="547"/>
                  </a:lnTo>
                  <a:lnTo>
                    <a:pt x="101" y="537"/>
                  </a:lnTo>
                  <a:lnTo>
                    <a:pt x="93" y="529"/>
                  </a:lnTo>
                  <a:lnTo>
                    <a:pt x="93" y="529"/>
                  </a:lnTo>
                  <a:lnTo>
                    <a:pt x="93" y="532"/>
                  </a:lnTo>
                  <a:lnTo>
                    <a:pt x="92" y="536"/>
                  </a:lnTo>
                  <a:lnTo>
                    <a:pt x="93" y="544"/>
                  </a:lnTo>
                  <a:lnTo>
                    <a:pt x="95" y="552"/>
                  </a:lnTo>
                  <a:lnTo>
                    <a:pt x="95" y="555"/>
                  </a:lnTo>
                  <a:lnTo>
                    <a:pt x="92" y="558"/>
                  </a:lnTo>
                  <a:lnTo>
                    <a:pt x="92" y="558"/>
                  </a:lnTo>
                  <a:lnTo>
                    <a:pt x="95" y="568"/>
                  </a:lnTo>
                  <a:lnTo>
                    <a:pt x="98" y="581"/>
                  </a:lnTo>
                  <a:lnTo>
                    <a:pt x="100" y="594"/>
                  </a:lnTo>
                  <a:lnTo>
                    <a:pt x="98" y="606"/>
                  </a:lnTo>
                  <a:lnTo>
                    <a:pt x="98" y="606"/>
                  </a:lnTo>
                  <a:lnTo>
                    <a:pt x="101" y="608"/>
                  </a:lnTo>
                  <a:lnTo>
                    <a:pt x="105" y="611"/>
                  </a:lnTo>
                  <a:lnTo>
                    <a:pt x="108" y="618"/>
                  </a:lnTo>
                  <a:lnTo>
                    <a:pt x="108" y="621"/>
                  </a:lnTo>
                  <a:lnTo>
                    <a:pt x="106" y="624"/>
                  </a:lnTo>
                  <a:lnTo>
                    <a:pt x="105" y="627"/>
                  </a:lnTo>
                  <a:lnTo>
                    <a:pt x="101" y="629"/>
                  </a:lnTo>
                  <a:lnTo>
                    <a:pt x="101" y="629"/>
                  </a:lnTo>
                  <a:lnTo>
                    <a:pt x="101" y="637"/>
                  </a:lnTo>
                  <a:lnTo>
                    <a:pt x="105" y="643"/>
                  </a:lnTo>
                  <a:lnTo>
                    <a:pt x="108" y="651"/>
                  </a:lnTo>
                  <a:lnTo>
                    <a:pt x="109" y="659"/>
                  </a:lnTo>
                  <a:lnTo>
                    <a:pt x="109" y="659"/>
                  </a:lnTo>
                  <a:lnTo>
                    <a:pt x="113" y="661"/>
                  </a:lnTo>
                  <a:lnTo>
                    <a:pt x="116" y="659"/>
                  </a:lnTo>
                  <a:lnTo>
                    <a:pt x="119" y="658"/>
                  </a:lnTo>
                  <a:lnTo>
                    <a:pt x="121" y="655"/>
                  </a:lnTo>
                  <a:lnTo>
                    <a:pt x="121" y="655"/>
                  </a:lnTo>
                  <a:lnTo>
                    <a:pt x="124" y="659"/>
                  </a:lnTo>
                  <a:lnTo>
                    <a:pt x="125" y="666"/>
                  </a:lnTo>
                  <a:lnTo>
                    <a:pt x="129" y="679"/>
                  </a:lnTo>
                  <a:lnTo>
                    <a:pt x="129" y="679"/>
                  </a:lnTo>
                  <a:lnTo>
                    <a:pt x="132" y="679"/>
                  </a:lnTo>
                  <a:lnTo>
                    <a:pt x="133" y="676"/>
                  </a:lnTo>
                  <a:lnTo>
                    <a:pt x="135" y="674"/>
                  </a:lnTo>
                  <a:lnTo>
                    <a:pt x="138" y="674"/>
                  </a:lnTo>
                  <a:lnTo>
                    <a:pt x="138" y="674"/>
                  </a:lnTo>
                  <a:lnTo>
                    <a:pt x="140" y="676"/>
                  </a:lnTo>
                  <a:lnTo>
                    <a:pt x="143" y="677"/>
                  </a:lnTo>
                  <a:lnTo>
                    <a:pt x="150" y="680"/>
                  </a:lnTo>
                  <a:lnTo>
                    <a:pt x="150" y="680"/>
                  </a:lnTo>
                  <a:lnTo>
                    <a:pt x="150" y="685"/>
                  </a:lnTo>
                  <a:lnTo>
                    <a:pt x="151" y="687"/>
                  </a:lnTo>
                  <a:lnTo>
                    <a:pt x="154" y="688"/>
                  </a:lnTo>
                  <a:lnTo>
                    <a:pt x="158" y="692"/>
                  </a:lnTo>
                  <a:lnTo>
                    <a:pt x="158" y="692"/>
                  </a:lnTo>
                  <a:lnTo>
                    <a:pt x="153" y="693"/>
                  </a:lnTo>
                  <a:lnTo>
                    <a:pt x="153" y="693"/>
                  </a:lnTo>
                  <a:lnTo>
                    <a:pt x="156" y="692"/>
                  </a:lnTo>
                  <a:lnTo>
                    <a:pt x="158" y="693"/>
                  </a:lnTo>
                  <a:lnTo>
                    <a:pt x="161" y="695"/>
                  </a:lnTo>
                  <a:lnTo>
                    <a:pt x="161" y="700"/>
                  </a:lnTo>
                  <a:lnTo>
                    <a:pt x="162" y="703"/>
                  </a:lnTo>
                  <a:lnTo>
                    <a:pt x="162" y="703"/>
                  </a:lnTo>
                  <a:lnTo>
                    <a:pt x="167" y="706"/>
                  </a:lnTo>
                  <a:lnTo>
                    <a:pt x="174" y="711"/>
                  </a:lnTo>
                  <a:lnTo>
                    <a:pt x="179" y="717"/>
                  </a:lnTo>
                  <a:lnTo>
                    <a:pt x="179" y="721"/>
                  </a:lnTo>
                  <a:lnTo>
                    <a:pt x="179" y="724"/>
                  </a:lnTo>
                  <a:lnTo>
                    <a:pt x="179" y="724"/>
                  </a:lnTo>
                  <a:lnTo>
                    <a:pt x="183" y="722"/>
                  </a:lnTo>
                  <a:lnTo>
                    <a:pt x="185" y="719"/>
                  </a:lnTo>
                  <a:lnTo>
                    <a:pt x="187" y="716"/>
                  </a:lnTo>
                  <a:lnTo>
                    <a:pt x="190" y="714"/>
                  </a:lnTo>
                  <a:lnTo>
                    <a:pt x="190" y="714"/>
                  </a:lnTo>
                  <a:lnTo>
                    <a:pt x="193" y="717"/>
                  </a:lnTo>
                  <a:lnTo>
                    <a:pt x="198" y="721"/>
                  </a:lnTo>
                  <a:lnTo>
                    <a:pt x="201" y="722"/>
                  </a:lnTo>
                  <a:lnTo>
                    <a:pt x="207" y="727"/>
                  </a:lnTo>
                  <a:lnTo>
                    <a:pt x="207" y="727"/>
                  </a:lnTo>
                  <a:lnTo>
                    <a:pt x="212" y="719"/>
                  </a:lnTo>
                  <a:lnTo>
                    <a:pt x="214" y="716"/>
                  </a:lnTo>
                  <a:lnTo>
                    <a:pt x="214" y="713"/>
                  </a:lnTo>
                  <a:lnTo>
                    <a:pt x="214" y="713"/>
                  </a:lnTo>
                  <a:lnTo>
                    <a:pt x="214" y="714"/>
                  </a:lnTo>
                  <a:lnTo>
                    <a:pt x="211" y="714"/>
                  </a:lnTo>
                  <a:lnTo>
                    <a:pt x="209" y="709"/>
                  </a:lnTo>
                  <a:lnTo>
                    <a:pt x="209" y="709"/>
                  </a:lnTo>
                  <a:lnTo>
                    <a:pt x="211" y="701"/>
                  </a:lnTo>
                  <a:lnTo>
                    <a:pt x="211" y="693"/>
                  </a:lnTo>
                  <a:lnTo>
                    <a:pt x="211" y="685"/>
                  </a:lnTo>
                  <a:lnTo>
                    <a:pt x="211" y="677"/>
                  </a:lnTo>
                  <a:lnTo>
                    <a:pt x="211" y="677"/>
                  </a:lnTo>
                  <a:lnTo>
                    <a:pt x="217" y="682"/>
                  </a:lnTo>
                  <a:lnTo>
                    <a:pt x="220" y="688"/>
                  </a:lnTo>
                  <a:lnTo>
                    <a:pt x="224" y="696"/>
                  </a:lnTo>
                  <a:lnTo>
                    <a:pt x="228" y="703"/>
                  </a:lnTo>
                  <a:lnTo>
                    <a:pt x="228" y="703"/>
                  </a:lnTo>
                  <a:lnTo>
                    <a:pt x="227" y="708"/>
                  </a:lnTo>
                  <a:lnTo>
                    <a:pt x="225" y="713"/>
                  </a:lnTo>
                  <a:lnTo>
                    <a:pt x="222" y="717"/>
                  </a:lnTo>
                  <a:lnTo>
                    <a:pt x="220" y="724"/>
                  </a:lnTo>
                  <a:lnTo>
                    <a:pt x="220" y="724"/>
                  </a:lnTo>
                  <a:lnTo>
                    <a:pt x="225" y="727"/>
                  </a:lnTo>
                  <a:lnTo>
                    <a:pt x="230" y="730"/>
                  </a:lnTo>
                  <a:lnTo>
                    <a:pt x="236" y="732"/>
                  </a:lnTo>
                  <a:lnTo>
                    <a:pt x="243" y="732"/>
                  </a:lnTo>
                  <a:lnTo>
                    <a:pt x="243" y="732"/>
                  </a:lnTo>
                  <a:lnTo>
                    <a:pt x="246" y="735"/>
                  </a:lnTo>
                  <a:lnTo>
                    <a:pt x="249" y="738"/>
                  </a:lnTo>
                  <a:lnTo>
                    <a:pt x="252" y="746"/>
                  </a:lnTo>
                  <a:lnTo>
                    <a:pt x="261" y="764"/>
                  </a:lnTo>
                  <a:lnTo>
                    <a:pt x="261" y="764"/>
                  </a:lnTo>
                  <a:lnTo>
                    <a:pt x="265" y="764"/>
                  </a:lnTo>
                  <a:lnTo>
                    <a:pt x="272" y="766"/>
                  </a:lnTo>
                  <a:lnTo>
                    <a:pt x="272" y="766"/>
                  </a:lnTo>
                  <a:lnTo>
                    <a:pt x="272" y="770"/>
                  </a:lnTo>
                  <a:lnTo>
                    <a:pt x="272" y="774"/>
                  </a:lnTo>
                  <a:lnTo>
                    <a:pt x="272" y="774"/>
                  </a:lnTo>
                  <a:lnTo>
                    <a:pt x="280" y="772"/>
                  </a:lnTo>
                  <a:lnTo>
                    <a:pt x="286" y="770"/>
                  </a:lnTo>
                  <a:lnTo>
                    <a:pt x="293" y="767"/>
                  </a:lnTo>
                  <a:lnTo>
                    <a:pt x="296" y="767"/>
                  </a:lnTo>
                  <a:lnTo>
                    <a:pt x="299" y="769"/>
                  </a:lnTo>
                  <a:lnTo>
                    <a:pt x="299" y="769"/>
                  </a:lnTo>
                  <a:lnTo>
                    <a:pt x="307" y="764"/>
                  </a:lnTo>
                  <a:lnTo>
                    <a:pt x="315" y="761"/>
                  </a:lnTo>
                  <a:lnTo>
                    <a:pt x="323" y="759"/>
                  </a:lnTo>
                  <a:lnTo>
                    <a:pt x="331" y="758"/>
                  </a:lnTo>
                  <a:lnTo>
                    <a:pt x="351" y="759"/>
                  </a:lnTo>
                  <a:lnTo>
                    <a:pt x="359" y="759"/>
                  </a:lnTo>
                  <a:lnTo>
                    <a:pt x="368" y="758"/>
                  </a:lnTo>
                  <a:lnTo>
                    <a:pt x="368" y="758"/>
                  </a:lnTo>
                  <a:lnTo>
                    <a:pt x="370" y="753"/>
                  </a:lnTo>
                  <a:lnTo>
                    <a:pt x="373" y="751"/>
                  </a:lnTo>
                  <a:lnTo>
                    <a:pt x="383" y="748"/>
                  </a:lnTo>
                  <a:lnTo>
                    <a:pt x="383" y="748"/>
                  </a:lnTo>
                  <a:lnTo>
                    <a:pt x="384" y="751"/>
                  </a:lnTo>
                  <a:lnTo>
                    <a:pt x="384" y="753"/>
                  </a:lnTo>
                  <a:lnTo>
                    <a:pt x="384" y="756"/>
                  </a:lnTo>
                  <a:lnTo>
                    <a:pt x="384" y="758"/>
                  </a:lnTo>
                  <a:lnTo>
                    <a:pt x="384" y="758"/>
                  </a:lnTo>
                  <a:lnTo>
                    <a:pt x="386" y="759"/>
                  </a:lnTo>
                  <a:lnTo>
                    <a:pt x="389" y="761"/>
                  </a:lnTo>
                  <a:lnTo>
                    <a:pt x="391" y="761"/>
                  </a:lnTo>
                  <a:lnTo>
                    <a:pt x="391" y="762"/>
                  </a:lnTo>
                  <a:lnTo>
                    <a:pt x="391" y="762"/>
                  </a:lnTo>
                  <a:lnTo>
                    <a:pt x="397" y="761"/>
                  </a:lnTo>
                  <a:lnTo>
                    <a:pt x="402" y="756"/>
                  </a:lnTo>
                  <a:lnTo>
                    <a:pt x="404" y="753"/>
                  </a:lnTo>
                  <a:lnTo>
                    <a:pt x="402" y="751"/>
                  </a:lnTo>
                  <a:lnTo>
                    <a:pt x="400" y="751"/>
                  </a:lnTo>
                  <a:lnTo>
                    <a:pt x="400" y="751"/>
                  </a:lnTo>
                  <a:lnTo>
                    <a:pt x="413" y="746"/>
                  </a:lnTo>
                  <a:lnTo>
                    <a:pt x="425" y="743"/>
                  </a:lnTo>
                  <a:lnTo>
                    <a:pt x="425" y="743"/>
                  </a:lnTo>
                  <a:lnTo>
                    <a:pt x="426" y="746"/>
                  </a:lnTo>
                  <a:lnTo>
                    <a:pt x="428" y="748"/>
                  </a:lnTo>
                  <a:lnTo>
                    <a:pt x="428" y="750"/>
                  </a:lnTo>
                  <a:lnTo>
                    <a:pt x="428" y="754"/>
                  </a:lnTo>
                  <a:lnTo>
                    <a:pt x="428" y="754"/>
                  </a:lnTo>
                  <a:lnTo>
                    <a:pt x="449" y="753"/>
                  </a:lnTo>
                  <a:lnTo>
                    <a:pt x="468" y="750"/>
                  </a:lnTo>
                  <a:lnTo>
                    <a:pt x="468" y="750"/>
                  </a:lnTo>
                  <a:lnTo>
                    <a:pt x="470" y="754"/>
                  </a:lnTo>
                  <a:lnTo>
                    <a:pt x="470" y="756"/>
                  </a:lnTo>
                  <a:lnTo>
                    <a:pt x="471" y="758"/>
                  </a:lnTo>
                  <a:lnTo>
                    <a:pt x="471" y="758"/>
                  </a:lnTo>
                  <a:lnTo>
                    <a:pt x="474" y="758"/>
                  </a:lnTo>
                  <a:lnTo>
                    <a:pt x="476" y="758"/>
                  </a:lnTo>
                  <a:lnTo>
                    <a:pt x="481" y="756"/>
                  </a:lnTo>
                  <a:lnTo>
                    <a:pt x="484" y="753"/>
                  </a:lnTo>
                  <a:lnTo>
                    <a:pt x="487" y="753"/>
                  </a:lnTo>
                  <a:lnTo>
                    <a:pt x="490" y="753"/>
                  </a:lnTo>
                  <a:lnTo>
                    <a:pt x="490" y="753"/>
                  </a:lnTo>
                  <a:lnTo>
                    <a:pt x="492" y="754"/>
                  </a:lnTo>
                  <a:lnTo>
                    <a:pt x="492" y="758"/>
                  </a:lnTo>
                  <a:lnTo>
                    <a:pt x="492" y="761"/>
                  </a:lnTo>
                  <a:lnTo>
                    <a:pt x="490" y="762"/>
                  </a:lnTo>
                  <a:lnTo>
                    <a:pt x="490" y="762"/>
                  </a:lnTo>
                  <a:lnTo>
                    <a:pt x="495" y="764"/>
                  </a:lnTo>
                  <a:lnTo>
                    <a:pt x="499" y="764"/>
                  </a:lnTo>
                  <a:lnTo>
                    <a:pt x="503" y="762"/>
                  </a:lnTo>
                  <a:lnTo>
                    <a:pt x="510" y="762"/>
                  </a:lnTo>
                  <a:lnTo>
                    <a:pt x="510" y="762"/>
                  </a:lnTo>
                  <a:lnTo>
                    <a:pt x="518" y="758"/>
                  </a:lnTo>
                  <a:lnTo>
                    <a:pt x="518" y="758"/>
                  </a:lnTo>
                  <a:lnTo>
                    <a:pt x="527" y="758"/>
                  </a:lnTo>
                  <a:lnTo>
                    <a:pt x="536" y="756"/>
                  </a:lnTo>
                  <a:lnTo>
                    <a:pt x="548" y="750"/>
                  </a:lnTo>
                  <a:lnTo>
                    <a:pt x="560" y="741"/>
                  </a:lnTo>
                  <a:lnTo>
                    <a:pt x="573" y="733"/>
                  </a:lnTo>
                  <a:lnTo>
                    <a:pt x="573" y="733"/>
                  </a:lnTo>
                  <a:lnTo>
                    <a:pt x="581" y="729"/>
                  </a:lnTo>
                  <a:lnTo>
                    <a:pt x="589" y="722"/>
                  </a:lnTo>
                  <a:lnTo>
                    <a:pt x="589" y="722"/>
                  </a:lnTo>
                  <a:lnTo>
                    <a:pt x="601" y="711"/>
                  </a:lnTo>
                  <a:lnTo>
                    <a:pt x="614" y="698"/>
                  </a:lnTo>
                  <a:lnTo>
                    <a:pt x="638" y="672"/>
                  </a:lnTo>
                  <a:lnTo>
                    <a:pt x="661" y="645"/>
                  </a:lnTo>
                  <a:lnTo>
                    <a:pt x="683" y="619"/>
                  </a:lnTo>
                  <a:lnTo>
                    <a:pt x="683" y="619"/>
                  </a:lnTo>
                  <a:lnTo>
                    <a:pt x="688" y="610"/>
                  </a:lnTo>
                  <a:lnTo>
                    <a:pt x="695" y="603"/>
                  </a:lnTo>
                  <a:lnTo>
                    <a:pt x="708" y="589"/>
                  </a:lnTo>
                  <a:lnTo>
                    <a:pt x="708" y="589"/>
                  </a:lnTo>
                  <a:lnTo>
                    <a:pt x="711" y="590"/>
                  </a:lnTo>
                  <a:lnTo>
                    <a:pt x="712" y="592"/>
                  </a:lnTo>
                  <a:lnTo>
                    <a:pt x="714" y="594"/>
                  </a:lnTo>
                  <a:lnTo>
                    <a:pt x="716" y="594"/>
                  </a:lnTo>
                  <a:lnTo>
                    <a:pt x="716" y="594"/>
                  </a:lnTo>
                  <a:lnTo>
                    <a:pt x="719" y="590"/>
                  </a:lnTo>
                  <a:lnTo>
                    <a:pt x="720" y="587"/>
                  </a:lnTo>
                  <a:lnTo>
                    <a:pt x="722" y="577"/>
                  </a:lnTo>
                  <a:lnTo>
                    <a:pt x="722" y="573"/>
                  </a:lnTo>
                  <a:lnTo>
                    <a:pt x="724" y="569"/>
                  </a:lnTo>
                  <a:lnTo>
                    <a:pt x="727" y="566"/>
                  </a:lnTo>
                  <a:lnTo>
                    <a:pt x="732" y="566"/>
                  </a:lnTo>
                  <a:lnTo>
                    <a:pt x="732" y="566"/>
                  </a:lnTo>
                  <a:lnTo>
                    <a:pt x="735" y="568"/>
                  </a:lnTo>
                  <a:lnTo>
                    <a:pt x="737" y="571"/>
                  </a:lnTo>
                  <a:lnTo>
                    <a:pt x="738" y="574"/>
                  </a:lnTo>
                  <a:lnTo>
                    <a:pt x="738" y="579"/>
                  </a:lnTo>
                  <a:lnTo>
                    <a:pt x="740" y="600"/>
                  </a:lnTo>
                  <a:lnTo>
                    <a:pt x="740" y="600"/>
                  </a:lnTo>
                  <a:lnTo>
                    <a:pt x="741" y="610"/>
                  </a:lnTo>
                  <a:lnTo>
                    <a:pt x="743" y="614"/>
                  </a:lnTo>
                  <a:lnTo>
                    <a:pt x="743" y="619"/>
                  </a:lnTo>
                  <a:lnTo>
                    <a:pt x="743" y="619"/>
                  </a:lnTo>
                  <a:lnTo>
                    <a:pt x="741" y="631"/>
                  </a:lnTo>
                  <a:lnTo>
                    <a:pt x="743" y="635"/>
                  </a:lnTo>
                  <a:lnTo>
                    <a:pt x="745" y="640"/>
                  </a:lnTo>
                  <a:lnTo>
                    <a:pt x="745" y="640"/>
                  </a:lnTo>
                  <a:lnTo>
                    <a:pt x="748" y="637"/>
                  </a:lnTo>
                  <a:lnTo>
                    <a:pt x="751" y="634"/>
                  </a:lnTo>
                  <a:lnTo>
                    <a:pt x="756" y="626"/>
                  </a:lnTo>
                  <a:lnTo>
                    <a:pt x="759" y="616"/>
                  </a:lnTo>
                  <a:lnTo>
                    <a:pt x="761" y="608"/>
                  </a:lnTo>
                  <a:lnTo>
                    <a:pt x="761" y="608"/>
                  </a:lnTo>
                  <a:lnTo>
                    <a:pt x="764" y="584"/>
                  </a:lnTo>
                  <a:lnTo>
                    <a:pt x="765" y="560"/>
                  </a:lnTo>
                  <a:lnTo>
                    <a:pt x="767" y="510"/>
                  </a:lnTo>
                  <a:lnTo>
                    <a:pt x="767" y="510"/>
                  </a:lnTo>
                  <a:lnTo>
                    <a:pt x="769" y="505"/>
                  </a:lnTo>
                  <a:lnTo>
                    <a:pt x="770" y="500"/>
                  </a:lnTo>
                  <a:lnTo>
                    <a:pt x="770" y="500"/>
                  </a:lnTo>
                  <a:lnTo>
                    <a:pt x="769" y="492"/>
                  </a:lnTo>
                  <a:lnTo>
                    <a:pt x="767" y="483"/>
                  </a:lnTo>
                  <a:lnTo>
                    <a:pt x="767" y="483"/>
                  </a:lnTo>
                  <a:lnTo>
                    <a:pt x="767" y="474"/>
                  </a:lnTo>
                  <a:lnTo>
                    <a:pt x="770" y="466"/>
                  </a:lnTo>
                  <a:lnTo>
                    <a:pt x="777" y="452"/>
                  </a:lnTo>
                  <a:lnTo>
                    <a:pt x="778" y="444"/>
                  </a:lnTo>
                  <a:lnTo>
                    <a:pt x="780" y="437"/>
                  </a:lnTo>
                  <a:lnTo>
                    <a:pt x="780" y="429"/>
                  </a:lnTo>
                  <a:lnTo>
                    <a:pt x="777" y="421"/>
                  </a:lnTo>
                  <a:lnTo>
                    <a:pt x="777" y="421"/>
                  </a:lnTo>
                  <a:close/>
                  <a:moveTo>
                    <a:pt x="117" y="639"/>
                  </a:moveTo>
                  <a:lnTo>
                    <a:pt x="117" y="639"/>
                  </a:lnTo>
                  <a:lnTo>
                    <a:pt x="116" y="639"/>
                  </a:lnTo>
                  <a:lnTo>
                    <a:pt x="114" y="640"/>
                  </a:lnTo>
                  <a:lnTo>
                    <a:pt x="113" y="642"/>
                  </a:lnTo>
                  <a:lnTo>
                    <a:pt x="111" y="642"/>
                  </a:lnTo>
                  <a:lnTo>
                    <a:pt x="111" y="642"/>
                  </a:lnTo>
                  <a:lnTo>
                    <a:pt x="109" y="640"/>
                  </a:lnTo>
                  <a:lnTo>
                    <a:pt x="109" y="637"/>
                  </a:lnTo>
                  <a:lnTo>
                    <a:pt x="108" y="634"/>
                  </a:lnTo>
                  <a:lnTo>
                    <a:pt x="108" y="634"/>
                  </a:lnTo>
                  <a:lnTo>
                    <a:pt x="113" y="634"/>
                  </a:lnTo>
                  <a:lnTo>
                    <a:pt x="116" y="634"/>
                  </a:lnTo>
                  <a:lnTo>
                    <a:pt x="117" y="632"/>
                  </a:lnTo>
                  <a:lnTo>
                    <a:pt x="117" y="632"/>
                  </a:lnTo>
                  <a:lnTo>
                    <a:pt x="117" y="635"/>
                  </a:lnTo>
                  <a:lnTo>
                    <a:pt x="117" y="639"/>
                  </a:lnTo>
                  <a:lnTo>
                    <a:pt x="117" y="639"/>
                  </a:lnTo>
                  <a:close/>
                  <a:moveTo>
                    <a:pt x="212" y="676"/>
                  </a:moveTo>
                  <a:lnTo>
                    <a:pt x="212" y="676"/>
                  </a:lnTo>
                  <a:lnTo>
                    <a:pt x="209" y="674"/>
                  </a:lnTo>
                  <a:lnTo>
                    <a:pt x="204" y="674"/>
                  </a:lnTo>
                  <a:lnTo>
                    <a:pt x="204" y="674"/>
                  </a:lnTo>
                  <a:lnTo>
                    <a:pt x="204" y="671"/>
                  </a:lnTo>
                  <a:lnTo>
                    <a:pt x="204" y="669"/>
                  </a:lnTo>
                  <a:lnTo>
                    <a:pt x="203" y="669"/>
                  </a:lnTo>
                  <a:lnTo>
                    <a:pt x="203" y="669"/>
                  </a:lnTo>
                  <a:lnTo>
                    <a:pt x="204" y="668"/>
                  </a:lnTo>
                  <a:lnTo>
                    <a:pt x="203" y="666"/>
                  </a:lnTo>
                  <a:lnTo>
                    <a:pt x="201" y="664"/>
                  </a:lnTo>
                  <a:lnTo>
                    <a:pt x="201" y="663"/>
                  </a:lnTo>
                  <a:lnTo>
                    <a:pt x="201" y="663"/>
                  </a:lnTo>
                  <a:lnTo>
                    <a:pt x="204" y="663"/>
                  </a:lnTo>
                  <a:lnTo>
                    <a:pt x="209" y="664"/>
                  </a:lnTo>
                  <a:lnTo>
                    <a:pt x="209" y="664"/>
                  </a:lnTo>
                  <a:lnTo>
                    <a:pt x="207" y="668"/>
                  </a:lnTo>
                  <a:lnTo>
                    <a:pt x="209" y="669"/>
                  </a:lnTo>
                  <a:lnTo>
                    <a:pt x="211" y="671"/>
                  </a:lnTo>
                  <a:lnTo>
                    <a:pt x="212" y="676"/>
                  </a:lnTo>
                  <a:lnTo>
                    <a:pt x="212" y="676"/>
                  </a:lnTo>
                  <a:close/>
                  <a:moveTo>
                    <a:pt x="320" y="745"/>
                  </a:moveTo>
                  <a:lnTo>
                    <a:pt x="320" y="745"/>
                  </a:lnTo>
                  <a:lnTo>
                    <a:pt x="320" y="740"/>
                  </a:lnTo>
                  <a:lnTo>
                    <a:pt x="320" y="737"/>
                  </a:lnTo>
                  <a:lnTo>
                    <a:pt x="322" y="735"/>
                  </a:lnTo>
                  <a:lnTo>
                    <a:pt x="325" y="737"/>
                  </a:lnTo>
                  <a:lnTo>
                    <a:pt x="326" y="738"/>
                  </a:lnTo>
                  <a:lnTo>
                    <a:pt x="326" y="740"/>
                  </a:lnTo>
                  <a:lnTo>
                    <a:pt x="325" y="743"/>
                  </a:lnTo>
                  <a:lnTo>
                    <a:pt x="320" y="745"/>
                  </a:lnTo>
                  <a:lnTo>
                    <a:pt x="320" y="745"/>
                  </a:lnTo>
                  <a:close/>
                  <a:moveTo>
                    <a:pt x="343" y="745"/>
                  </a:moveTo>
                  <a:lnTo>
                    <a:pt x="343" y="745"/>
                  </a:lnTo>
                  <a:lnTo>
                    <a:pt x="343" y="743"/>
                  </a:lnTo>
                  <a:lnTo>
                    <a:pt x="341" y="741"/>
                  </a:lnTo>
                  <a:lnTo>
                    <a:pt x="341" y="741"/>
                  </a:lnTo>
                  <a:lnTo>
                    <a:pt x="343" y="740"/>
                  </a:lnTo>
                  <a:lnTo>
                    <a:pt x="344" y="740"/>
                  </a:lnTo>
                  <a:lnTo>
                    <a:pt x="347" y="741"/>
                  </a:lnTo>
                  <a:lnTo>
                    <a:pt x="347" y="741"/>
                  </a:lnTo>
                  <a:lnTo>
                    <a:pt x="346" y="743"/>
                  </a:lnTo>
                  <a:lnTo>
                    <a:pt x="343" y="745"/>
                  </a:lnTo>
                  <a:lnTo>
                    <a:pt x="343" y="745"/>
                  </a:lnTo>
                  <a:close/>
                  <a:moveTo>
                    <a:pt x="77" y="513"/>
                  </a:moveTo>
                  <a:lnTo>
                    <a:pt x="82" y="513"/>
                  </a:lnTo>
                  <a:lnTo>
                    <a:pt x="82" y="513"/>
                  </a:lnTo>
                  <a:lnTo>
                    <a:pt x="82" y="511"/>
                  </a:lnTo>
                  <a:lnTo>
                    <a:pt x="82" y="508"/>
                  </a:lnTo>
                  <a:lnTo>
                    <a:pt x="82" y="508"/>
                  </a:lnTo>
                  <a:lnTo>
                    <a:pt x="79" y="508"/>
                  </a:lnTo>
                  <a:lnTo>
                    <a:pt x="79" y="508"/>
                  </a:lnTo>
                  <a:lnTo>
                    <a:pt x="80" y="510"/>
                  </a:lnTo>
                  <a:lnTo>
                    <a:pt x="82" y="511"/>
                  </a:lnTo>
                  <a:lnTo>
                    <a:pt x="82" y="511"/>
                  </a:lnTo>
                  <a:lnTo>
                    <a:pt x="79" y="511"/>
                  </a:lnTo>
                  <a:lnTo>
                    <a:pt x="77" y="513"/>
                  </a:lnTo>
                  <a:lnTo>
                    <a:pt x="77" y="513"/>
                  </a:lnTo>
                  <a:lnTo>
                    <a:pt x="77" y="513"/>
                  </a:lnTo>
                  <a:close/>
                  <a:moveTo>
                    <a:pt x="232" y="815"/>
                  </a:moveTo>
                  <a:lnTo>
                    <a:pt x="232" y="815"/>
                  </a:lnTo>
                  <a:lnTo>
                    <a:pt x="224" y="814"/>
                  </a:lnTo>
                  <a:lnTo>
                    <a:pt x="224" y="814"/>
                  </a:lnTo>
                  <a:lnTo>
                    <a:pt x="204" y="801"/>
                  </a:lnTo>
                  <a:lnTo>
                    <a:pt x="187" y="790"/>
                  </a:lnTo>
                  <a:lnTo>
                    <a:pt x="169" y="777"/>
                  </a:lnTo>
                  <a:lnTo>
                    <a:pt x="159" y="770"/>
                  </a:lnTo>
                  <a:lnTo>
                    <a:pt x="153" y="762"/>
                  </a:lnTo>
                  <a:lnTo>
                    <a:pt x="153" y="762"/>
                  </a:lnTo>
                  <a:lnTo>
                    <a:pt x="145" y="759"/>
                  </a:lnTo>
                  <a:lnTo>
                    <a:pt x="138" y="756"/>
                  </a:lnTo>
                  <a:lnTo>
                    <a:pt x="129" y="745"/>
                  </a:lnTo>
                  <a:lnTo>
                    <a:pt x="124" y="740"/>
                  </a:lnTo>
                  <a:lnTo>
                    <a:pt x="117" y="735"/>
                  </a:lnTo>
                  <a:lnTo>
                    <a:pt x="113" y="732"/>
                  </a:lnTo>
                  <a:lnTo>
                    <a:pt x="105" y="730"/>
                  </a:lnTo>
                  <a:lnTo>
                    <a:pt x="105" y="730"/>
                  </a:lnTo>
                  <a:lnTo>
                    <a:pt x="117" y="748"/>
                  </a:lnTo>
                  <a:lnTo>
                    <a:pt x="124" y="756"/>
                  </a:lnTo>
                  <a:lnTo>
                    <a:pt x="132" y="762"/>
                  </a:lnTo>
                  <a:lnTo>
                    <a:pt x="132" y="762"/>
                  </a:lnTo>
                  <a:lnTo>
                    <a:pt x="137" y="766"/>
                  </a:lnTo>
                  <a:lnTo>
                    <a:pt x="142" y="767"/>
                  </a:lnTo>
                  <a:lnTo>
                    <a:pt x="142" y="767"/>
                  </a:lnTo>
                  <a:lnTo>
                    <a:pt x="150" y="775"/>
                  </a:lnTo>
                  <a:lnTo>
                    <a:pt x="158" y="783"/>
                  </a:lnTo>
                  <a:lnTo>
                    <a:pt x="158" y="783"/>
                  </a:lnTo>
                  <a:lnTo>
                    <a:pt x="169" y="790"/>
                  </a:lnTo>
                  <a:lnTo>
                    <a:pt x="169" y="790"/>
                  </a:lnTo>
                  <a:lnTo>
                    <a:pt x="203" y="811"/>
                  </a:lnTo>
                  <a:lnTo>
                    <a:pt x="220" y="819"/>
                  </a:lnTo>
                  <a:lnTo>
                    <a:pt x="236" y="825"/>
                  </a:lnTo>
                  <a:lnTo>
                    <a:pt x="236" y="825"/>
                  </a:lnTo>
                  <a:lnTo>
                    <a:pt x="238" y="825"/>
                  </a:lnTo>
                  <a:lnTo>
                    <a:pt x="238" y="824"/>
                  </a:lnTo>
                  <a:lnTo>
                    <a:pt x="238" y="824"/>
                  </a:lnTo>
                  <a:lnTo>
                    <a:pt x="235" y="820"/>
                  </a:lnTo>
                  <a:lnTo>
                    <a:pt x="232" y="815"/>
                  </a:lnTo>
                  <a:lnTo>
                    <a:pt x="232" y="815"/>
                  </a:lnTo>
                  <a:close/>
                  <a:moveTo>
                    <a:pt x="252" y="825"/>
                  </a:moveTo>
                  <a:lnTo>
                    <a:pt x="252" y="825"/>
                  </a:lnTo>
                  <a:lnTo>
                    <a:pt x="249" y="827"/>
                  </a:lnTo>
                  <a:lnTo>
                    <a:pt x="246" y="827"/>
                  </a:lnTo>
                  <a:lnTo>
                    <a:pt x="244" y="827"/>
                  </a:lnTo>
                  <a:lnTo>
                    <a:pt x="243" y="828"/>
                  </a:lnTo>
                  <a:lnTo>
                    <a:pt x="243" y="828"/>
                  </a:lnTo>
                  <a:lnTo>
                    <a:pt x="251" y="830"/>
                  </a:lnTo>
                  <a:lnTo>
                    <a:pt x="259" y="833"/>
                  </a:lnTo>
                  <a:lnTo>
                    <a:pt x="269" y="836"/>
                  </a:lnTo>
                  <a:lnTo>
                    <a:pt x="278" y="838"/>
                  </a:lnTo>
                  <a:lnTo>
                    <a:pt x="278" y="838"/>
                  </a:lnTo>
                  <a:lnTo>
                    <a:pt x="277" y="835"/>
                  </a:lnTo>
                  <a:lnTo>
                    <a:pt x="273" y="833"/>
                  </a:lnTo>
                  <a:lnTo>
                    <a:pt x="267" y="832"/>
                  </a:lnTo>
                  <a:lnTo>
                    <a:pt x="259" y="828"/>
                  </a:lnTo>
                  <a:lnTo>
                    <a:pt x="254" y="828"/>
                  </a:lnTo>
                  <a:lnTo>
                    <a:pt x="252" y="825"/>
                  </a:lnTo>
                  <a:lnTo>
                    <a:pt x="252" y="825"/>
                  </a:lnTo>
                  <a:close/>
                </a:path>
              </a:pathLst>
            </a:custGeom>
            <a:solidFill>
              <a:schemeClr val="accent1"/>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grpSp>
      <p:sp>
        <p:nvSpPr>
          <p:cNvPr id="31" name="Freeform 13"/>
          <p:cNvSpPr>
            <a:spLocks/>
          </p:cNvSpPr>
          <p:nvPr>
            <p:custDataLst>
              <p:tags r:id="rId6"/>
            </p:custDataLst>
          </p:nvPr>
        </p:nvSpPr>
        <p:spPr bwMode="auto">
          <a:xfrm rot="5400000" flipH="1">
            <a:off x="3426619" y="3740944"/>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2" name="Freeform 13"/>
          <p:cNvSpPr>
            <a:spLocks/>
          </p:cNvSpPr>
          <p:nvPr>
            <p:custDataLst>
              <p:tags r:id="rId7"/>
            </p:custDataLst>
          </p:nvPr>
        </p:nvSpPr>
        <p:spPr bwMode="auto">
          <a:xfrm rot="5400000" flipV="1">
            <a:off x="7106444" y="3350419"/>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3" name="文本框 32"/>
          <p:cNvSpPr txBox="1"/>
          <p:nvPr>
            <p:custDataLst>
              <p:tags r:id="rId8"/>
            </p:custDataLst>
          </p:nvPr>
        </p:nvSpPr>
        <p:spPr>
          <a:xfrm>
            <a:off x="3622674" y="3179763"/>
            <a:ext cx="1597397" cy="387349"/>
          </a:xfrm>
          <a:prstGeom prst="rect">
            <a:avLst/>
          </a:prstGeom>
          <a:noFill/>
        </p:spPr>
        <p:txBody>
          <a:bodyPr/>
          <a:lstStyle/>
          <a:p>
            <a:pPr algn="just" eaLnBrk="1" fontAlgn="auto" hangingPunct="1">
              <a:spcBef>
                <a:spcPts val="0"/>
              </a:spcBef>
              <a:spcAft>
                <a:spcPts val="0"/>
              </a:spcAft>
              <a:defRPr/>
            </a:pPr>
            <a:r>
              <a:rPr lang="en-US" altLang="zh-CN" dirty="0">
                <a:solidFill>
                  <a:schemeClr val="accent1">
                    <a:lumMod val="60000"/>
                    <a:lumOff val="40000"/>
                  </a:schemeClr>
                </a:solidFill>
                <a:latin typeface="微软雅黑" pitchFamily="34" charset="-122"/>
                <a:ea typeface="微软雅黑" pitchFamily="34" charset="-122"/>
              </a:rPr>
              <a:t>PART </a:t>
            </a:r>
            <a:r>
              <a:rPr lang="en-US" altLang="zh-CN" dirty="0" smtClean="0">
                <a:solidFill>
                  <a:schemeClr val="accent1">
                    <a:lumMod val="60000"/>
                    <a:lumOff val="40000"/>
                  </a:schemeClr>
                </a:solidFill>
                <a:latin typeface="微软雅黑" pitchFamily="34" charset="-122"/>
                <a:ea typeface="微软雅黑" pitchFamily="34" charset="-122"/>
              </a:rPr>
              <a:t>FOUR</a:t>
            </a:r>
            <a:endParaRPr lang="zh-CN" altLang="en-US" dirty="0">
              <a:solidFill>
                <a:schemeClr val="accent1">
                  <a:lumMod val="60000"/>
                  <a:lumOff val="40000"/>
                </a:schemeClr>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30659045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技术团队</a:t>
            </a:r>
            <a:endParaRPr lang="zh-CN" altLang="en-US" dirty="0">
              <a:latin typeface="微软雅黑" pitchFamily="34" charset="-122"/>
              <a:ea typeface="微软雅黑" pitchFamily="34" charset="-122"/>
            </a:endParaRPr>
          </a:p>
        </p:txBody>
      </p:sp>
      <p:grpSp>
        <p:nvGrpSpPr>
          <p:cNvPr id="4" name="Group655"/>
          <p:cNvGrpSpPr/>
          <p:nvPr/>
        </p:nvGrpSpPr>
        <p:grpSpPr>
          <a:xfrm>
            <a:off x="189124" y="980729"/>
            <a:ext cx="8954876" cy="5679284"/>
            <a:chOff x="1106400" y="1217400"/>
            <a:chExt cx="7080742" cy="4423200"/>
          </a:xfrm>
        </p:grpSpPr>
        <p:sp>
          <p:nvSpPr>
            <p:cNvPr id="5" name="ConnectLine"/>
            <p:cNvSpPr/>
            <p:nvPr/>
          </p:nvSpPr>
          <p:spPr>
            <a:xfrm>
              <a:off x="4359200" y="1764600"/>
              <a:ext cx="2416800" cy="288800"/>
            </a:xfrm>
            <a:custGeom>
              <a:avLst/>
              <a:gdLst/>
              <a:ahLst/>
              <a:cxnLst/>
              <a:rect l="0" t="0" r="0" b="0"/>
              <a:pathLst>
                <a:path w="2416800" h="288800" fill="none">
                  <a:moveTo>
                    <a:pt x="0" y="0"/>
                  </a:moveTo>
                  <a:lnTo>
                    <a:pt x="0" y="167200"/>
                  </a:lnTo>
                  <a:lnTo>
                    <a:pt x="-2416800" y="167200"/>
                  </a:lnTo>
                  <a:lnTo>
                    <a:pt x="-2416800" y="288800"/>
                  </a:lnTo>
                </a:path>
              </a:pathLst>
            </a:custGeom>
            <a:noFill/>
            <a:ln w="7600" cap="flat">
              <a:solidFill>
                <a:srgbClr val="545454"/>
              </a:solidFill>
              <a:bevel/>
            </a:ln>
          </p:spPr>
        </p:sp>
        <p:sp>
          <p:nvSpPr>
            <p:cNvPr id="6" name="ConnectLine"/>
            <p:cNvSpPr/>
            <p:nvPr/>
          </p:nvSpPr>
          <p:spPr>
            <a:xfrm>
              <a:off x="4359200" y="1764600"/>
              <a:ext cx="0" cy="288800"/>
            </a:xfrm>
            <a:custGeom>
              <a:avLst/>
              <a:gdLst/>
              <a:ahLst/>
              <a:cxnLst/>
              <a:rect l="0" t="0" r="0" b="0"/>
              <a:pathLst>
                <a:path h="288800" fill="none">
                  <a:moveTo>
                    <a:pt x="0" y="0"/>
                  </a:moveTo>
                  <a:lnTo>
                    <a:pt x="0" y="288800"/>
                  </a:lnTo>
                </a:path>
              </a:pathLst>
            </a:custGeom>
            <a:noFill/>
            <a:ln w="7600" cap="flat">
              <a:solidFill>
                <a:srgbClr val="545454"/>
              </a:solidFill>
              <a:bevel/>
            </a:ln>
          </p:spPr>
        </p:sp>
        <p:sp>
          <p:nvSpPr>
            <p:cNvPr id="7" name="ConnectLine"/>
            <p:cNvSpPr/>
            <p:nvPr/>
          </p:nvSpPr>
          <p:spPr>
            <a:xfrm>
              <a:off x="1942400" y="2600600"/>
              <a:ext cx="410400" cy="486400"/>
            </a:xfrm>
            <a:custGeom>
              <a:avLst/>
              <a:gdLst/>
              <a:ahLst/>
              <a:cxnLst/>
              <a:rect l="0" t="0" r="0" b="0"/>
              <a:pathLst>
                <a:path w="410400" h="486400" fill="none">
                  <a:moveTo>
                    <a:pt x="0" y="0"/>
                  </a:moveTo>
                  <a:lnTo>
                    <a:pt x="0" y="152000"/>
                  </a:lnTo>
                  <a:lnTo>
                    <a:pt x="-471200" y="152000"/>
                  </a:lnTo>
                  <a:lnTo>
                    <a:pt x="-471200" y="486400"/>
                  </a:lnTo>
                  <a:lnTo>
                    <a:pt x="-410400" y="486400"/>
                  </a:lnTo>
                </a:path>
              </a:pathLst>
            </a:custGeom>
            <a:noFill/>
            <a:ln w="7600" cap="flat">
              <a:solidFill>
                <a:srgbClr val="545454"/>
              </a:solidFill>
              <a:bevel/>
            </a:ln>
          </p:spPr>
        </p:sp>
        <p:sp>
          <p:nvSpPr>
            <p:cNvPr id="8" name="ConnectLine"/>
            <p:cNvSpPr/>
            <p:nvPr/>
          </p:nvSpPr>
          <p:spPr>
            <a:xfrm>
              <a:off x="1942400" y="2600600"/>
              <a:ext cx="410400" cy="1246400"/>
            </a:xfrm>
            <a:custGeom>
              <a:avLst/>
              <a:gdLst/>
              <a:ahLst/>
              <a:cxnLst/>
              <a:rect l="0" t="0" r="0" b="0"/>
              <a:pathLst>
                <a:path w="410400" h="1246400" fill="none">
                  <a:moveTo>
                    <a:pt x="0" y="0"/>
                  </a:moveTo>
                  <a:lnTo>
                    <a:pt x="0" y="159600"/>
                  </a:lnTo>
                  <a:lnTo>
                    <a:pt x="-471200" y="159600"/>
                  </a:lnTo>
                  <a:lnTo>
                    <a:pt x="-471200" y="1246400"/>
                  </a:lnTo>
                  <a:lnTo>
                    <a:pt x="-410400" y="1246400"/>
                  </a:lnTo>
                </a:path>
              </a:pathLst>
            </a:custGeom>
            <a:noFill/>
            <a:ln w="7600" cap="flat">
              <a:solidFill>
                <a:srgbClr val="545454"/>
              </a:solidFill>
              <a:bevel/>
            </a:ln>
          </p:spPr>
        </p:sp>
        <p:sp>
          <p:nvSpPr>
            <p:cNvPr id="9" name="ConnectLine"/>
            <p:cNvSpPr/>
            <p:nvPr/>
          </p:nvSpPr>
          <p:spPr>
            <a:xfrm>
              <a:off x="4359200" y="1764600"/>
              <a:ext cx="2416800" cy="288800"/>
            </a:xfrm>
            <a:custGeom>
              <a:avLst/>
              <a:gdLst/>
              <a:ahLst/>
              <a:cxnLst/>
              <a:rect l="0" t="0" r="0" b="0"/>
              <a:pathLst>
                <a:path w="2416800" h="288800" fill="none">
                  <a:moveTo>
                    <a:pt x="0" y="0"/>
                  </a:moveTo>
                  <a:lnTo>
                    <a:pt x="0" y="167200"/>
                  </a:lnTo>
                  <a:lnTo>
                    <a:pt x="2416800" y="167200"/>
                  </a:lnTo>
                  <a:lnTo>
                    <a:pt x="2416800" y="288800"/>
                  </a:lnTo>
                </a:path>
              </a:pathLst>
            </a:custGeom>
            <a:noFill/>
            <a:ln w="7600" cap="flat">
              <a:solidFill>
                <a:srgbClr val="545454"/>
              </a:solidFill>
              <a:bevel/>
            </a:ln>
          </p:spPr>
        </p:sp>
        <p:sp>
          <p:nvSpPr>
            <p:cNvPr id="10" name="ConnectLine"/>
            <p:cNvSpPr/>
            <p:nvPr/>
          </p:nvSpPr>
          <p:spPr>
            <a:xfrm>
              <a:off x="4359200" y="2600600"/>
              <a:ext cx="410400" cy="486400"/>
            </a:xfrm>
            <a:custGeom>
              <a:avLst/>
              <a:gdLst/>
              <a:ahLst/>
              <a:cxnLst/>
              <a:rect l="0" t="0" r="0" b="0"/>
              <a:pathLst>
                <a:path w="410400" h="486400" fill="none">
                  <a:moveTo>
                    <a:pt x="0" y="0"/>
                  </a:moveTo>
                  <a:lnTo>
                    <a:pt x="0" y="152000"/>
                  </a:lnTo>
                  <a:lnTo>
                    <a:pt x="-471200" y="152000"/>
                  </a:lnTo>
                  <a:lnTo>
                    <a:pt x="-471200" y="486400"/>
                  </a:lnTo>
                  <a:lnTo>
                    <a:pt x="-410400" y="486400"/>
                  </a:lnTo>
                </a:path>
              </a:pathLst>
            </a:custGeom>
            <a:noFill/>
            <a:ln w="7600" cap="flat">
              <a:solidFill>
                <a:srgbClr val="545454"/>
              </a:solidFill>
              <a:bevel/>
            </a:ln>
          </p:spPr>
        </p:sp>
        <p:sp>
          <p:nvSpPr>
            <p:cNvPr id="11" name="ConnectLine"/>
            <p:cNvSpPr/>
            <p:nvPr/>
          </p:nvSpPr>
          <p:spPr>
            <a:xfrm>
              <a:off x="4359200" y="2600600"/>
              <a:ext cx="410400" cy="1246400"/>
            </a:xfrm>
            <a:custGeom>
              <a:avLst/>
              <a:gdLst/>
              <a:ahLst/>
              <a:cxnLst/>
              <a:rect l="0" t="0" r="0" b="0"/>
              <a:pathLst>
                <a:path w="410400" h="1246400" fill="none">
                  <a:moveTo>
                    <a:pt x="0" y="0"/>
                  </a:moveTo>
                  <a:lnTo>
                    <a:pt x="0" y="159600"/>
                  </a:lnTo>
                  <a:lnTo>
                    <a:pt x="-471200" y="159600"/>
                  </a:lnTo>
                  <a:lnTo>
                    <a:pt x="-471200" y="1246400"/>
                  </a:lnTo>
                  <a:lnTo>
                    <a:pt x="-410400" y="1246400"/>
                  </a:lnTo>
                </a:path>
              </a:pathLst>
            </a:custGeom>
            <a:noFill/>
            <a:ln w="7600" cap="flat">
              <a:solidFill>
                <a:srgbClr val="545454"/>
              </a:solidFill>
              <a:bevel/>
            </a:ln>
          </p:spPr>
        </p:sp>
        <p:sp>
          <p:nvSpPr>
            <p:cNvPr id="12" name="ConnectLine"/>
            <p:cNvSpPr/>
            <p:nvPr/>
          </p:nvSpPr>
          <p:spPr>
            <a:xfrm>
              <a:off x="6776000" y="2600600"/>
              <a:ext cx="410400" cy="486400"/>
            </a:xfrm>
            <a:custGeom>
              <a:avLst/>
              <a:gdLst/>
              <a:ahLst/>
              <a:cxnLst/>
              <a:rect l="0" t="0" r="0" b="0"/>
              <a:pathLst>
                <a:path w="410400" h="486400" fill="none">
                  <a:moveTo>
                    <a:pt x="0" y="0"/>
                  </a:moveTo>
                  <a:lnTo>
                    <a:pt x="0" y="152000"/>
                  </a:lnTo>
                  <a:lnTo>
                    <a:pt x="-471200" y="152000"/>
                  </a:lnTo>
                  <a:lnTo>
                    <a:pt x="-471200" y="486400"/>
                  </a:lnTo>
                  <a:lnTo>
                    <a:pt x="-410400" y="486400"/>
                  </a:lnTo>
                </a:path>
              </a:pathLst>
            </a:custGeom>
            <a:noFill/>
            <a:ln w="7600" cap="flat">
              <a:solidFill>
                <a:srgbClr val="545454"/>
              </a:solidFill>
              <a:bevel/>
            </a:ln>
          </p:spPr>
        </p:sp>
        <p:sp>
          <p:nvSpPr>
            <p:cNvPr id="13" name="ConnectLine"/>
            <p:cNvSpPr/>
            <p:nvPr/>
          </p:nvSpPr>
          <p:spPr>
            <a:xfrm>
              <a:off x="6776000" y="2600600"/>
              <a:ext cx="410400" cy="1246400"/>
            </a:xfrm>
            <a:custGeom>
              <a:avLst/>
              <a:gdLst/>
              <a:ahLst/>
              <a:cxnLst/>
              <a:rect l="0" t="0" r="0" b="0"/>
              <a:pathLst>
                <a:path w="410400" h="1246400" fill="none">
                  <a:moveTo>
                    <a:pt x="0" y="0"/>
                  </a:moveTo>
                  <a:lnTo>
                    <a:pt x="0" y="159600"/>
                  </a:lnTo>
                  <a:lnTo>
                    <a:pt x="-471200" y="159600"/>
                  </a:lnTo>
                  <a:lnTo>
                    <a:pt x="-471200" y="1246400"/>
                  </a:lnTo>
                  <a:lnTo>
                    <a:pt x="-410400" y="1246400"/>
                  </a:lnTo>
                </a:path>
              </a:pathLst>
            </a:custGeom>
            <a:noFill/>
            <a:ln w="7600" cap="flat">
              <a:solidFill>
                <a:srgbClr val="545454"/>
              </a:solidFill>
              <a:bevel/>
            </a:ln>
          </p:spPr>
        </p:sp>
        <p:sp>
          <p:nvSpPr>
            <p:cNvPr id="14" name="ConnectLine"/>
            <p:cNvSpPr/>
            <p:nvPr/>
          </p:nvSpPr>
          <p:spPr>
            <a:xfrm>
              <a:off x="6776000" y="2600600"/>
              <a:ext cx="410400" cy="2006400"/>
            </a:xfrm>
            <a:custGeom>
              <a:avLst/>
              <a:gdLst/>
              <a:ahLst/>
              <a:cxnLst/>
              <a:rect l="0" t="0" r="0" b="0"/>
              <a:pathLst>
                <a:path w="410400" h="2006400" fill="none">
                  <a:moveTo>
                    <a:pt x="0" y="0"/>
                  </a:moveTo>
                  <a:lnTo>
                    <a:pt x="0" y="159600"/>
                  </a:lnTo>
                  <a:lnTo>
                    <a:pt x="-471200" y="159600"/>
                  </a:lnTo>
                  <a:lnTo>
                    <a:pt x="-471200" y="2006400"/>
                  </a:lnTo>
                  <a:lnTo>
                    <a:pt x="-410400" y="2006400"/>
                  </a:lnTo>
                </a:path>
              </a:pathLst>
            </a:custGeom>
            <a:noFill/>
            <a:ln w="7600" cap="flat">
              <a:solidFill>
                <a:srgbClr val="545454"/>
              </a:solidFill>
              <a:bevel/>
            </a:ln>
          </p:spPr>
        </p:sp>
        <p:sp>
          <p:nvSpPr>
            <p:cNvPr id="15" name="ConnectLine"/>
            <p:cNvSpPr/>
            <p:nvPr/>
          </p:nvSpPr>
          <p:spPr>
            <a:xfrm>
              <a:off x="6776000" y="2600600"/>
              <a:ext cx="410400" cy="2766400"/>
            </a:xfrm>
            <a:custGeom>
              <a:avLst/>
              <a:gdLst/>
              <a:ahLst/>
              <a:cxnLst/>
              <a:rect l="0" t="0" r="0" b="0"/>
              <a:pathLst>
                <a:path w="410400" h="2766400" fill="none">
                  <a:moveTo>
                    <a:pt x="0" y="0"/>
                  </a:moveTo>
                  <a:lnTo>
                    <a:pt x="0" y="159600"/>
                  </a:lnTo>
                  <a:lnTo>
                    <a:pt x="-471200" y="159600"/>
                  </a:lnTo>
                  <a:lnTo>
                    <a:pt x="-471200" y="2766400"/>
                  </a:lnTo>
                  <a:lnTo>
                    <a:pt x="-410400" y="2766400"/>
                  </a:lnTo>
                </a:path>
              </a:pathLst>
            </a:custGeom>
            <a:noFill/>
            <a:ln w="7600" cap="flat">
              <a:solidFill>
                <a:srgbClr val="545454"/>
              </a:solidFill>
              <a:bevel/>
            </a:ln>
          </p:spPr>
        </p:sp>
        <p:grpSp>
          <p:nvGrpSpPr>
            <p:cNvPr id="16" name="Left Photo Box 9"/>
            <p:cNvGrpSpPr/>
            <p:nvPr/>
          </p:nvGrpSpPr>
          <p:grpSpPr>
            <a:xfrm>
              <a:off x="3523200" y="1217400"/>
              <a:ext cx="1672000" cy="547200"/>
              <a:chOff x="3523200" y="1217400"/>
              <a:chExt cx="1672000" cy="547200"/>
            </a:xfrm>
          </p:grpSpPr>
          <p:sp>
            <p:nvSpPr>
              <p:cNvPr id="83" name="任意多边形 82"/>
              <p:cNvSpPr/>
              <p:nvPr/>
            </p:nvSpPr>
            <p:spPr>
              <a:xfrm>
                <a:off x="3523200" y="1217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C69E3C"/>
                  </a:gs>
                  <a:gs pos="100000">
                    <a:srgbClr val="936B09"/>
                  </a:gs>
                </a:gsLst>
                <a:lin ang="5400000" scaled="0"/>
              </a:gradFill>
              <a:ln w="7600" cap="flat">
                <a:solidFill>
                  <a:srgbClr val="FFFFFF"/>
                </a:solidFill>
                <a:bevel/>
              </a:ln>
              <a:effectLst>
                <a:outerShdw blurRad="30000" dist="21496" dir="2700000" algn="tl">
                  <a:srgbClr val="000000">
                    <a:alpha val="40000"/>
                  </a:srgbClr>
                </a:outerShdw>
              </a:effectLst>
            </p:spPr>
          </p:sp>
          <p:pic>
            <p:nvPicPr>
              <p:cNvPr id="84" name="图片 8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4000" y="1278200"/>
                <a:ext cx="361760" cy="425600"/>
              </a:xfrm>
              <a:prstGeom prst="rect">
                <a:avLst/>
              </a:prstGeom>
            </p:spPr>
          </p:pic>
          <p:sp>
            <p:nvSpPr>
              <p:cNvPr id="85" name="Text 656"/>
              <p:cNvSpPr txBox="1"/>
              <p:nvPr/>
            </p:nvSpPr>
            <p:spPr>
              <a:xfrm>
                <a:off x="4006560" y="1244000"/>
                <a:ext cx="1188640" cy="129200"/>
              </a:xfrm>
              <a:prstGeom prst="rect">
                <a:avLst/>
              </a:prstGeom>
              <a:noFill/>
            </p:spPr>
            <p:txBody>
              <a:bodyPr wrap="square" lIns="36000" tIns="18000" rIns="36000" bIns="18000" rtlCol="0" anchor="ctr"/>
              <a:lstStyle/>
              <a:p>
                <a:pPr algn="ctr"/>
                <a:r>
                  <a:rPr sz="1700" dirty="0" err="1">
                    <a:solidFill>
                      <a:schemeClr val="bg1"/>
                    </a:solidFill>
                    <a:latin typeface="微软雅黑" pitchFamily="34" charset="-122"/>
                    <a:ea typeface="微软雅黑" pitchFamily="34" charset="-122"/>
                  </a:rPr>
                  <a:t>副总经理</a:t>
                </a:r>
                <a:endParaRPr sz="1700" dirty="0">
                  <a:solidFill>
                    <a:schemeClr val="bg1"/>
                  </a:solidFill>
                  <a:latin typeface="微软雅黑" pitchFamily="34" charset="-122"/>
                  <a:ea typeface="微软雅黑" pitchFamily="34" charset="-122"/>
                </a:endParaRPr>
              </a:p>
            </p:txBody>
          </p:sp>
          <p:sp>
            <p:nvSpPr>
              <p:cNvPr id="86" name="Text 657"/>
              <p:cNvSpPr txBox="1"/>
              <p:nvPr/>
            </p:nvSpPr>
            <p:spPr>
              <a:xfrm>
                <a:off x="4006560" y="1517599"/>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高级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grpSp>
        <p:grpSp>
          <p:nvGrpSpPr>
            <p:cNvPr id="17" name="Left Photo Box 9"/>
            <p:cNvGrpSpPr/>
            <p:nvPr/>
          </p:nvGrpSpPr>
          <p:grpSpPr>
            <a:xfrm>
              <a:off x="5940000" y="2053400"/>
              <a:ext cx="1675040" cy="547200"/>
              <a:chOff x="5940000" y="2053400"/>
              <a:chExt cx="1675040" cy="547200"/>
            </a:xfrm>
          </p:grpSpPr>
          <p:sp>
            <p:nvSpPr>
              <p:cNvPr id="78" name="任意多边形 77"/>
              <p:cNvSpPr/>
              <p:nvPr/>
            </p:nvSpPr>
            <p:spPr>
              <a:xfrm>
                <a:off x="5940000" y="205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63C28D"/>
                  </a:gs>
                  <a:gs pos="100000">
                    <a:srgbClr val="308F5A"/>
                  </a:gs>
                </a:gsLst>
                <a:lin ang="5400000" scaled="0"/>
              </a:gradFill>
              <a:ln w="7600" cap="flat">
                <a:solidFill>
                  <a:srgbClr val="FFFFFF"/>
                </a:solidFill>
                <a:bevel/>
              </a:ln>
              <a:effectLst>
                <a:outerShdw blurRad="30000" dist="21496" dir="2700000" algn="tl">
                  <a:srgbClr val="000000">
                    <a:alpha val="40000"/>
                  </a:srgbClr>
                </a:outerShdw>
              </a:effectLst>
            </p:spPr>
          </p:sp>
          <p:pic>
            <p:nvPicPr>
              <p:cNvPr id="79" name="图片 7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00800" y="2114200"/>
                <a:ext cx="361760" cy="425600"/>
              </a:xfrm>
              <a:prstGeom prst="rect">
                <a:avLst/>
              </a:prstGeom>
            </p:spPr>
          </p:pic>
          <p:sp>
            <p:nvSpPr>
              <p:cNvPr id="80" name="Text 659"/>
              <p:cNvSpPr txBox="1"/>
              <p:nvPr/>
            </p:nvSpPr>
            <p:spPr>
              <a:xfrm>
                <a:off x="6423360" y="2080000"/>
                <a:ext cx="1188640" cy="129200"/>
              </a:xfrm>
              <a:prstGeom prst="rect">
                <a:avLst/>
              </a:prstGeom>
              <a:noFill/>
            </p:spPr>
            <p:txBody>
              <a:bodyPr wrap="square" lIns="36000" tIns="18000" rIns="36000" bIns="18000" rtlCol="0" anchor="ctr"/>
              <a:lstStyle/>
              <a:p>
                <a:pPr algn="ctr"/>
                <a:r>
                  <a:rPr sz="1700">
                    <a:solidFill>
                      <a:srgbClr val="FFFFFF"/>
                    </a:solidFill>
                    <a:latin typeface="微软雅黑" pitchFamily="34" charset="-122"/>
                    <a:ea typeface="微软雅黑" pitchFamily="34" charset="-122"/>
                  </a:rPr>
                  <a:t>项目经理</a:t>
                </a:r>
              </a:p>
            </p:txBody>
          </p:sp>
          <p:sp>
            <p:nvSpPr>
              <p:cNvPr id="81" name="Text 660"/>
              <p:cNvSpPr txBox="1"/>
              <p:nvPr/>
            </p:nvSpPr>
            <p:spPr>
              <a:xfrm>
                <a:off x="6426400" y="2326999"/>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高级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grpSp>
        <p:grpSp>
          <p:nvGrpSpPr>
            <p:cNvPr id="18" name="Left Photo Box 9"/>
            <p:cNvGrpSpPr/>
            <p:nvPr/>
          </p:nvGrpSpPr>
          <p:grpSpPr>
            <a:xfrm>
              <a:off x="6365600" y="5093400"/>
              <a:ext cx="1672547" cy="547200"/>
              <a:chOff x="6365600" y="5093400"/>
              <a:chExt cx="1672547" cy="547200"/>
            </a:xfrm>
          </p:grpSpPr>
          <p:sp>
            <p:nvSpPr>
              <p:cNvPr id="73" name="任意多边形 72"/>
              <p:cNvSpPr/>
              <p:nvPr/>
            </p:nvSpPr>
            <p:spPr>
              <a:xfrm>
                <a:off x="6365600" y="509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4DC1BB"/>
                  </a:gs>
                  <a:gs pos="100000">
                    <a:srgbClr val="1A8E88"/>
                  </a:gs>
                </a:gsLst>
                <a:lin ang="5400000" scaled="0"/>
              </a:gradFill>
              <a:ln w="7600" cap="flat">
                <a:solidFill>
                  <a:srgbClr val="FFFFFF"/>
                </a:solidFill>
                <a:bevel/>
              </a:ln>
              <a:effectLst>
                <a:outerShdw blurRad="30000" dist="21496" dir="2700000" algn="tl">
                  <a:srgbClr val="000000">
                    <a:alpha val="40000"/>
                  </a:srgbClr>
                </a:outerShdw>
              </a:effectLst>
            </p:spPr>
          </p:sp>
          <p:pic>
            <p:nvPicPr>
              <p:cNvPr id="74" name="图片 7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6400" y="5154200"/>
                <a:ext cx="361760" cy="425600"/>
              </a:xfrm>
              <a:prstGeom prst="rect">
                <a:avLst/>
              </a:prstGeom>
            </p:spPr>
          </p:pic>
          <p:sp>
            <p:nvSpPr>
              <p:cNvPr id="75" name="Text 662"/>
              <p:cNvSpPr txBox="1"/>
              <p:nvPr/>
            </p:nvSpPr>
            <p:spPr>
              <a:xfrm>
                <a:off x="6848960" y="5120000"/>
                <a:ext cx="1188640" cy="129200"/>
              </a:xfrm>
              <a:prstGeom prst="rect">
                <a:avLst/>
              </a:prstGeom>
              <a:noFill/>
            </p:spPr>
            <p:txBody>
              <a:bodyPr wrap="square" lIns="36000" tIns="18000" rIns="36000" bIns="18000" rtlCol="0" anchor="ctr"/>
              <a:lstStyle/>
              <a:p>
                <a:pPr algn="ctr"/>
                <a:r>
                  <a:rPr sz="1600">
                    <a:solidFill>
                      <a:srgbClr val="FFFFFF"/>
                    </a:solidFill>
                    <a:latin typeface="微软雅黑" pitchFamily="34" charset="-122"/>
                    <a:ea typeface="微软雅黑" pitchFamily="34" charset="-122"/>
                  </a:rPr>
                  <a:t>美工</a:t>
                </a:r>
              </a:p>
            </p:txBody>
          </p:sp>
          <p:sp>
            <p:nvSpPr>
              <p:cNvPr id="76" name="Text 663"/>
              <p:cNvSpPr txBox="1"/>
              <p:nvPr/>
            </p:nvSpPr>
            <p:spPr>
              <a:xfrm>
                <a:off x="6849507" y="5395961"/>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初级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大专</a:t>
                </a:r>
                <a:endParaRPr sz="1600" dirty="0">
                  <a:solidFill>
                    <a:srgbClr val="FFFFFF"/>
                  </a:solidFill>
                  <a:latin typeface="微软雅黑" pitchFamily="34" charset="-122"/>
                  <a:ea typeface="微软雅黑" pitchFamily="34" charset="-122"/>
                </a:endParaRPr>
              </a:p>
            </p:txBody>
          </p:sp>
        </p:grpSp>
        <p:grpSp>
          <p:nvGrpSpPr>
            <p:cNvPr id="19" name="Left Photo Box 9"/>
            <p:cNvGrpSpPr/>
            <p:nvPr/>
          </p:nvGrpSpPr>
          <p:grpSpPr>
            <a:xfrm>
              <a:off x="6365600" y="4333400"/>
              <a:ext cx="1672000" cy="547200"/>
              <a:chOff x="6365600" y="4333400"/>
              <a:chExt cx="1672000" cy="547200"/>
            </a:xfrm>
          </p:grpSpPr>
          <p:sp>
            <p:nvSpPr>
              <p:cNvPr id="68" name="任意多边形 67"/>
              <p:cNvSpPr/>
              <p:nvPr/>
            </p:nvSpPr>
            <p:spPr>
              <a:xfrm>
                <a:off x="6365600" y="433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4DC1BB"/>
                  </a:gs>
                  <a:gs pos="100000">
                    <a:srgbClr val="1A8E88"/>
                  </a:gs>
                </a:gsLst>
                <a:lin ang="5400000" scaled="0"/>
              </a:gradFill>
              <a:ln w="7600" cap="flat">
                <a:solidFill>
                  <a:srgbClr val="FFFFFF"/>
                </a:solidFill>
                <a:bevel/>
              </a:ln>
              <a:effectLst>
                <a:outerShdw blurRad="30000" dist="21496" dir="2700000" algn="tl">
                  <a:srgbClr val="000000">
                    <a:alpha val="40000"/>
                  </a:srgbClr>
                </a:outerShdw>
              </a:effectLst>
            </p:spPr>
          </p:sp>
          <p:pic>
            <p:nvPicPr>
              <p:cNvPr id="69" name="图片 6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6400" y="4394200"/>
                <a:ext cx="361760" cy="425600"/>
              </a:xfrm>
              <a:prstGeom prst="rect">
                <a:avLst/>
              </a:prstGeom>
            </p:spPr>
          </p:pic>
          <p:sp>
            <p:nvSpPr>
              <p:cNvPr id="70" name="Text 665"/>
              <p:cNvSpPr txBox="1"/>
              <p:nvPr/>
            </p:nvSpPr>
            <p:spPr>
              <a:xfrm>
                <a:off x="6848960" y="4360000"/>
                <a:ext cx="1188640" cy="129200"/>
              </a:xfrm>
              <a:prstGeom prst="rect">
                <a:avLst/>
              </a:prstGeom>
              <a:noFill/>
            </p:spPr>
            <p:txBody>
              <a:bodyPr wrap="square" lIns="36000" tIns="18000" rIns="36000" bIns="18000" rtlCol="0" anchor="ctr"/>
              <a:lstStyle/>
              <a:p>
                <a:pPr algn="ctr"/>
                <a:r>
                  <a:rPr sz="1600">
                    <a:solidFill>
                      <a:srgbClr val="FFFFFF"/>
                    </a:solidFill>
                    <a:latin typeface="微软雅黑" pitchFamily="34" charset="-122"/>
                    <a:ea typeface="微软雅黑" pitchFamily="34" charset="-122"/>
                  </a:rPr>
                  <a:t>前端工程师</a:t>
                </a:r>
              </a:p>
            </p:txBody>
          </p:sp>
          <p:sp>
            <p:nvSpPr>
              <p:cNvPr id="71" name="Text 666"/>
              <p:cNvSpPr txBox="1"/>
              <p:nvPr/>
            </p:nvSpPr>
            <p:spPr>
              <a:xfrm>
                <a:off x="6848960" y="4633600"/>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中级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grpSp>
        <p:grpSp>
          <p:nvGrpSpPr>
            <p:cNvPr id="20" name="Left Photo Box 9"/>
            <p:cNvGrpSpPr/>
            <p:nvPr/>
          </p:nvGrpSpPr>
          <p:grpSpPr>
            <a:xfrm>
              <a:off x="6365600" y="3573400"/>
              <a:ext cx="1821542" cy="547200"/>
              <a:chOff x="6365600" y="3573400"/>
              <a:chExt cx="1821542" cy="547200"/>
            </a:xfrm>
          </p:grpSpPr>
          <p:sp>
            <p:nvSpPr>
              <p:cNvPr id="63" name="任意多边形 62"/>
              <p:cNvSpPr/>
              <p:nvPr/>
            </p:nvSpPr>
            <p:spPr>
              <a:xfrm>
                <a:off x="6365600" y="357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4DC1BB"/>
                  </a:gs>
                  <a:gs pos="100000">
                    <a:srgbClr val="1A8E88"/>
                  </a:gs>
                </a:gsLst>
                <a:lin ang="5400000" scaled="0"/>
              </a:gradFill>
              <a:ln w="7600" cap="flat">
                <a:solidFill>
                  <a:srgbClr val="FFFFFF"/>
                </a:solidFill>
                <a:bevel/>
              </a:ln>
              <a:effectLst>
                <a:outerShdw blurRad="30000" dist="21496" dir="2700000" algn="tl">
                  <a:srgbClr val="000000">
                    <a:alpha val="40000"/>
                  </a:srgbClr>
                </a:outerShdw>
              </a:effectLst>
            </p:spPr>
          </p:sp>
          <p:pic>
            <p:nvPicPr>
              <p:cNvPr id="64" name="图片 6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6400" y="3634200"/>
                <a:ext cx="361760" cy="425600"/>
              </a:xfrm>
              <a:prstGeom prst="rect">
                <a:avLst/>
              </a:prstGeom>
            </p:spPr>
          </p:pic>
          <p:sp>
            <p:nvSpPr>
              <p:cNvPr id="65" name="Text 668"/>
              <p:cNvSpPr txBox="1"/>
              <p:nvPr/>
            </p:nvSpPr>
            <p:spPr>
              <a:xfrm>
                <a:off x="6848960" y="3600000"/>
                <a:ext cx="1338182"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软件工程师</a:t>
                </a:r>
                <a:r>
                  <a:rPr lang="zh-CN" altLang="en-US" sz="1600" dirty="0" smtClean="0">
                    <a:solidFill>
                      <a:srgbClr val="FFFFFF"/>
                    </a:solidFill>
                    <a:latin typeface="微软雅黑" pitchFamily="34" charset="-122"/>
                    <a:ea typeface="微软雅黑" pitchFamily="34" charset="-122"/>
                  </a:rPr>
                  <a:t> </a:t>
                </a:r>
                <a:r>
                  <a:rPr lang="en-US" altLang="zh-CN" dirty="0" smtClean="0">
                    <a:solidFill>
                      <a:srgbClr val="FFFFFF"/>
                    </a:solidFill>
                    <a:latin typeface="微软雅黑" pitchFamily="34" charset="-122"/>
                    <a:ea typeface="微软雅黑" pitchFamily="34" charset="-122"/>
                  </a:rPr>
                  <a:t>3</a:t>
                </a:r>
                <a:r>
                  <a:rPr lang="zh-CN" altLang="en-US" sz="1600" dirty="0" smtClean="0">
                    <a:solidFill>
                      <a:srgbClr val="FFFFFF"/>
                    </a:solidFill>
                    <a:latin typeface="微软雅黑" pitchFamily="34" charset="-122"/>
                    <a:ea typeface="微软雅黑" pitchFamily="34" charset="-122"/>
                  </a:rPr>
                  <a:t>名 </a:t>
                </a:r>
                <a:endParaRPr sz="1600" dirty="0">
                  <a:solidFill>
                    <a:srgbClr val="FFFFFF"/>
                  </a:solidFill>
                  <a:latin typeface="微软雅黑" pitchFamily="34" charset="-122"/>
                  <a:ea typeface="微软雅黑" pitchFamily="34" charset="-122"/>
                </a:endParaRPr>
              </a:p>
            </p:txBody>
          </p:sp>
          <p:sp>
            <p:nvSpPr>
              <p:cNvPr id="66" name="Text 669"/>
              <p:cNvSpPr txBox="1"/>
              <p:nvPr/>
            </p:nvSpPr>
            <p:spPr>
              <a:xfrm>
                <a:off x="6868196" y="3896118"/>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中级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grpSp>
        <p:grpSp>
          <p:nvGrpSpPr>
            <p:cNvPr id="21" name="Left Photo Box 9"/>
            <p:cNvGrpSpPr/>
            <p:nvPr/>
          </p:nvGrpSpPr>
          <p:grpSpPr>
            <a:xfrm>
              <a:off x="6365600" y="2813400"/>
              <a:ext cx="1699972" cy="547200"/>
              <a:chOff x="6365600" y="2813400"/>
              <a:chExt cx="1699972" cy="547200"/>
            </a:xfrm>
          </p:grpSpPr>
          <p:sp>
            <p:nvSpPr>
              <p:cNvPr id="58" name="任意多边形 57"/>
              <p:cNvSpPr/>
              <p:nvPr/>
            </p:nvSpPr>
            <p:spPr>
              <a:xfrm>
                <a:off x="6365600" y="281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4DC1BB"/>
                  </a:gs>
                  <a:gs pos="100000">
                    <a:srgbClr val="1A8E88"/>
                  </a:gs>
                </a:gsLst>
                <a:lin ang="5400000" scaled="0"/>
              </a:gradFill>
              <a:ln w="7600" cap="flat">
                <a:solidFill>
                  <a:srgbClr val="FFFFFF"/>
                </a:solidFill>
                <a:bevel/>
              </a:ln>
              <a:effectLst>
                <a:outerShdw blurRad="30000" dist="21496" dir="2700000" algn="tl">
                  <a:srgbClr val="000000">
                    <a:alpha val="40000"/>
                  </a:srgbClr>
                </a:outerShdw>
              </a:effectLst>
            </p:spPr>
          </p:sp>
          <p:pic>
            <p:nvPicPr>
              <p:cNvPr id="59" name="图片 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6400" y="2874200"/>
                <a:ext cx="361760" cy="425600"/>
              </a:xfrm>
              <a:prstGeom prst="rect">
                <a:avLst/>
              </a:prstGeom>
            </p:spPr>
          </p:pic>
          <p:sp>
            <p:nvSpPr>
              <p:cNvPr id="60" name="Text 671"/>
              <p:cNvSpPr txBox="1"/>
              <p:nvPr/>
            </p:nvSpPr>
            <p:spPr>
              <a:xfrm>
                <a:off x="6848960" y="2840000"/>
                <a:ext cx="1188640" cy="129200"/>
              </a:xfrm>
              <a:prstGeom prst="rect">
                <a:avLst/>
              </a:prstGeom>
              <a:noFill/>
            </p:spPr>
            <p:txBody>
              <a:bodyPr wrap="square" lIns="36000" tIns="18000" rIns="36000" bIns="18000" rtlCol="0" anchor="ctr"/>
              <a:lstStyle/>
              <a:p>
                <a:pPr algn="ctr"/>
                <a:r>
                  <a:rPr sz="1600">
                    <a:solidFill>
                      <a:srgbClr val="FFFFFF"/>
                    </a:solidFill>
                    <a:latin typeface="微软雅黑" pitchFamily="34" charset="-122"/>
                    <a:ea typeface="微软雅黑" pitchFamily="34" charset="-122"/>
                  </a:rPr>
                  <a:t>架构师</a:t>
                </a:r>
              </a:p>
            </p:txBody>
          </p:sp>
          <p:sp>
            <p:nvSpPr>
              <p:cNvPr id="61" name="Text 672"/>
              <p:cNvSpPr txBox="1"/>
              <p:nvPr/>
            </p:nvSpPr>
            <p:spPr>
              <a:xfrm>
                <a:off x="6876932" y="3113600"/>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高级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grpSp>
        <p:grpSp>
          <p:nvGrpSpPr>
            <p:cNvPr id="22" name="Left Photo Box 9"/>
            <p:cNvGrpSpPr/>
            <p:nvPr/>
          </p:nvGrpSpPr>
          <p:grpSpPr>
            <a:xfrm>
              <a:off x="3523200" y="2053400"/>
              <a:ext cx="1672000" cy="547200"/>
              <a:chOff x="3523200" y="2053400"/>
              <a:chExt cx="1672000" cy="547200"/>
            </a:xfrm>
          </p:grpSpPr>
          <p:sp>
            <p:nvSpPr>
              <p:cNvPr id="53" name="任意多边形 52"/>
              <p:cNvSpPr/>
              <p:nvPr/>
            </p:nvSpPr>
            <p:spPr>
              <a:xfrm>
                <a:off x="3523200" y="205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63C28D"/>
                  </a:gs>
                  <a:gs pos="100000">
                    <a:srgbClr val="308F5A"/>
                  </a:gs>
                </a:gsLst>
                <a:lin ang="5400000" scaled="0"/>
              </a:gradFill>
              <a:ln w="7600" cap="flat">
                <a:solidFill>
                  <a:srgbClr val="FFFFFF"/>
                </a:solidFill>
                <a:bevel/>
              </a:ln>
              <a:effectLst>
                <a:outerShdw blurRad="30000" dist="21496" dir="2700000" algn="tl">
                  <a:srgbClr val="000000">
                    <a:alpha val="40000"/>
                  </a:srgbClr>
                </a:outerShdw>
              </a:effectLst>
            </p:spPr>
          </p:sp>
          <p:pic>
            <p:nvPicPr>
              <p:cNvPr id="54" name="图片 5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4000" y="2114200"/>
                <a:ext cx="361760" cy="425600"/>
              </a:xfrm>
              <a:prstGeom prst="rect">
                <a:avLst/>
              </a:prstGeom>
            </p:spPr>
          </p:pic>
          <p:sp>
            <p:nvSpPr>
              <p:cNvPr id="55" name="Text 674"/>
              <p:cNvSpPr txBox="1"/>
              <p:nvPr/>
            </p:nvSpPr>
            <p:spPr>
              <a:xfrm>
                <a:off x="4006560" y="2080000"/>
                <a:ext cx="1188640" cy="129200"/>
              </a:xfrm>
              <a:prstGeom prst="rect">
                <a:avLst/>
              </a:prstGeom>
              <a:noFill/>
            </p:spPr>
            <p:txBody>
              <a:bodyPr wrap="square" lIns="36000" tIns="18000" rIns="36000" bIns="18000" rtlCol="0" anchor="ctr"/>
              <a:lstStyle/>
              <a:p>
                <a:pPr algn="ctr"/>
                <a:r>
                  <a:rPr sz="1700" dirty="0" err="1">
                    <a:solidFill>
                      <a:srgbClr val="FFFFFF"/>
                    </a:solidFill>
                    <a:latin typeface="微软雅黑" pitchFamily="34" charset="-122"/>
                    <a:ea typeface="微软雅黑" pitchFamily="34" charset="-122"/>
                  </a:rPr>
                  <a:t>测试组长</a:t>
                </a:r>
                <a:endParaRPr sz="1700" dirty="0">
                  <a:solidFill>
                    <a:srgbClr val="FFFFFF"/>
                  </a:solidFill>
                  <a:latin typeface="微软雅黑" pitchFamily="34" charset="-122"/>
                  <a:ea typeface="微软雅黑" pitchFamily="34" charset="-122"/>
                </a:endParaRPr>
              </a:p>
            </p:txBody>
          </p:sp>
        </p:grpSp>
        <p:grpSp>
          <p:nvGrpSpPr>
            <p:cNvPr id="23" name="Left Photo Box 9"/>
            <p:cNvGrpSpPr/>
            <p:nvPr/>
          </p:nvGrpSpPr>
          <p:grpSpPr>
            <a:xfrm>
              <a:off x="3948800" y="3573400"/>
              <a:ext cx="1677111" cy="547200"/>
              <a:chOff x="3948800" y="3573400"/>
              <a:chExt cx="1677111" cy="547200"/>
            </a:xfrm>
          </p:grpSpPr>
          <p:sp>
            <p:nvSpPr>
              <p:cNvPr id="48" name="任意多边形 47"/>
              <p:cNvSpPr/>
              <p:nvPr/>
            </p:nvSpPr>
            <p:spPr>
              <a:xfrm>
                <a:off x="3948800" y="357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4DC1BB"/>
                  </a:gs>
                  <a:gs pos="100000">
                    <a:srgbClr val="1A8E88"/>
                  </a:gs>
                </a:gsLst>
                <a:lin ang="5400000" scaled="0"/>
              </a:gradFill>
              <a:ln w="7600" cap="flat">
                <a:solidFill>
                  <a:srgbClr val="FFFFFF"/>
                </a:solidFill>
                <a:bevel/>
              </a:ln>
              <a:effectLst>
                <a:outerShdw blurRad="30000" dist="21496" dir="2700000" algn="tl">
                  <a:srgbClr val="000000">
                    <a:alpha val="40000"/>
                  </a:srgbClr>
                </a:outerShdw>
              </a:effectLst>
            </p:spPr>
          </p:sp>
          <p:pic>
            <p:nvPicPr>
              <p:cNvPr id="49" name="图片 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09600" y="3634200"/>
                <a:ext cx="361760" cy="425600"/>
              </a:xfrm>
              <a:prstGeom prst="rect">
                <a:avLst/>
              </a:prstGeom>
            </p:spPr>
          </p:pic>
          <p:sp>
            <p:nvSpPr>
              <p:cNvPr id="50" name="Text 677"/>
              <p:cNvSpPr txBox="1"/>
              <p:nvPr/>
            </p:nvSpPr>
            <p:spPr>
              <a:xfrm>
                <a:off x="4432160" y="3600000"/>
                <a:ext cx="1188640" cy="129200"/>
              </a:xfrm>
              <a:prstGeom prst="rect">
                <a:avLst/>
              </a:prstGeom>
              <a:noFill/>
            </p:spPr>
            <p:txBody>
              <a:bodyPr wrap="square" lIns="36000" tIns="18000" rIns="36000" bIns="18000" rtlCol="0" anchor="ctr"/>
              <a:lstStyle/>
              <a:p>
                <a:pPr algn="ctr"/>
                <a:r>
                  <a:rPr sz="1600">
                    <a:solidFill>
                      <a:srgbClr val="FFFFFF"/>
                    </a:solidFill>
                    <a:latin typeface="微软雅黑" pitchFamily="34" charset="-122"/>
                    <a:ea typeface="微软雅黑" pitchFamily="34" charset="-122"/>
                  </a:rPr>
                  <a:t>软件测试员</a:t>
                </a:r>
              </a:p>
            </p:txBody>
          </p:sp>
          <p:sp>
            <p:nvSpPr>
              <p:cNvPr id="51" name="Text 678"/>
              <p:cNvSpPr txBox="1"/>
              <p:nvPr/>
            </p:nvSpPr>
            <p:spPr>
              <a:xfrm>
                <a:off x="4437271" y="3872380"/>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中级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大专</a:t>
                </a:r>
                <a:endParaRPr sz="1600" dirty="0">
                  <a:solidFill>
                    <a:srgbClr val="FFFFFF"/>
                  </a:solidFill>
                  <a:latin typeface="微软雅黑" pitchFamily="34" charset="-122"/>
                  <a:ea typeface="微软雅黑" pitchFamily="34" charset="-122"/>
                </a:endParaRPr>
              </a:p>
            </p:txBody>
          </p:sp>
        </p:grpSp>
        <p:grpSp>
          <p:nvGrpSpPr>
            <p:cNvPr id="24" name="Left Photo Box 9"/>
            <p:cNvGrpSpPr/>
            <p:nvPr/>
          </p:nvGrpSpPr>
          <p:grpSpPr>
            <a:xfrm>
              <a:off x="3948800" y="2813400"/>
              <a:ext cx="1672000" cy="547200"/>
              <a:chOff x="3948800" y="2813400"/>
              <a:chExt cx="1672000" cy="547200"/>
            </a:xfrm>
          </p:grpSpPr>
          <p:sp>
            <p:nvSpPr>
              <p:cNvPr id="43" name="任意多边形 42"/>
              <p:cNvSpPr/>
              <p:nvPr/>
            </p:nvSpPr>
            <p:spPr>
              <a:xfrm>
                <a:off x="3948800" y="281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4DC1BB"/>
                  </a:gs>
                  <a:gs pos="100000">
                    <a:srgbClr val="1A8E88"/>
                  </a:gs>
                </a:gsLst>
                <a:lin ang="5400000" scaled="0"/>
              </a:gradFill>
              <a:ln w="7600" cap="flat">
                <a:solidFill>
                  <a:srgbClr val="FFFFFF"/>
                </a:solidFill>
                <a:bevel/>
              </a:ln>
              <a:effectLst>
                <a:outerShdw blurRad="30000" dist="21496" dir="2700000" algn="tl">
                  <a:srgbClr val="000000">
                    <a:alpha val="40000"/>
                  </a:srgbClr>
                </a:outerShdw>
              </a:effectLst>
            </p:spPr>
          </p:sp>
          <p:pic>
            <p:nvPicPr>
              <p:cNvPr id="44" name="图片 4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09600" y="2874200"/>
                <a:ext cx="361760" cy="425600"/>
              </a:xfrm>
              <a:prstGeom prst="rect">
                <a:avLst/>
              </a:prstGeom>
            </p:spPr>
          </p:pic>
          <p:sp>
            <p:nvSpPr>
              <p:cNvPr id="45" name="Text 680"/>
              <p:cNvSpPr txBox="1"/>
              <p:nvPr/>
            </p:nvSpPr>
            <p:spPr>
              <a:xfrm>
                <a:off x="4432160" y="2840000"/>
                <a:ext cx="1188640" cy="129200"/>
              </a:xfrm>
              <a:prstGeom prst="rect">
                <a:avLst/>
              </a:prstGeom>
              <a:noFill/>
            </p:spPr>
            <p:txBody>
              <a:bodyPr wrap="square" lIns="36000" tIns="18000" rIns="36000" bIns="18000" rtlCol="0" anchor="ctr"/>
              <a:lstStyle/>
              <a:p>
                <a:pPr algn="ctr"/>
                <a:r>
                  <a:rPr sz="1600">
                    <a:solidFill>
                      <a:srgbClr val="FFFFFF"/>
                    </a:solidFill>
                    <a:latin typeface="微软雅黑" pitchFamily="34" charset="-122"/>
                    <a:ea typeface="微软雅黑" pitchFamily="34" charset="-122"/>
                  </a:rPr>
                  <a:t>软件测试员</a:t>
                </a:r>
              </a:p>
            </p:txBody>
          </p:sp>
          <p:sp>
            <p:nvSpPr>
              <p:cNvPr id="46" name="Text 681"/>
              <p:cNvSpPr txBox="1"/>
              <p:nvPr/>
            </p:nvSpPr>
            <p:spPr>
              <a:xfrm>
                <a:off x="4432160" y="3107153"/>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中级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grpSp>
        <p:grpSp>
          <p:nvGrpSpPr>
            <p:cNvPr id="25" name="Left Photo Box 9"/>
            <p:cNvGrpSpPr/>
            <p:nvPr/>
          </p:nvGrpSpPr>
          <p:grpSpPr>
            <a:xfrm>
              <a:off x="1106400" y="2053400"/>
              <a:ext cx="1672000" cy="547200"/>
              <a:chOff x="1106400" y="2053400"/>
              <a:chExt cx="1672000" cy="547200"/>
            </a:xfrm>
          </p:grpSpPr>
          <p:sp>
            <p:nvSpPr>
              <p:cNvPr id="38" name="任意多边形 37"/>
              <p:cNvSpPr/>
              <p:nvPr/>
            </p:nvSpPr>
            <p:spPr>
              <a:xfrm>
                <a:off x="1106400" y="205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63C28D"/>
                  </a:gs>
                  <a:gs pos="100000">
                    <a:srgbClr val="308F5A"/>
                  </a:gs>
                </a:gsLst>
                <a:lin ang="5400000" scaled="0"/>
              </a:gradFill>
              <a:ln w="7600" cap="flat">
                <a:solidFill>
                  <a:srgbClr val="FFFFFF"/>
                </a:solidFill>
                <a:bevel/>
              </a:ln>
              <a:effectLst>
                <a:outerShdw blurRad="30000" dist="21496" dir="2700000" algn="tl">
                  <a:srgbClr val="000000">
                    <a:alpha val="40000"/>
                  </a:srgbClr>
                </a:outerShdw>
              </a:effectLst>
            </p:spPr>
          </p:sp>
          <p:pic>
            <p:nvPicPr>
              <p:cNvPr id="39" name="图片 3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7200" y="2114200"/>
                <a:ext cx="361760" cy="425600"/>
              </a:xfrm>
              <a:prstGeom prst="rect">
                <a:avLst/>
              </a:prstGeom>
            </p:spPr>
          </p:pic>
          <p:sp>
            <p:nvSpPr>
              <p:cNvPr id="40" name="Text 683"/>
              <p:cNvSpPr txBox="1"/>
              <p:nvPr/>
            </p:nvSpPr>
            <p:spPr>
              <a:xfrm>
                <a:off x="1589760" y="2080000"/>
                <a:ext cx="1188640" cy="129200"/>
              </a:xfrm>
              <a:prstGeom prst="rect">
                <a:avLst/>
              </a:prstGeom>
              <a:noFill/>
            </p:spPr>
            <p:txBody>
              <a:bodyPr wrap="square" lIns="36000" tIns="18000" rIns="36000" bIns="18000" rtlCol="0" anchor="ctr"/>
              <a:lstStyle/>
              <a:p>
                <a:pPr algn="ctr"/>
                <a:r>
                  <a:rPr sz="1700" dirty="0" err="1">
                    <a:solidFill>
                      <a:srgbClr val="FFFFFF"/>
                    </a:solidFill>
                    <a:latin typeface="微软雅黑" pitchFamily="34" charset="-122"/>
                    <a:ea typeface="微软雅黑" pitchFamily="34" charset="-122"/>
                  </a:rPr>
                  <a:t>客服经理</a:t>
                </a:r>
                <a:endParaRPr sz="1700" dirty="0">
                  <a:solidFill>
                    <a:srgbClr val="FFFFFF"/>
                  </a:solidFill>
                  <a:latin typeface="微软雅黑" pitchFamily="34" charset="-122"/>
                  <a:ea typeface="微软雅黑" pitchFamily="34" charset="-122"/>
                </a:endParaRPr>
              </a:p>
            </p:txBody>
          </p:sp>
          <p:sp>
            <p:nvSpPr>
              <p:cNvPr id="41" name="Text 684"/>
              <p:cNvSpPr txBox="1"/>
              <p:nvPr/>
            </p:nvSpPr>
            <p:spPr>
              <a:xfrm>
                <a:off x="1589760" y="2363503"/>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中级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grpSp>
        <p:grpSp>
          <p:nvGrpSpPr>
            <p:cNvPr id="26" name="Left Photo Box 9"/>
            <p:cNvGrpSpPr/>
            <p:nvPr/>
          </p:nvGrpSpPr>
          <p:grpSpPr>
            <a:xfrm>
              <a:off x="1532000" y="3573400"/>
              <a:ext cx="1685972" cy="547200"/>
              <a:chOff x="1532000" y="3573400"/>
              <a:chExt cx="1685972" cy="547200"/>
            </a:xfrm>
          </p:grpSpPr>
          <p:sp>
            <p:nvSpPr>
              <p:cNvPr id="33" name="任意多边形 32"/>
              <p:cNvSpPr/>
              <p:nvPr/>
            </p:nvSpPr>
            <p:spPr>
              <a:xfrm>
                <a:off x="1532000" y="357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4DC1BB"/>
                  </a:gs>
                  <a:gs pos="100000">
                    <a:srgbClr val="1A8E88"/>
                  </a:gs>
                </a:gsLst>
                <a:lin ang="5400000" scaled="0"/>
              </a:gradFill>
              <a:ln w="7600" cap="flat">
                <a:solidFill>
                  <a:srgbClr val="FFFFFF"/>
                </a:solidFill>
                <a:bevel/>
              </a:ln>
              <a:effectLst>
                <a:outerShdw blurRad="30000" dist="21496" dir="2700000" algn="tl">
                  <a:srgbClr val="000000">
                    <a:alpha val="40000"/>
                  </a:srgbClr>
                </a:outerShdw>
              </a:effectLst>
            </p:spPr>
          </p:sp>
          <p:pic>
            <p:nvPicPr>
              <p:cNvPr id="34" name="图片 3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2800" y="3634200"/>
                <a:ext cx="361760" cy="425600"/>
              </a:xfrm>
              <a:prstGeom prst="rect">
                <a:avLst/>
              </a:prstGeom>
            </p:spPr>
          </p:pic>
          <p:sp>
            <p:nvSpPr>
              <p:cNvPr id="35" name="Text 686"/>
              <p:cNvSpPr txBox="1"/>
              <p:nvPr/>
            </p:nvSpPr>
            <p:spPr>
              <a:xfrm>
                <a:off x="2015360" y="3600000"/>
                <a:ext cx="1188640" cy="129200"/>
              </a:xfrm>
              <a:prstGeom prst="rect">
                <a:avLst/>
              </a:prstGeom>
              <a:noFill/>
            </p:spPr>
            <p:txBody>
              <a:bodyPr wrap="square" lIns="36000" tIns="18000" rIns="36000" bIns="18000" rtlCol="0" anchor="ctr"/>
              <a:lstStyle/>
              <a:p>
                <a:pPr algn="ctr"/>
                <a:r>
                  <a:rPr sz="1600">
                    <a:solidFill>
                      <a:srgbClr val="FFFFFF"/>
                    </a:solidFill>
                    <a:latin typeface="微软雅黑" pitchFamily="34" charset="-122"/>
                    <a:ea typeface="微软雅黑" pitchFamily="34" charset="-122"/>
                  </a:rPr>
                  <a:t>客服人员</a:t>
                </a:r>
              </a:p>
            </p:txBody>
          </p:sp>
          <p:sp>
            <p:nvSpPr>
              <p:cNvPr id="36" name="Text 687"/>
              <p:cNvSpPr txBox="1"/>
              <p:nvPr/>
            </p:nvSpPr>
            <p:spPr>
              <a:xfrm>
                <a:off x="2029332" y="3847000"/>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初级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大专</a:t>
                </a:r>
                <a:endParaRPr sz="1600" dirty="0">
                  <a:solidFill>
                    <a:srgbClr val="FFFFFF"/>
                  </a:solidFill>
                  <a:latin typeface="微软雅黑" pitchFamily="34" charset="-122"/>
                  <a:ea typeface="微软雅黑" pitchFamily="34" charset="-122"/>
                </a:endParaRPr>
              </a:p>
            </p:txBody>
          </p:sp>
        </p:grpSp>
        <p:grpSp>
          <p:nvGrpSpPr>
            <p:cNvPr id="27" name="Left Photo Box 9"/>
            <p:cNvGrpSpPr/>
            <p:nvPr/>
          </p:nvGrpSpPr>
          <p:grpSpPr>
            <a:xfrm>
              <a:off x="1532000" y="2813400"/>
              <a:ext cx="1685972" cy="547200"/>
              <a:chOff x="1532000" y="2813400"/>
              <a:chExt cx="1685972" cy="547200"/>
            </a:xfrm>
          </p:grpSpPr>
          <p:sp>
            <p:nvSpPr>
              <p:cNvPr id="28" name="任意多边形 27"/>
              <p:cNvSpPr/>
              <p:nvPr/>
            </p:nvSpPr>
            <p:spPr>
              <a:xfrm>
                <a:off x="1532000" y="2813400"/>
                <a:ext cx="1672000" cy="547200"/>
              </a:xfrm>
              <a:custGeom>
                <a:avLst/>
                <a:gdLst/>
                <a:ahLst/>
                <a:cxnLst/>
                <a:rect l="0" t="0" r="0" b="0"/>
                <a:pathLst>
                  <a:path w="1672000" h="547200">
                    <a:moveTo>
                      <a:pt x="109440" y="0"/>
                    </a:moveTo>
                    <a:lnTo>
                      <a:pt x="1562560" y="0"/>
                    </a:lnTo>
                    <a:cubicBezTo>
                      <a:pt x="1611808" y="0"/>
                      <a:pt x="1672000" y="49248"/>
                      <a:pt x="1672000" y="109440"/>
                    </a:cubicBezTo>
                    <a:lnTo>
                      <a:pt x="1672000" y="437760"/>
                    </a:lnTo>
                    <a:cubicBezTo>
                      <a:pt x="1672000" y="497952"/>
                      <a:pt x="1611808" y="547200"/>
                      <a:pt x="1562560" y="547200"/>
                    </a:cubicBezTo>
                    <a:lnTo>
                      <a:pt x="109440" y="547200"/>
                    </a:lnTo>
                    <a:cubicBezTo>
                      <a:pt x="60192" y="547200"/>
                      <a:pt x="0" y="497952"/>
                      <a:pt x="0" y="437760"/>
                    </a:cubicBezTo>
                    <a:lnTo>
                      <a:pt x="0" y="109440"/>
                    </a:lnTo>
                    <a:cubicBezTo>
                      <a:pt x="0" y="49248"/>
                      <a:pt x="49248" y="0"/>
                      <a:pt x="109440" y="0"/>
                    </a:cubicBezTo>
                    <a:close/>
                  </a:path>
                  <a:path w="1672000" h="547200" fill="none">
                    <a:moveTo>
                      <a:pt x="483360" y="0"/>
                    </a:moveTo>
                    <a:lnTo>
                      <a:pt x="483360" y="547200"/>
                    </a:lnTo>
                    <a:moveTo>
                      <a:pt x="483360" y="182400"/>
                    </a:moveTo>
                  </a:path>
                  <a:path w="1672000" h="547200" fill="none">
                    <a:moveTo>
                      <a:pt x="483360" y="182400"/>
                    </a:moveTo>
                    <a:lnTo>
                      <a:pt x="1672000" y="182400"/>
                    </a:lnTo>
                  </a:path>
                </a:pathLst>
              </a:custGeom>
              <a:gradFill>
                <a:gsLst>
                  <a:gs pos="0">
                    <a:srgbClr val="4DC1BB"/>
                  </a:gs>
                  <a:gs pos="100000">
                    <a:srgbClr val="1A8E88"/>
                  </a:gs>
                </a:gsLst>
                <a:lin ang="5400000" scaled="0"/>
              </a:gradFill>
              <a:ln w="7600" cap="flat">
                <a:solidFill>
                  <a:srgbClr val="FFFFFF"/>
                </a:solidFill>
                <a:bevel/>
              </a:ln>
              <a:effectLst>
                <a:outerShdw blurRad="30000" dist="21496" dir="2700000" algn="tl">
                  <a:srgbClr val="000000">
                    <a:alpha val="40000"/>
                  </a:srgbClr>
                </a:outerShdw>
              </a:effectLst>
            </p:spPr>
          </p: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2800" y="2874200"/>
                <a:ext cx="361760" cy="425600"/>
              </a:xfrm>
              <a:prstGeom prst="rect">
                <a:avLst/>
              </a:prstGeom>
            </p:spPr>
          </p:pic>
          <p:sp>
            <p:nvSpPr>
              <p:cNvPr id="30" name="Text 689"/>
              <p:cNvSpPr txBox="1"/>
              <p:nvPr/>
            </p:nvSpPr>
            <p:spPr>
              <a:xfrm>
                <a:off x="2015360" y="2840000"/>
                <a:ext cx="1188640" cy="129200"/>
              </a:xfrm>
              <a:prstGeom prst="rect">
                <a:avLst/>
              </a:prstGeom>
              <a:noFill/>
            </p:spPr>
            <p:txBody>
              <a:bodyPr wrap="square" lIns="36000" tIns="18000" rIns="36000" bIns="18000" rtlCol="0" anchor="ctr"/>
              <a:lstStyle/>
              <a:p>
                <a:pPr algn="ctr"/>
                <a:r>
                  <a:rPr sz="1600">
                    <a:solidFill>
                      <a:srgbClr val="FFFFFF"/>
                    </a:solidFill>
                    <a:latin typeface="微软雅黑" pitchFamily="34" charset="-122"/>
                    <a:ea typeface="微软雅黑" pitchFamily="34" charset="-122"/>
                  </a:rPr>
                  <a:t>软件工程师</a:t>
                </a:r>
              </a:p>
            </p:txBody>
          </p:sp>
          <p:sp>
            <p:nvSpPr>
              <p:cNvPr id="31" name="Text 690"/>
              <p:cNvSpPr txBox="1"/>
              <p:nvPr/>
            </p:nvSpPr>
            <p:spPr>
              <a:xfrm>
                <a:off x="2029332" y="3099256"/>
                <a:ext cx="1188640" cy="129200"/>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中级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grpSp>
      </p:grpSp>
      <p:sp>
        <p:nvSpPr>
          <p:cNvPr id="88" name="Text 684"/>
          <p:cNvSpPr txBox="1"/>
          <p:nvPr/>
        </p:nvSpPr>
        <p:spPr>
          <a:xfrm>
            <a:off x="3886878" y="2412393"/>
            <a:ext cx="1503250" cy="158925"/>
          </a:xfrm>
          <a:prstGeom prst="rect">
            <a:avLst/>
          </a:prstGeom>
          <a:noFill/>
        </p:spPr>
        <p:txBody>
          <a:bodyPr wrap="square" lIns="36000" tIns="18000" rIns="36000" bIns="18000" rtlCol="0" anchor="ctr"/>
          <a:lstStyle/>
          <a:p>
            <a:pPr algn="ctr"/>
            <a:r>
              <a:rPr sz="1600" dirty="0" err="1" smtClean="0">
                <a:solidFill>
                  <a:srgbClr val="FFFFFF"/>
                </a:solidFill>
                <a:latin typeface="微软雅黑" pitchFamily="34" charset="-122"/>
                <a:ea typeface="微软雅黑" pitchFamily="34" charset="-122"/>
              </a:rPr>
              <a:t>中级</a:t>
            </a:r>
            <a:r>
              <a:rPr lang="en-US" sz="1600" dirty="0" smtClean="0">
                <a:solidFill>
                  <a:srgbClr val="FFFFFF"/>
                </a:solidFill>
                <a:latin typeface="微软雅黑" pitchFamily="34" charset="-122"/>
                <a:ea typeface="微软雅黑" pitchFamily="34" charset="-122"/>
              </a:rPr>
              <a:t>/</a:t>
            </a:r>
            <a:r>
              <a:rPr lang="zh-CN" altLang="en-US" sz="1600" dirty="0" smtClean="0">
                <a:solidFill>
                  <a:srgbClr val="FFFFFF"/>
                </a:solidFill>
                <a:latin typeface="微软雅黑" pitchFamily="34" charset="-122"/>
                <a:ea typeface="微软雅黑" pitchFamily="34" charset="-122"/>
              </a:rPr>
              <a:t>本科</a:t>
            </a:r>
            <a:endParaRPr sz="1600" dirty="0">
              <a:solidFill>
                <a:srgbClr val="FFFFFF"/>
              </a:solidFill>
              <a:latin typeface="微软雅黑" pitchFamily="34" charset="-122"/>
              <a:ea typeface="微软雅黑" pitchFamily="34" charset="-122"/>
            </a:endParaRPr>
          </a:p>
        </p:txBody>
      </p:sp>
    </p:spTree>
    <p:extLst>
      <p:ext uri="{BB962C8B-B14F-4D97-AF65-F5344CB8AC3E}">
        <p14:creationId xmlns:p14="http://schemas.microsoft.com/office/powerpoint/2010/main" val="19969366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售后流程</a:t>
            </a:r>
            <a:endParaRPr lang="zh-CN" altLang="en-US" dirty="0">
              <a:latin typeface="微软雅黑" pitchFamily="34" charset="-122"/>
              <a:ea typeface="微软雅黑" pitchFamily="34" charset="-122"/>
            </a:endParaRPr>
          </a:p>
        </p:txBody>
      </p:sp>
      <p:grpSp>
        <p:nvGrpSpPr>
          <p:cNvPr id="4" name="Circular motion"/>
          <p:cNvGrpSpPr/>
          <p:nvPr/>
        </p:nvGrpSpPr>
        <p:grpSpPr>
          <a:xfrm>
            <a:off x="1907704" y="1052736"/>
            <a:ext cx="5328592" cy="4896544"/>
            <a:chOff x="2676275" y="1533267"/>
            <a:chExt cx="3790736" cy="3790736"/>
          </a:xfrm>
        </p:grpSpPr>
        <p:sp>
          <p:nvSpPr>
            <p:cNvPr id="5" name="ArcArrow"/>
            <p:cNvSpPr/>
            <p:nvPr/>
          </p:nvSpPr>
          <p:spPr>
            <a:xfrm>
              <a:off x="2676275" y="1533267"/>
              <a:ext cx="3790736" cy="3790736"/>
            </a:xfrm>
            <a:custGeom>
              <a:avLst/>
              <a:gdLst>
                <a:gd name="rtl" fmla="*/ 3039681 w 3790736"/>
                <a:gd name="rtt" fmla="*/ 2136200 h 3790736"/>
                <a:gd name="rtr" fmla="*/ 3450081 w 3790736"/>
                <a:gd name="rtb" fmla="*/ 2318600 h 3790736"/>
              </a:gdLst>
              <a:ahLst/>
              <a:cxnLst/>
              <a:rect l="rtl" t="rtt" r="rtr" b="rtb"/>
              <a:pathLst>
                <a:path w="3790736" h="3790736">
                  <a:moveTo>
                    <a:pt x="3661303" y="1206953"/>
                  </a:moveTo>
                  <a:arcTo wR="1895372" hR="1895372" stAng="-1277850" swAng="3120246"/>
                  <a:lnTo>
                    <a:pt x="3756847" y="3000921"/>
                  </a:lnTo>
                  <a:lnTo>
                    <a:pt x="2745485" y="3201348"/>
                  </a:lnTo>
                  <a:lnTo>
                    <a:pt x="2568602" y="2295215"/>
                  </a:lnTo>
                  <a:lnTo>
                    <a:pt x="2800456" y="2432912"/>
                  </a:lnTo>
                  <a:arcTo wR="1052684" hR="1052684" stAng="1842396" swAng="-2726946"/>
                  <a:lnTo>
                    <a:pt x="3451433" y="1812136"/>
                  </a:lnTo>
                  <a:close/>
                </a:path>
              </a:pathLst>
            </a:custGeom>
            <a:gradFill>
              <a:gsLst>
                <a:gs pos="0">
                  <a:srgbClr val="E0F1F5"/>
                </a:gs>
                <a:gs pos="50000">
                  <a:srgbClr val="CCE7EF"/>
                </a:gs>
                <a:gs pos="100000">
                  <a:srgbClr val="B7DDE8"/>
                </a:gs>
              </a:gsLst>
              <a:lin ang="5400000" scaled="0"/>
            </a:gradFill>
            <a:ln w="15200" cap="flat">
              <a:solidFill>
                <a:srgbClr val="FFFFFF"/>
              </a:solidFill>
              <a:bevel/>
            </a:ln>
            <a:effectLst>
              <a:outerShdw blurRad="30000" dist="10748" dir="2700000" algn="tl">
                <a:srgbClr val="000000">
                  <a:alpha val="40000"/>
                </a:srgbClr>
              </a:outerShdw>
            </a:effectLst>
          </p:spPr>
          <p:txBody>
            <a:bodyPr rot="-4570656" wrap="square" lIns="36000" tIns="18000" rIns="36000" bIns="18000" rtlCol="0" anchor="ctr"/>
            <a:lstStyle/>
            <a:p>
              <a:pPr algn="ctr"/>
              <a:r>
                <a:rPr sz="1600">
                  <a:solidFill>
                    <a:srgbClr val="FFFFFF"/>
                  </a:solidFill>
                  <a:latin typeface="微软雅黑" pitchFamily="34" charset="-122"/>
                  <a:ea typeface="微软雅黑" pitchFamily="34" charset="-122"/>
                </a:rPr>
                <a:t>Text</a:t>
              </a:r>
            </a:p>
          </p:txBody>
        </p:sp>
        <p:sp>
          <p:nvSpPr>
            <p:cNvPr id="6" name="ArcArrow"/>
            <p:cNvSpPr/>
            <p:nvPr/>
          </p:nvSpPr>
          <p:spPr>
            <a:xfrm>
              <a:off x="2676275" y="1533267"/>
              <a:ext cx="3790736" cy="3790736"/>
            </a:xfrm>
            <a:custGeom>
              <a:avLst/>
              <a:gdLst>
                <a:gd name="rtl" fmla="*/ 2077376 w 3790736"/>
                <a:gd name="rtt" fmla="*/ 3138891 h 3790736"/>
                <a:gd name="rtr" fmla="*/ 2487776 w 3790736"/>
                <a:gd name="rtb" fmla="*/ 3321291 h 3790736"/>
              </a:gdLst>
              <a:ahLst/>
              <a:cxnLst/>
              <a:rect l="rtl" t="rtt" r="rtr" b="rtb"/>
              <a:pathLst>
                <a:path w="3790736" h="3790736">
                  <a:moveTo>
                    <a:pt x="3374525" y="3080503"/>
                  </a:moveTo>
                  <a:arcTo wR="1895372" hR="1895372" stAng="2322150" swAng="3120246"/>
                  <a:lnTo>
                    <a:pt x="1868673" y="4060232"/>
                  </a:lnTo>
                  <a:lnTo>
                    <a:pt x="1189415" y="3284583"/>
                  </a:lnTo>
                  <a:lnTo>
                    <a:pt x="1885712" y="2678331"/>
                  </a:lnTo>
                  <a:lnTo>
                    <a:pt x="1882383" y="2947972"/>
                  </a:lnTo>
                  <a:arcTo wR="1052684" hR="1052684" stAng="5442396" swAng="-2726946"/>
                  <a:lnTo>
                    <a:pt x="2745485" y="3201348"/>
                  </a:lnTo>
                  <a:close/>
                </a:path>
              </a:pathLst>
            </a:custGeom>
            <a:gradFill>
              <a:gsLst>
                <a:gs pos="0">
                  <a:srgbClr val="E8E3EE"/>
                </a:gs>
                <a:gs pos="50000">
                  <a:srgbClr val="D9D1E4"/>
                </a:gs>
                <a:gs pos="100000">
                  <a:srgbClr val="CABED8"/>
                </a:gs>
              </a:gsLst>
              <a:lin ang="5400000" scaled="0"/>
            </a:gradFill>
            <a:ln w="15200" cap="flat">
              <a:solidFill>
                <a:srgbClr val="FFFFFF"/>
              </a:solidFill>
              <a:bevel/>
            </a:ln>
            <a:effectLst>
              <a:outerShdw blurRad="30000" dist="10748" dir="2700000" algn="tl">
                <a:srgbClr val="000000">
                  <a:alpha val="40000"/>
                </a:srgbClr>
              </a:outerShdw>
            </a:effectLst>
          </p:spPr>
          <p:txBody>
            <a:bodyPr rot="-970656" wrap="square" lIns="36000" tIns="18000" rIns="36000" bIns="18000" rtlCol="0" anchor="ctr"/>
            <a:lstStyle/>
            <a:p>
              <a:pPr algn="ctr"/>
              <a:r>
                <a:rPr sz="1600">
                  <a:solidFill>
                    <a:srgbClr val="FFFFFF"/>
                  </a:solidFill>
                  <a:latin typeface="微软雅黑" pitchFamily="34" charset="-122"/>
                  <a:ea typeface="微软雅黑" pitchFamily="34" charset="-122"/>
                </a:rPr>
                <a:t>Text</a:t>
              </a:r>
            </a:p>
          </p:txBody>
        </p:sp>
        <p:sp>
          <p:nvSpPr>
            <p:cNvPr id="7" name="ArcArrow"/>
            <p:cNvSpPr/>
            <p:nvPr/>
          </p:nvSpPr>
          <p:spPr>
            <a:xfrm>
              <a:off x="2676275" y="1533267"/>
              <a:ext cx="3790736" cy="3790736"/>
            </a:xfrm>
            <a:custGeom>
              <a:avLst/>
              <a:gdLst>
                <a:gd name="rtl" fmla="*/ 241467 w 3790736"/>
                <a:gd name="rtt" fmla="*/ 2795462 h 3790736"/>
                <a:gd name="rtr" fmla="*/ 1624667 w 3790736"/>
                <a:gd name="rtb" fmla="*/ 3000662 h 3790736"/>
              </a:gdLst>
              <a:ahLst/>
              <a:cxnLst/>
              <a:rect l="rtl" t="rtt" r="rtr" b="rtb"/>
              <a:pathLst>
                <a:path w="3790736" h="3790736">
                  <a:moveTo>
                    <a:pt x="1608594" y="3768922"/>
                  </a:moveTo>
                  <a:arcTo wR="1895372" hR="1895372" stAng="5922150" swAng="3120246"/>
                  <a:lnTo>
                    <a:pt x="7193" y="2954675"/>
                  </a:lnTo>
                  <a:lnTo>
                    <a:pt x="339299" y="1978607"/>
                  </a:lnTo>
                  <a:lnTo>
                    <a:pt x="1212474" y="2278488"/>
                  </a:lnTo>
                  <a:lnTo>
                    <a:pt x="977299" y="2410424"/>
                  </a:lnTo>
                  <a:arcTo wR="1052684" hR="1052684" stAng="9042420" swAng="-2726946"/>
                  <a:lnTo>
                    <a:pt x="1189415" y="3284583"/>
                  </a:lnTo>
                  <a:close/>
                </a:path>
              </a:pathLst>
            </a:custGeom>
            <a:solidFill>
              <a:srgbClr val="4BACC6"/>
            </a:solidFill>
            <a:ln w="15200" cap="flat">
              <a:solidFill>
                <a:srgbClr val="FFFFFF"/>
              </a:solidFill>
              <a:bevel/>
            </a:ln>
            <a:effectLst>
              <a:outerShdw blurRad="30000" dist="10748" dir="2700000" algn="tl">
                <a:srgbClr val="000000">
                  <a:alpha val="40000"/>
                </a:srgbClr>
              </a:outerShdw>
            </a:effectLst>
          </p:spPr>
          <p:txBody>
            <a:bodyPr rot="2629344" wrap="square" lIns="36000" tIns="18000" rIns="36000" bIns="18000" rtlCol="0" anchor="ctr"/>
            <a:lstStyle/>
            <a:p>
              <a:pPr algn="ctr"/>
              <a:r>
                <a:rPr sz="1600">
                  <a:solidFill>
                    <a:srgbClr val="FFFFFF"/>
                  </a:solidFill>
                  <a:latin typeface="微软雅黑" pitchFamily="34" charset="-122"/>
                  <a:ea typeface="微软雅黑" pitchFamily="34" charset="-122"/>
                </a:rPr>
                <a:t>开发人员修改代码</a:t>
              </a:r>
            </a:p>
          </p:txBody>
        </p:sp>
        <p:sp>
          <p:nvSpPr>
            <p:cNvPr id="8" name="ArcArrow"/>
            <p:cNvSpPr/>
            <p:nvPr/>
          </p:nvSpPr>
          <p:spPr>
            <a:xfrm>
              <a:off x="2676275" y="1533267"/>
              <a:ext cx="3790736" cy="3790736"/>
            </a:xfrm>
            <a:custGeom>
              <a:avLst/>
              <a:gdLst>
                <a:gd name="rtl" fmla="*/ -145743 w 3790736"/>
                <a:gd name="rtt" fmla="*/ 1460735 h 3790736"/>
                <a:gd name="rtr" fmla="*/ 1237457 w 3790736"/>
                <a:gd name="rtb" fmla="*/ 1665935 h 3790736"/>
              </a:gdLst>
              <a:ahLst/>
              <a:cxnLst/>
              <a:rect l="rtl" t="rtt" r="rtr" b="rtb"/>
              <a:pathLst>
                <a:path w="3790736" h="3790736">
                  <a:moveTo>
                    <a:pt x="129434" y="2583775"/>
                  </a:moveTo>
                  <a:arcTo wR="1895372" hR="1895372" stAng="9522180" swAng="3120246"/>
                  <a:lnTo>
                    <a:pt x="33892" y="789815"/>
                  </a:lnTo>
                  <a:lnTo>
                    <a:pt x="1045251" y="589390"/>
                  </a:lnTo>
                  <a:lnTo>
                    <a:pt x="1222133" y="1495520"/>
                  </a:lnTo>
                  <a:lnTo>
                    <a:pt x="990280" y="1357824"/>
                  </a:lnTo>
                  <a:arcTo wR="1052684" hR="1052684" stAng="12642420" swAng="-2726946"/>
                  <a:lnTo>
                    <a:pt x="339299" y="1978607"/>
                  </a:lnTo>
                  <a:close/>
                </a:path>
              </a:pathLst>
            </a:custGeom>
            <a:solidFill>
              <a:srgbClr val="48D1CC"/>
            </a:solidFill>
            <a:ln w="15200" cap="flat">
              <a:solidFill>
                <a:srgbClr val="FFFFFF"/>
              </a:solidFill>
              <a:bevel/>
            </a:ln>
            <a:effectLst>
              <a:outerShdw blurRad="30000" dist="10748" dir="2700000" algn="tl">
                <a:srgbClr val="000000">
                  <a:alpha val="40000"/>
                </a:srgbClr>
              </a:outerShdw>
            </a:effectLst>
          </p:spPr>
          <p:txBody>
            <a:bodyPr rot="-4570656" wrap="square" lIns="36000" tIns="18000" rIns="36000" bIns="18000" rtlCol="0" anchor="ctr"/>
            <a:lstStyle/>
            <a:p>
              <a:pPr algn="ctr"/>
              <a:r>
                <a:rPr sz="1600">
                  <a:solidFill>
                    <a:srgbClr val="FFFFFF"/>
                  </a:solidFill>
                  <a:latin typeface="微软雅黑" pitchFamily="34" charset="-122"/>
                  <a:ea typeface="微软雅黑" pitchFamily="34" charset="-122"/>
                </a:rPr>
                <a:t>客服专员反馈用户</a:t>
              </a:r>
            </a:p>
          </p:txBody>
        </p:sp>
        <p:sp>
          <p:nvSpPr>
            <p:cNvPr id="9" name="ArcArrow"/>
            <p:cNvSpPr/>
            <p:nvPr/>
          </p:nvSpPr>
          <p:spPr>
            <a:xfrm>
              <a:off x="2676275" y="1533267"/>
              <a:ext cx="3790736" cy="3790736"/>
            </a:xfrm>
            <a:custGeom>
              <a:avLst/>
              <a:gdLst>
                <a:gd name="rtl" fmla="*/ 976159 w 3790736"/>
                <a:gd name="rtt" fmla="*/ 458042 h 3790736"/>
                <a:gd name="rtr" fmla="*/ 2040159 w 3790736"/>
                <a:gd name="rtb" fmla="*/ 663242 h 3790736"/>
              </a:gdLst>
              <a:ahLst/>
              <a:cxnLst/>
              <a:rect l="rtl" t="rtt" r="rtr" b="rtb"/>
              <a:pathLst>
                <a:path w="3790736" h="3790736">
                  <a:moveTo>
                    <a:pt x="416228" y="710227"/>
                  </a:moveTo>
                  <a:arcTo wR="1895372" hR="1895372" stAng="13122180" swAng="3120246"/>
                  <a:lnTo>
                    <a:pt x="1922070" y="-269494"/>
                  </a:lnTo>
                  <a:lnTo>
                    <a:pt x="2601320" y="506155"/>
                  </a:lnTo>
                  <a:lnTo>
                    <a:pt x="1905024" y="1112404"/>
                  </a:lnTo>
                  <a:lnTo>
                    <a:pt x="1908352" y="842764"/>
                  </a:lnTo>
                  <a:arcTo wR="1052684" hR="1052684" stAng="16242420" swAng="-2726946"/>
                  <a:lnTo>
                    <a:pt x="1045251" y="589390"/>
                  </a:lnTo>
                  <a:close/>
                </a:path>
              </a:pathLst>
            </a:custGeom>
            <a:solidFill>
              <a:srgbClr val="F4A460"/>
            </a:solidFill>
            <a:ln w="15200" cap="flat">
              <a:solidFill>
                <a:srgbClr val="FFFFFF"/>
              </a:solidFill>
              <a:bevel/>
            </a:ln>
            <a:effectLst>
              <a:outerShdw blurRad="30000" dist="10748" dir="2700000" algn="tl">
                <a:srgbClr val="000000">
                  <a:alpha val="40000"/>
                </a:srgbClr>
              </a:outerShdw>
            </a:effectLst>
          </p:spPr>
          <p:txBody>
            <a:bodyPr rot="-970656" wrap="square" lIns="36000" tIns="18000" rIns="36000" bIns="18000" rtlCol="0" anchor="ctr"/>
            <a:lstStyle/>
            <a:p>
              <a:pPr algn="ctr"/>
              <a:r>
                <a:rPr sz="1600">
                  <a:solidFill>
                    <a:srgbClr val="FFFFFF"/>
                  </a:solidFill>
                  <a:latin typeface="微软雅黑" pitchFamily="34" charset="-122"/>
                  <a:ea typeface="微软雅黑" pitchFamily="34" charset="-122"/>
                </a:rPr>
                <a:t>客户反馈问题</a:t>
              </a:r>
            </a:p>
          </p:txBody>
        </p:sp>
        <p:sp>
          <p:nvSpPr>
            <p:cNvPr id="10" name="ArcArrow"/>
            <p:cNvSpPr/>
            <p:nvPr/>
          </p:nvSpPr>
          <p:spPr>
            <a:xfrm>
              <a:off x="2676275" y="1533267"/>
              <a:ext cx="3790736" cy="3790736"/>
            </a:xfrm>
            <a:custGeom>
              <a:avLst/>
              <a:gdLst>
                <a:gd name="rtl" fmla="*/ 2166068 w 3790736"/>
                <a:gd name="rtt" fmla="*/ 790073 h 3790736"/>
                <a:gd name="rtr" fmla="*/ 3549268 w 3790736"/>
                <a:gd name="rtb" fmla="*/ 995273 h 3790736"/>
              </a:gdLst>
              <a:ahLst/>
              <a:cxnLst/>
              <a:rect l="rtl" t="rtt" r="rtr" b="rtb"/>
              <a:pathLst>
                <a:path w="3790736" h="3790736">
                  <a:moveTo>
                    <a:pt x="2182165" y="21823"/>
                  </a:moveTo>
                  <a:arcTo wR="1895372" hR="1895372" stAng="16722180" swAng="3120246"/>
                  <a:lnTo>
                    <a:pt x="3783546" y="836061"/>
                  </a:lnTo>
                  <a:lnTo>
                    <a:pt x="3451433" y="1812136"/>
                  </a:lnTo>
                  <a:lnTo>
                    <a:pt x="2578262" y="1512248"/>
                  </a:lnTo>
                  <a:lnTo>
                    <a:pt x="2813436" y="1380312"/>
                  </a:lnTo>
                  <a:arcTo wR="1052684" hR="1052684" stAng="19842420" swAng="-2726946"/>
                  <a:lnTo>
                    <a:pt x="2601320" y="506155"/>
                  </a:lnTo>
                  <a:close/>
                </a:path>
              </a:pathLst>
            </a:custGeom>
            <a:solidFill>
              <a:srgbClr val="8ACF57"/>
            </a:solidFill>
            <a:ln w="15200" cap="flat">
              <a:solidFill>
                <a:srgbClr val="FFFFFF"/>
              </a:solidFill>
              <a:bevel/>
            </a:ln>
            <a:effectLst>
              <a:outerShdw blurRad="30000" dist="10748" dir="2700000" algn="tl">
                <a:srgbClr val="000000">
                  <a:alpha val="40000"/>
                </a:srgbClr>
              </a:outerShdw>
            </a:effectLst>
          </p:spPr>
          <p:txBody>
            <a:bodyPr rot="2629344" wrap="square" lIns="36000" tIns="18000" rIns="36000" bIns="18000" rtlCol="0" anchor="ctr"/>
            <a:lstStyle/>
            <a:p>
              <a:pPr algn="ctr"/>
              <a:r>
                <a:rPr sz="1600">
                  <a:solidFill>
                    <a:srgbClr val="FFFFFF"/>
                  </a:solidFill>
                  <a:latin typeface="微软雅黑" pitchFamily="34" charset="-122"/>
                  <a:ea typeface="微软雅黑" pitchFamily="34" charset="-122"/>
                </a:rPr>
                <a:t>客服专员记录问题</a:t>
              </a:r>
            </a:p>
          </p:txBody>
        </p:sp>
        <p:sp>
          <p:nvSpPr>
            <p:cNvPr id="11" name="ArcArrow"/>
            <p:cNvSpPr/>
            <p:nvPr/>
          </p:nvSpPr>
          <p:spPr>
            <a:xfrm>
              <a:off x="2676275" y="1533267"/>
              <a:ext cx="3790736" cy="3790736"/>
            </a:xfrm>
            <a:custGeom>
              <a:avLst/>
              <a:gdLst>
                <a:gd name="rtl" fmla="*/ 2553281 w 3790736"/>
                <a:gd name="rtt" fmla="*/ 2124800 h 3790736"/>
                <a:gd name="rtr" fmla="*/ 3936481 w 3790736"/>
                <a:gd name="rtb" fmla="*/ 2330000 h 3790736"/>
              </a:gdLst>
              <a:ahLst/>
              <a:cxnLst/>
              <a:rect l="rtl" t="rtt" r="rtr" b="rtb"/>
              <a:pathLst>
                <a:path w="3790736" h="3790736">
                  <a:moveTo>
                    <a:pt x="3661308" y="1206967"/>
                  </a:moveTo>
                  <a:arcTo wR="1895372" hR="1895372" stAng="20322180" swAng="3120246"/>
                  <a:lnTo>
                    <a:pt x="3756847" y="3000921"/>
                  </a:lnTo>
                  <a:lnTo>
                    <a:pt x="2745485" y="3201348"/>
                  </a:lnTo>
                  <a:lnTo>
                    <a:pt x="2568602" y="2295215"/>
                  </a:lnTo>
                  <a:lnTo>
                    <a:pt x="2800456" y="2432912"/>
                  </a:lnTo>
                  <a:arcTo wR="1052684" hR="1052684" stAng="23442420" swAng="-2726946"/>
                  <a:lnTo>
                    <a:pt x="3451433" y="1812136"/>
                  </a:lnTo>
                  <a:close/>
                </a:path>
              </a:pathLst>
            </a:custGeom>
            <a:solidFill>
              <a:srgbClr val="6495ED"/>
            </a:solidFill>
            <a:ln w="15200" cap="flat">
              <a:solidFill>
                <a:srgbClr val="FFFFFF"/>
              </a:solidFill>
              <a:bevel/>
            </a:ln>
            <a:effectLst>
              <a:outerShdw blurRad="30000" dist="10748" dir="2700000" algn="tl">
                <a:srgbClr val="000000">
                  <a:alpha val="40000"/>
                </a:srgbClr>
              </a:outerShdw>
            </a:effectLst>
          </p:spPr>
          <p:txBody>
            <a:bodyPr rot="-4570656" wrap="square" lIns="36000" tIns="18000" rIns="36000" bIns="18000" rtlCol="0" anchor="ctr"/>
            <a:lstStyle/>
            <a:p>
              <a:pPr algn="ctr"/>
              <a:r>
                <a:rPr sz="1600">
                  <a:solidFill>
                    <a:srgbClr val="FFFFFF"/>
                  </a:solidFill>
                  <a:latin typeface="微软雅黑" pitchFamily="34" charset="-122"/>
                  <a:ea typeface="微软雅黑" pitchFamily="34" charset="-122"/>
                </a:rPr>
                <a:t>运维人员整理问题</a:t>
              </a:r>
            </a:p>
          </p:txBody>
        </p:sp>
        <p:sp>
          <p:nvSpPr>
            <p:cNvPr id="12" name="ArcArrow"/>
            <p:cNvSpPr/>
            <p:nvPr/>
          </p:nvSpPr>
          <p:spPr>
            <a:xfrm>
              <a:off x="2676275" y="1533267"/>
              <a:ext cx="3790736" cy="3790736"/>
            </a:xfrm>
            <a:custGeom>
              <a:avLst/>
              <a:gdLst>
                <a:gd name="rtl" fmla="*/ 1351576 w 3790736"/>
                <a:gd name="rtt" fmla="*/ 3127491 h 3790736"/>
                <a:gd name="rtr" fmla="*/ 3213576 w 3790736"/>
                <a:gd name="rtb" fmla="*/ 3332691 h 3790736"/>
              </a:gdLst>
              <a:ahLst/>
              <a:cxnLst/>
              <a:rect l="rtl" t="rtt" r="rtr" b="rtb"/>
              <a:pathLst>
                <a:path w="3790736" h="3790736">
                  <a:moveTo>
                    <a:pt x="3374516" y="3080516"/>
                  </a:moveTo>
                  <a:arcTo wR="1895372" hR="1895372" stAng="23922180" swAng="3120246"/>
                  <a:lnTo>
                    <a:pt x="1868673" y="4060232"/>
                  </a:lnTo>
                  <a:lnTo>
                    <a:pt x="1189415" y="3284583"/>
                  </a:lnTo>
                  <a:lnTo>
                    <a:pt x="1885712" y="2678331"/>
                  </a:lnTo>
                  <a:lnTo>
                    <a:pt x="1882383" y="2947972"/>
                  </a:lnTo>
                  <a:arcTo wR="1052684" hR="1052684" stAng="27042420" swAng="-2726946"/>
                  <a:lnTo>
                    <a:pt x="2745485" y="3201348"/>
                  </a:lnTo>
                  <a:close/>
                </a:path>
              </a:pathLst>
            </a:custGeom>
            <a:solidFill>
              <a:srgbClr val="DEB887"/>
            </a:solidFill>
            <a:ln w="15200" cap="flat">
              <a:solidFill>
                <a:srgbClr val="FFFFFF"/>
              </a:solidFill>
              <a:bevel/>
            </a:ln>
            <a:effectLst>
              <a:outerShdw blurRad="30000" dist="10748" dir="2700000" algn="tl">
                <a:srgbClr val="000000">
                  <a:alpha val="40000"/>
                </a:srgbClr>
              </a:outerShdw>
            </a:effectLst>
          </p:spPr>
          <p:txBody>
            <a:bodyPr rot="-970656" wrap="square" lIns="36000" tIns="18000" rIns="36000" bIns="18000" rtlCol="0" anchor="ctr"/>
            <a:lstStyle/>
            <a:p>
              <a:pPr algn="ctr"/>
              <a:r>
                <a:rPr sz="1600">
                  <a:solidFill>
                    <a:srgbClr val="FFFFFF"/>
                  </a:solidFill>
                  <a:latin typeface="微软雅黑" pitchFamily="34" charset="-122"/>
                  <a:ea typeface="微软雅黑" pitchFamily="34" charset="-122"/>
                </a:rPr>
                <a:t>项目经理分析、安排解决</a:t>
              </a:r>
            </a:p>
          </p:txBody>
        </p:sp>
      </p:grpSp>
    </p:spTree>
    <p:extLst>
      <p:ext uri="{BB962C8B-B14F-4D97-AF65-F5344CB8AC3E}">
        <p14:creationId xmlns:p14="http://schemas.microsoft.com/office/powerpoint/2010/main" val="9548122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售后承诺</a:t>
            </a:r>
            <a:endParaRPr lang="zh-CN" altLang="en-US" dirty="0"/>
          </a:p>
        </p:txBody>
      </p:sp>
      <p:sp>
        <p:nvSpPr>
          <p:cNvPr id="57" name="Oval 60">
            <a:hlinkClick r:id="rId2"/>
          </p:cNvPr>
          <p:cNvSpPr>
            <a:spLocks noChangeArrowheads="1"/>
          </p:cNvSpPr>
          <p:nvPr/>
        </p:nvSpPr>
        <p:spPr bwMode="auto">
          <a:xfrm>
            <a:off x="700039" y="4502154"/>
            <a:ext cx="444500" cy="523875"/>
          </a:xfrm>
          <a:prstGeom prst="ellipse">
            <a:avLst/>
          </a:prstGeom>
          <a:solidFill>
            <a:srgbClr val="0079C5">
              <a:alpha val="0"/>
            </a:srgbClr>
          </a:solidFill>
          <a:ln>
            <a:noFill/>
          </a:ln>
          <a:extLst>
            <a:ext uri="{91240B29-F687-4F45-9708-019B960494DF}">
              <a14:hiddenLine xmlns:a14="http://schemas.microsoft.com/office/drawing/2010/main" w="33338">
                <a:solidFill>
                  <a:srgbClr val="000000"/>
                </a:solidFill>
                <a:miter lim="800000"/>
                <a:headEnd/>
                <a:tailEnd/>
              </a14:hiddenLine>
            </a:ext>
          </a:extLst>
        </p:spPr>
        <p:txBody>
          <a:bodyPr lIns="91417" tIns="45708" rIns="91417" bIns="45708"/>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800">
              <a:solidFill>
                <a:schemeClr val="tx1">
                  <a:lumMod val="75000"/>
                </a:schemeClr>
              </a:solidFill>
              <a:latin typeface="微软雅黑" pitchFamily="34" charset="-122"/>
              <a:ea typeface="微软雅黑" pitchFamily="34" charset="-122"/>
            </a:endParaRPr>
          </a:p>
        </p:txBody>
      </p:sp>
      <p:sp>
        <p:nvSpPr>
          <p:cNvPr id="58" name="Oval 61">
            <a:hlinkClick r:id="rId3"/>
          </p:cNvPr>
          <p:cNvSpPr>
            <a:spLocks noChangeArrowheads="1"/>
          </p:cNvSpPr>
          <p:nvPr/>
        </p:nvSpPr>
        <p:spPr bwMode="auto">
          <a:xfrm>
            <a:off x="711153" y="5310188"/>
            <a:ext cx="420687" cy="520700"/>
          </a:xfrm>
          <a:prstGeom prst="ellipse">
            <a:avLst/>
          </a:prstGeom>
          <a:solidFill>
            <a:srgbClr val="0079C5">
              <a:alpha val="0"/>
            </a:srgbClr>
          </a:solidFill>
          <a:ln>
            <a:noFill/>
          </a:ln>
          <a:extLst>
            <a:ext uri="{91240B29-F687-4F45-9708-019B960494DF}">
              <a14:hiddenLine xmlns:a14="http://schemas.microsoft.com/office/drawing/2010/main" w="33338">
                <a:solidFill>
                  <a:srgbClr val="000000"/>
                </a:solidFill>
                <a:miter lim="800000"/>
                <a:headEnd/>
                <a:tailEnd/>
              </a14:hiddenLine>
            </a:ext>
          </a:extLst>
        </p:spPr>
        <p:txBody>
          <a:bodyPr lIns="91417" tIns="45708" rIns="91417" bIns="45708"/>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800">
              <a:solidFill>
                <a:schemeClr val="tx1">
                  <a:lumMod val="75000"/>
                </a:schemeClr>
              </a:solidFill>
              <a:latin typeface="微软雅黑" pitchFamily="34" charset="-122"/>
              <a:ea typeface="微软雅黑" pitchFamily="34" charset="-122"/>
            </a:endParaRPr>
          </a:p>
        </p:txBody>
      </p:sp>
      <p:sp>
        <p:nvSpPr>
          <p:cNvPr id="59" name="Line 33"/>
          <p:cNvSpPr>
            <a:spLocks noChangeShapeType="1"/>
          </p:cNvSpPr>
          <p:nvPr/>
        </p:nvSpPr>
        <p:spPr bwMode="auto">
          <a:xfrm flipV="1">
            <a:off x="920700" y="1747838"/>
            <a:ext cx="0" cy="4686300"/>
          </a:xfrm>
          <a:prstGeom prst="line">
            <a:avLst/>
          </a:prstGeom>
          <a:noFill/>
          <a:ln w="33338">
            <a:solidFill>
              <a:srgbClr val="FFFFFF"/>
            </a:solidFill>
            <a:miter lim="800000"/>
            <a:headEnd/>
            <a:tailEnd/>
          </a:ln>
          <a:extLst>
            <a:ext uri="{909E8E84-426E-40DD-AFC4-6F175D3DCCD1}">
              <a14:hiddenFill xmlns:a14="http://schemas.microsoft.com/office/drawing/2010/main">
                <a:noFill/>
              </a14:hiddenFill>
            </a:ext>
          </a:extLst>
        </p:spPr>
        <p:txBody>
          <a:bodyPr lIns="91417" tIns="45708" rIns="91417" bIns="45708"/>
          <a:lstStyle/>
          <a:p>
            <a:endParaRPr lang="zh-CN" altLang="en-US">
              <a:solidFill>
                <a:schemeClr val="tx1">
                  <a:lumMod val="75000"/>
                </a:schemeClr>
              </a:solidFill>
              <a:latin typeface="微软雅黑" pitchFamily="34" charset="-122"/>
              <a:ea typeface="微软雅黑" pitchFamily="34" charset="-122"/>
            </a:endParaRPr>
          </a:p>
        </p:txBody>
      </p:sp>
      <p:sp>
        <p:nvSpPr>
          <p:cNvPr id="69" name="Text Box 52"/>
          <p:cNvSpPr txBox="1">
            <a:spLocks noChangeArrowheads="1"/>
          </p:cNvSpPr>
          <p:nvPr/>
        </p:nvSpPr>
        <p:spPr bwMode="auto">
          <a:xfrm>
            <a:off x="1666825" y="2308105"/>
            <a:ext cx="3495675"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8" rIns="91417" bIns="4570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50000"/>
              </a:spcBef>
              <a:buFontTx/>
              <a:buNone/>
            </a:pPr>
            <a:r>
              <a:rPr lang="en-US" altLang="zh-CN" sz="2000" dirty="0">
                <a:solidFill>
                  <a:schemeClr val="tx1">
                    <a:lumMod val="75000"/>
                  </a:schemeClr>
                </a:solidFill>
                <a:latin typeface="微软雅黑" panose="020B0503020204020204" pitchFamily="34" charset="-122"/>
                <a:ea typeface="微软雅黑" panose="020B0503020204020204" pitchFamily="34" charset="-122"/>
              </a:rPr>
              <a:t>2.</a:t>
            </a:r>
            <a:r>
              <a:rPr lang="zh-CN" altLang="en-US" sz="2000" dirty="0">
                <a:solidFill>
                  <a:schemeClr val="tx1">
                    <a:lumMod val="75000"/>
                  </a:schemeClr>
                </a:solidFill>
                <a:latin typeface="微软雅黑" panose="020B0503020204020204" pitchFamily="34" charset="-122"/>
                <a:ea typeface="微软雅黑" panose="020B0503020204020204" pitchFamily="34" charset="-122"/>
              </a:rPr>
              <a:t>为保证客户系统正常运行，我们会指定专人专责跟踪服务</a:t>
            </a:r>
          </a:p>
        </p:txBody>
      </p:sp>
      <p:sp>
        <p:nvSpPr>
          <p:cNvPr id="70" name="Text Box 59"/>
          <p:cNvSpPr txBox="1">
            <a:spLocks noChangeArrowheads="1"/>
          </p:cNvSpPr>
          <p:nvPr/>
        </p:nvSpPr>
        <p:spPr bwMode="auto">
          <a:xfrm>
            <a:off x="1641427" y="5124450"/>
            <a:ext cx="4999037" cy="1306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8" rIns="91417" bIns="4570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spcBef>
                <a:spcPct val="50000"/>
              </a:spcBef>
              <a:buFontTx/>
              <a:buNone/>
            </a:pPr>
            <a:r>
              <a:rPr lang="en-US" altLang="zh-CN" sz="2000" dirty="0">
                <a:solidFill>
                  <a:schemeClr val="tx1">
                    <a:lumMod val="75000"/>
                  </a:schemeClr>
                </a:solidFill>
                <a:latin typeface="微软雅黑" panose="020B0503020204020204" pitchFamily="34" charset="-122"/>
                <a:ea typeface="微软雅黑" panose="020B0503020204020204" pitchFamily="34" charset="-122"/>
              </a:rPr>
              <a:t>4.</a:t>
            </a:r>
            <a:r>
              <a:rPr lang="zh-CN" altLang="en-US" sz="2000" dirty="0" smtClean="0">
                <a:solidFill>
                  <a:schemeClr val="tx1">
                    <a:lumMod val="75000"/>
                  </a:schemeClr>
                </a:solidFill>
                <a:latin typeface="微软雅黑" panose="020B0503020204020204" pitchFamily="34" charset="-122"/>
                <a:ea typeface="微软雅黑" panose="020B0503020204020204" pitchFamily="34" charset="-122"/>
              </a:rPr>
              <a:t>系统培训：</a:t>
            </a:r>
            <a:r>
              <a:rPr lang="zh-CN" altLang="en-US" sz="2000" dirty="0">
                <a:solidFill>
                  <a:schemeClr val="tx1">
                    <a:lumMod val="75000"/>
                  </a:schemeClr>
                </a:solidFill>
                <a:latin typeface="微软雅黑" panose="020B0503020204020204" pitchFamily="34" charset="-122"/>
                <a:ea typeface="微软雅黑" panose="020B0503020204020204" pitchFamily="34" charset="-122"/>
              </a:rPr>
              <a:t>我们承诺免费向用户提供</a:t>
            </a:r>
            <a:r>
              <a:rPr lang="zh-CN" altLang="en-US" sz="2000" dirty="0" smtClean="0">
                <a:solidFill>
                  <a:schemeClr val="tx1">
                    <a:lumMod val="75000"/>
                  </a:schemeClr>
                </a:solidFill>
                <a:latin typeface="微软雅黑" panose="020B0503020204020204" pitchFamily="34" charset="-122"/>
                <a:ea typeface="微软雅黑" panose="020B0503020204020204" pitchFamily="34" charset="-122"/>
              </a:rPr>
              <a:t>系统的培训服务，解决使用过程中遇到的各种问题</a:t>
            </a:r>
            <a:endParaRPr lang="zh-CN" altLang="en-US" sz="2000" dirty="0">
              <a:solidFill>
                <a:schemeClr val="tx1">
                  <a:lumMod val="75000"/>
                </a:schemeClr>
              </a:solidFill>
              <a:latin typeface="微软雅黑" panose="020B0503020204020204" pitchFamily="34" charset="-122"/>
              <a:ea typeface="微软雅黑" panose="020B0503020204020204" pitchFamily="34" charset="-122"/>
            </a:endParaRPr>
          </a:p>
        </p:txBody>
      </p:sp>
      <p:sp>
        <p:nvSpPr>
          <p:cNvPr id="71" name="Text Box 62"/>
          <p:cNvSpPr txBox="1">
            <a:spLocks noChangeArrowheads="1"/>
          </p:cNvSpPr>
          <p:nvPr/>
        </p:nvSpPr>
        <p:spPr bwMode="auto">
          <a:xfrm>
            <a:off x="1666825" y="1099269"/>
            <a:ext cx="4765675"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8" rIns="91417" bIns="4570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50000"/>
              </a:spcBef>
              <a:buFontTx/>
              <a:buNone/>
            </a:pPr>
            <a:r>
              <a:rPr lang="en-US" altLang="zh-CN" sz="2000" dirty="0">
                <a:solidFill>
                  <a:schemeClr val="tx1">
                    <a:lumMod val="75000"/>
                  </a:schemeClr>
                </a:solidFill>
                <a:latin typeface="微软雅黑" panose="020B0503020204020204" pitchFamily="34" charset="-122"/>
                <a:ea typeface="微软雅黑" panose="020B0503020204020204" pitchFamily="34" charset="-122"/>
              </a:rPr>
              <a:t>1.</a:t>
            </a:r>
            <a:r>
              <a:rPr lang="zh-CN" altLang="en-US" sz="2000" dirty="0">
                <a:solidFill>
                  <a:schemeClr val="tx1">
                    <a:lumMod val="75000"/>
                  </a:schemeClr>
                </a:solidFill>
                <a:latin typeface="微软雅黑" panose="020B0503020204020204" pitchFamily="34" charset="-122"/>
                <a:ea typeface="微软雅黑" panose="020B0503020204020204" pitchFamily="34" charset="-122"/>
              </a:rPr>
              <a:t>为客户提供系统</a:t>
            </a:r>
            <a:r>
              <a:rPr lang="zh-CN" altLang="en-US" sz="2000" dirty="0" smtClean="0">
                <a:solidFill>
                  <a:schemeClr val="tx1">
                    <a:lumMod val="75000"/>
                  </a:schemeClr>
                </a:solidFill>
                <a:latin typeface="微软雅黑" panose="020B0503020204020204" pitchFamily="34" charset="-122"/>
                <a:ea typeface="微软雅黑" panose="020B0503020204020204" pitchFamily="34" charset="-122"/>
              </a:rPr>
              <a:t>的维护</a:t>
            </a:r>
            <a:endParaRPr lang="zh-CN" altLang="en-US" sz="2000" dirty="0">
              <a:solidFill>
                <a:schemeClr val="tx1">
                  <a:lumMod val="75000"/>
                </a:schemeClr>
              </a:solidFill>
              <a:latin typeface="微软雅黑" panose="020B0503020204020204" pitchFamily="34" charset="-122"/>
              <a:ea typeface="微软雅黑" panose="020B0503020204020204" pitchFamily="34" charset="-122"/>
            </a:endParaRPr>
          </a:p>
        </p:txBody>
      </p:sp>
      <p:grpSp>
        <p:nvGrpSpPr>
          <p:cNvPr id="73" name="组合 72"/>
          <p:cNvGrpSpPr>
            <a:grpSpLocks/>
          </p:cNvGrpSpPr>
          <p:nvPr/>
        </p:nvGrpSpPr>
        <p:grpSpPr bwMode="auto">
          <a:xfrm>
            <a:off x="411113" y="937344"/>
            <a:ext cx="1009651" cy="979488"/>
            <a:chOff x="4546600" y="796925"/>
            <a:chExt cx="1009650" cy="979488"/>
          </a:xfrm>
        </p:grpSpPr>
        <p:sp>
          <p:nvSpPr>
            <p:cNvPr id="74" name="Oval 22"/>
            <p:cNvSpPr>
              <a:spLocks noChangeArrowheads="1"/>
            </p:cNvSpPr>
            <p:nvPr/>
          </p:nvSpPr>
          <p:spPr bwMode="auto">
            <a:xfrm>
              <a:off x="4546600" y="796925"/>
              <a:ext cx="1009650" cy="979488"/>
            </a:xfrm>
            <a:prstGeom prst="ellipse">
              <a:avLst/>
            </a:prstGeom>
            <a:solidFill>
              <a:schemeClr val="accent1"/>
            </a:solidFill>
            <a:ln w="33338">
              <a:solidFill>
                <a:srgbClr val="FFFFFF"/>
              </a:solidFill>
              <a:miter lim="800000"/>
              <a:headEnd/>
              <a:tailEnd/>
            </a:ln>
          </p:spPr>
          <p:txBody>
            <a:bodyPr lIns="91417" tIns="45708" rIns="91417" bIns="45708"/>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2000" b="1">
                <a:solidFill>
                  <a:schemeClr val="tx1">
                    <a:lumMod val="75000"/>
                  </a:schemeClr>
                </a:solidFill>
                <a:latin typeface="微软雅黑" pitchFamily="34" charset="-122"/>
                <a:ea typeface="微软雅黑" pitchFamily="34" charset="-122"/>
              </a:endParaRPr>
            </a:p>
          </p:txBody>
        </p:sp>
        <p:pic>
          <p:nvPicPr>
            <p:cNvPr id="75" name="图片 3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10100" y="822325"/>
              <a:ext cx="9207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6" name="图片 49"/>
          <p:cNvPicPr>
            <a:picLocks noChangeAspect="1"/>
          </p:cNvPicPr>
          <p:nvPr/>
        </p:nvPicPr>
        <p:blipFill>
          <a:blip r:embed="rId5">
            <a:extLst>
              <a:ext uri="{28A0092B-C50C-407E-A947-70E740481C1C}">
                <a14:useLocalDpi xmlns:a14="http://schemas.microsoft.com/office/drawing/2010/main" val="0"/>
              </a:ext>
            </a:extLst>
          </a:blip>
          <a:srcRect l="49071" t="45361"/>
          <a:stretch>
            <a:fillRect/>
          </a:stretch>
        </p:blipFill>
        <p:spPr bwMode="auto">
          <a:xfrm>
            <a:off x="7705623" y="4333039"/>
            <a:ext cx="1385888"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7" name="组合 76"/>
          <p:cNvGrpSpPr>
            <a:grpSpLocks/>
          </p:cNvGrpSpPr>
          <p:nvPr/>
        </p:nvGrpSpPr>
        <p:grpSpPr bwMode="auto">
          <a:xfrm>
            <a:off x="266652" y="4946654"/>
            <a:ext cx="1254125" cy="1254125"/>
            <a:chOff x="4402382" y="4946650"/>
            <a:chExt cx="1254125" cy="1254125"/>
          </a:xfrm>
        </p:grpSpPr>
        <p:sp>
          <p:nvSpPr>
            <p:cNvPr id="78" name="Oval 22"/>
            <p:cNvSpPr>
              <a:spLocks noChangeArrowheads="1"/>
            </p:cNvSpPr>
            <p:nvPr/>
          </p:nvSpPr>
          <p:spPr bwMode="auto">
            <a:xfrm>
              <a:off x="4518025" y="5075238"/>
              <a:ext cx="1008063" cy="979487"/>
            </a:xfrm>
            <a:prstGeom prst="ellipse">
              <a:avLst/>
            </a:prstGeom>
            <a:solidFill>
              <a:schemeClr val="accent1"/>
            </a:solidFill>
            <a:ln w="33338">
              <a:solidFill>
                <a:srgbClr val="FFFFFF"/>
              </a:solidFill>
              <a:miter lim="800000"/>
              <a:headEnd/>
              <a:tailEnd/>
            </a:ln>
          </p:spPr>
          <p:txBody>
            <a:bodyPr lIns="91417" tIns="45708" rIns="91417" bIns="45708"/>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2000" b="1">
                <a:solidFill>
                  <a:schemeClr val="tx1">
                    <a:lumMod val="75000"/>
                  </a:schemeClr>
                </a:solidFill>
                <a:latin typeface="微软雅黑" pitchFamily="34" charset="-122"/>
                <a:ea typeface="微软雅黑" pitchFamily="34" charset="-122"/>
              </a:endParaRPr>
            </a:p>
          </p:txBody>
        </p:sp>
        <p:pic>
          <p:nvPicPr>
            <p:cNvPr id="79" name="图片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02382" y="4946650"/>
              <a:ext cx="1254125"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0" name="组合 79"/>
          <p:cNvGrpSpPr>
            <a:grpSpLocks/>
          </p:cNvGrpSpPr>
          <p:nvPr/>
        </p:nvGrpSpPr>
        <p:grpSpPr bwMode="auto">
          <a:xfrm>
            <a:off x="379364" y="2055688"/>
            <a:ext cx="1076325" cy="1157288"/>
            <a:chOff x="4514850" y="2051050"/>
            <a:chExt cx="1076325" cy="1157288"/>
          </a:xfrm>
        </p:grpSpPr>
        <p:sp>
          <p:nvSpPr>
            <p:cNvPr id="81" name="Oval 22"/>
            <p:cNvSpPr>
              <a:spLocks noChangeArrowheads="1"/>
            </p:cNvSpPr>
            <p:nvPr/>
          </p:nvSpPr>
          <p:spPr bwMode="auto">
            <a:xfrm>
              <a:off x="4546600" y="2228850"/>
              <a:ext cx="1008063" cy="979488"/>
            </a:xfrm>
            <a:prstGeom prst="ellipse">
              <a:avLst/>
            </a:prstGeom>
            <a:solidFill>
              <a:schemeClr val="accent1"/>
            </a:solidFill>
            <a:ln w="33338">
              <a:solidFill>
                <a:srgbClr val="FFFFFF"/>
              </a:solidFill>
              <a:miter lim="800000"/>
              <a:headEnd/>
              <a:tailEnd/>
            </a:ln>
          </p:spPr>
          <p:txBody>
            <a:bodyPr lIns="91417" tIns="45708" rIns="91417" bIns="45708"/>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2000" b="1">
                <a:solidFill>
                  <a:schemeClr val="tx1">
                    <a:lumMod val="75000"/>
                  </a:schemeClr>
                </a:solidFill>
                <a:latin typeface="微软雅黑" pitchFamily="34" charset="-122"/>
                <a:ea typeface="微软雅黑" pitchFamily="34" charset="-122"/>
              </a:endParaRPr>
            </a:p>
          </p:txBody>
        </p:sp>
        <p:pic>
          <p:nvPicPr>
            <p:cNvPr id="82" name="图片 35"/>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14850" y="2051050"/>
              <a:ext cx="10763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5" name="矩形 1"/>
          <p:cNvSpPr>
            <a:spLocks noChangeArrowheads="1"/>
          </p:cNvSpPr>
          <p:nvPr/>
        </p:nvSpPr>
        <p:spPr bwMode="auto">
          <a:xfrm>
            <a:off x="2347732" y="4567861"/>
            <a:ext cx="902811" cy="523220"/>
          </a:xfrm>
          <a:prstGeom prst="rect">
            <a:avLst/>
          </a:prstGeom>
          <a:noFill/>
          <a:ln>
            <a:noFill/>
          </a:ln>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1400">
                <a:solidFill>
                  <a:schemeClr val="tx1">
                    <a:lumMod val="75000"/>
                  </a:schemeClr>
                </a:solidFill>
                <a:latin typeface="微软雅黑" panose="020B0503020204020204" pitchFamily="34" charset="-122"/>
                <a:ea typeface="微软雅黑" panose="020B0503020204020204" pitchFamily="34" charset="-122"/>
              </a:rPr>
              <a:t>咨询热线</a:t>
            </a:r>
            <a:endParaRPr lang="en-US" altLang="zh-CN" sz="1400">
              <a:solidFill>
                <a:schemeClr val="tx1">
                  <a:lumMod val="75000"/>
                </a:schemeClr>
              </a:solidFill>
              <a:latin typeface="微软雅黑" panose="020B0503020204020204" pitchFamily="34" charset="-122"/>
              <a:ea typeface="微软雅黑" panose="020B0503020204020204" pitchFamily="34" charset="-122"/>
            </a:endParaRPr>
          </a:p>
          <a:p>
            <a:pPr algn="ctr">
              <a:lnSpc>
                <a:spcPct val="100000"/>
              </a:lnSpc>
              <a:spcBef>
                <a:spcPct val="0"/>
              </a:spcBef>
              <a:buFontTx/>
              <a:buNone/>
            </a:pPr>
            <a:r>
              <a:rPr lang="zh-CN" altLang="en-US" sz="1400">
                <a:solidFill>
                  <a:schemeClr val="tx1">
                    <a:lumMod val="75000"/>
                  </a:schemeClr>
                </a:solidFill>
                <a:latin typeface="微软雅黑" panose="020B0503020204020204" pitchFamily="34" charset="-122"/>
                <a:ea typeface="微软雅黑" panose="020B0503020204020204" pitchFamily="34" charset="-122"/>
              </a:rPr>
              <a:t>和传真</a:t>
            </a:r>
            <a:endParaRPr lang="zh-CN" altLang="en-US" sz="1100">
              <a:solidFill>
                <a:schemeClr val="tx1">
                  <a:lumMod val="75000"/>
                </a:schemeClr>
              </a:solidFill>
              <a:latin typeface="微软雅黑" pitchFamily="34" charset="-122"/>
              <a:ea typeface="微软雅黑" pitchFamily="34" charset="-122"/>
            </a:endParaRPr>
          </a:p>
        </p:txBody>
      </p:sp>
      <p:sp>
        <p:nvSpPr>
          <p:cNvPr id="88" name="矩形 2"/>
          <p:cNvSpPr>
            <a:spLocks noChangeArrowheads="1"/>
          </p:cNvSpPr>
          <p:nvPr/>
        </p:nvSpPr>
        <p:spPr bwMode="auto">
          <a:xfrm>
            <a:off x="3519627" y="4713464"/>
            <a:ext cx="902811" cy="307777"/>
          </a:xfrm>
          <a:prstGeom prst="rect">
            <a:avLst/>
          </a:prstGeom>
          <a:noFill/>
          <a:ln>
            <a:noFill/>
          </a:ln>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400">
                <a:solidFill>
                  <a:schemeClr val="tx1">
                    <a:lumMod val="75000"/>
                  </a:schemeClr>
                </a:solidFill>
                <a:latin typeface="微软雅黑" pitchFamily="34" charset="-122"/>
                <a:ea typeface="微软雅黑" pitchFamily="34" charset="-122"/>
              </a:rPr>
              <a:t>远程维护</a:t>
            </a:r>
            <a:endParaRPr lang="zh-CN" altLang="en-US" sz="1100">
              <a:solidFill>
                <a:schemeClr val="tx1">
                  <a:lumMod val="75000"/>
                </a:schemeClr>
              </a:solidFill>
              <a:latin typeface="微软雅黑" pitchFamily="34" charset="-122"/>
              <a:ea typeface="微软雅黑" pitchFamily="34" charset="-122"/>
            </a:endParaRPr>
          </a:p>
        </p:txBody>
      </p:sp>
      <p:sp>
        <p:nvSpPr>
          <p:cNvPr id="91" name="矩形 3"/>
          <p:cNvSpPr>
            <a:spLocks noChangeArrowheads="1"/>
          </p:cNvSpPr>
          <p:nvPr/>
        </p:nvSpPr>
        <p:spPr bwMode="auto">
          <a:xfrm>
            <a:off x="4864046" y="4716607"/>
            <a:ext cx="902811" cy="307777"/>
          </a:xfrm>
          <a:prstGeom prst="rect">
            <a:avLst/>
          </a:prstGeom>
          <a:noFill/>
          <a:ln>
            <a:noFill/>
          </a:ln>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400">
                <a:solidFill>
                  <a:schemeClr val="tx1">
                    <a:lumMod val="75000"/>
                  </a:schemeClr>
                </a:solidFill>
                <a:latin typeface="微软雅黑" pitchFamily="34" charset="-122"/>
                <a:ea typeface="微软雅黑" pitchFamily="34" charset="-122"/>
              </a:rPr>
              <a:t>电子邮件</a:t>
            </a:r>
            <a:endParaRPr lang="zh-CN" altLang="en-US" sz="1100">
              <a:solidFill>
                <a:schemeClr val="tx1">
                  <a:lumMod val="75000"/>
                </a:schemeClr>
              </a:solidFill>
              <a:latin typeface="微软雅黑" pitchFamily="34" charset="-122"/>
              <a:ea typeface="微软雅黑" pitchFamily="34" charset="-122"/>
            </a:endParaRPr>
          </a:p>
        </p:txBody>
      </p:sp>
      <p:grpSp>
        <p:nvGrpSpPr>
          <p:cNvPr id="93" name="组合 6"/>
          <p:cNvGrpSpPr>
            <a:grpSpLocks/>
          </p:cNvGrpSpPr>
          <p:nvPr/>
        </p:nvGrpSpPr>
        <p:grpSpPr bwMode="auto">
          <a:xfrm>
            <a:off x="6242921" y="3844929"/>
            <a:ext cx="1187174" cy="856628"/>
            <a:chOff x="10446494" y="3770358"/>
            <a:chExt cx="1606311" cy="1159737"/>
          </a:xfrm>
          <a:noFill/>
        </p:grpSpPr>
        <p:pic>
          <p:nvPicPr>
            <p:cNvPr id="95" name="图片 51"/>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446494" y="3770358"/>
              <a:ext cx="1158362" cy="11597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6" name="图片 52"/>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164741" y="3987150"/>
              <a:ext cx="888064" cy="8880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94" name="矩形 5"/>
          <p:cNvSpPr>
            <a:spLocks noChangeArrowheads="1"/>
          </p:cNvSpPr>
          <p:nvPr/>
        </p:nvSpPr>
        <p:spPr bwMode="auto">
          <a:xfrm>
            <a:off x="5943602" y="4564908"/>
            <a:ext cx="1762021" cy="523220"/>
          </a:xfrm>
          <a:prstGeom prst="rect">
            <a:avLst/>
          </a:prstGeom>
          <a:noFill/>
          <a:ln>
            <a:noFill/>
          </a:ln>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1400">
                <a:solidFill>
                  <a:schemeClr val="tx1">
                    <a:lumMod val="75000"/>
                  </a:schemeClr>
                </a:solidFill>
                <a:latin typeface="微软雅黑" panose="020B0503020204020204" pitchFamily="34" charset="-122"/>
                <a:ea typeface="微软雅黑" panose="020B0503020204020204" pitchFamily="34" charset="-122"/>
              </a:rPr>
              <a:t>省内</a:t>
            </a:r>
            <a:r>
              <a:rPr lang="en-US" altLang="zh-CN" sz="1400">
                <a:solidFill>
                  <a:schemeClr val="tx1">
                    <a:lumMod val="75000"/>
                  </a:schemeClr>
                </a:solidFill>
                <a:latin typeface="微软雅黑" panose="020B0503020204020204" pitchFamily="34" charset="-122"/>
                <a:ea typeface="微软雅黑" panose="020B0503020204020204" pitchFamily="34" charset="-122"/>
              </a:rPr>
              <a:t>12/</a:t>
            </a:r>
            <a:r>
              <a:rPr lang="zh-CN" altLang="en-US" sz="1400">
                <a:solidFill>
                  <a:schemeClr val="tx1">
                    <a:lumMod val="75000"/>
                  </a:schemeClr>
                </a:solidFill>
                <a:latin typeface="微软雅黑" panose="020B0503020204020204" pitchFamily="34" charset="-122"/>
                <a:ea typeface="微软雅黑" panose="020B0503020204020204" pitchFamily="34" charset="-122"/>
              </a:rPr>
              <a:t>省外</a:t>
            </a:r>
            <a:r>
              <a:rPr lang="en-US" altLang="zh-CN" sz="1400">
                <a:solidFill>
                  <a:schemeClr val="tx1">
                    <a:lumMod val="75000"/>
                  </a:schemeClr>
                </a:solidFill>
                <a:latin typeface="微软雅黑" panose="020B0503020204020204" pitchFamily="34" charset="-122"/>
                <a:ea typeface="微软雅黑" panose="020B0503020204020204" pitchFamily="34" charset="-122"/>
              </a:rPr>
              <a:t>24</a:t>
            </a:r>
            <a:r>
              <a:rPr lang="zh-CN" altLang="en-US" sz="1400">
                <a:solidFill>
                  <a:schemeClr val="tx1">
                    <a:lumMod val="75000"/>
                  </a:schemeClr>
                </a:solidFill>
                <a:latin typeface="微软雅黑" panose="020B0503020204020204" pitchFamily="34" charset="-122"/>
                <a:ea typeface="微软雅黑" panose="020B0503020204020204" pitchFamily="34" charset="-122"/>
              </a:rPr>
              <a:t>小时</a:t>
            </a:r>
            <a:endParaRPr lang="en-US" altLang="zh-CN" sz="1400">
              <a:solidFill>
                <a:schemeClr val="tx1">
                  <a:lumMod val="75000"/>
                </a:schemeClr>
              </a:solidFill>
              <a:latin typeface="微软雅黑" panose="020B0503020204020204" pitchFamily="34" charset="-122"/>
              <a:ea typeface="微软雅黑" panose="020B0503020204020204" pitchFamily="34" charset="-122"/>
            </a:endParaRPr>
          </a:p>
          <a:p>
            <a:pPr algn="ctr">
              <a:lnSpc>
                <a:spcPct val="100000"/>
              </a:lnSpc>
              <a:spcBef>
                <a:spcPct val="0"/>
              </a:spcBef>
              <a:buFontTx/>
              <a:buNone/>
            </a:pPr>
            <a:r>
              <a:rPr lang="zh-CN" altLang="en-US" sz="1400">
                <a:solidFill>
                  <a:schemeClr val="tx1">
                    <a:lumMod val="75000"/>
                  </a:schemeClr>
                </a:solidFill>
                <a:latin typeface="微软雅黑" panose="020B0503020204020204" pitchFamily="34" charset="-122"/>
                <a:ea typeface="微软雅黑" panose="020B0503020204020204" pitchFamily="34" charset="-122"/>
              </a:rPr>
              <a:t>现场即达服务</a:t>
            </a:r>
          </a:p>
        </p:txBody>
      </p:sp>
      <p:cxnSp>
        <p:nvCxnSpPr>
          <p:cNvPr id="97" name="肘形连接符 96"/>
          <p:cNvCxnSpPr/>
          <p:nvPr/>
        </p:nvCxnSpPr>
        <p:spPr>
          <a:xfrm>
            <a:off x="1419178" y="1285879"/>
            <a:ext cx="3563937" cy="246063"/>
          </a:xfrm>
          <a:prstGeom prst="bentConnector3">
            <a:avLst>
              <a:gd name="adj1" fmla="val 6992"/>
            </a:avLst>
          </a:prstGeom>
          <a:ln w="9525">
            <a:solidFill>
              <a:schemeClr val="bg1"/>
            </a:solidFill>
            <a:prstDash val="dash"/>
            <a:headEnd type="oval"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98" name="肘形连接符 97"/>
          <p:cNvCxnSpPr/>
          <p:nvPr/>
        </p:nvCxnSpPr>
        <p:spPr>
          <a:xfrm>
            <a:off x="1416000" y="2751138"/>
            <a:ext cx="3567112" cy="442912"/>
          </a:xfrm>
          <a:prstGeom prst="bentConnector3">
            <a:avLst>
              <a:gd name="adj1" fmla="val 7036"/>
            </a:avLst>
          </a:prstGeom>
          <a:ln w="9525">
            <a:solidFill>
              <a:schemeClr val="bg1"/>
            </a:solidFill>
            <a:prstDash val="dash"/>
            <a:headEnd type="oval"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99" name="肘形连接符 98"/>
          <p:cNvCxnSpPr/>
          <p:nvPr/>
        </p:nvCxnSpPr>
        <p:spPr>
          <a:xfrm>
            <a:off x="1403300" y="4160838"/>
            <a:ext cx="5511800" cy="1016000"/>
          </a:xfrm>
          <a:prstGeom prst="bentConnector3">
            <a:avLst>
              <a:gd name="adj1" fmla="val 4666"/>
            </a:avLst>
          </a:prstGeom>
          <a:ln w="9525">
            <a:solidFill>
              <a:schemeClr val="bg1"/>
            </a:solidFill>
            <a:prstDash val="dash"/>
            <a:headEnd type="oval" w="med" len="med"/>
            <a:tailEnd type="oval" w="med" len="med"/>
          </a:ln>
        </p:spPr>
        <p:style>
          <a:lnRef idx="1">
            <a:schemeClr val="accent3"/>
          </a:lnRef>
          <a:fillRef idx="0">
            <a:schemeClr val="accent3"/>
          </a:fillRef>
          <a:effectRef idx="0">
            <a:schemeClr val="accent3"/>
          </a:effectRef>
          <a:fontRef idx="minor">
            <a:schemeClr val="tx1"/>
          </a:fontRef>
        </p:style>
      </p:cxnSp>
      <p:cxnSp>
        <p:nvCxnSpPr>
          <p:cNvPr id="100" name="肘形连接符 99"/>
          <p:cNvCxnSpPr/>
          <p:nvPr/>
        </p:nvCxnSpPr>
        <p:spPr>
          <a:xfrm>
            <a:off x="1390602" y="5634042"/>
            <a:ext cx="5164137" cy="796925"/>
          </a:xfrm>
          <a:prstGeom prst="bentConnector3">
            <a:avLst>
              <a:gd name="adj1" fmla="val 5105"/>
            </a:avLst>
          </a:prstGeom>
          <a:ln w="9525">
            <a:solidFill>
              <a:schemeClr val="bg1"/>
            </a:solidFill>
            <a:prstDash val="dash"/>
            <a:headEnd type="oval" w="med" len="med"/>
            <a:tailEnd type="oval" w="med" len="med"/>
          </a:ln>
        </p:spPr>
        <p:style>
          <a:lnRef idx="1">
            <a:schemeClr val="accent3"/>
          </a:lnRef>
          <a:fillRef idx="0">
            <a:schemeClr val="accent3"/>
          </a:fillRef>
          <a:effectRef idx="0">
            <a:schemeClr val="accent3"/>
          </a:effectRef>
          <a:fontRef idx="minor">
            <a:schemeClr val="tx1"/>
          </a:fontRef>
        </p:style>
      </p:cxnSp>
      <p:sp>
        <p:nvSpPr>
          <p:cNvPr id="101" name="矩形 62"/>
          <p:cNvSpPr>
            <a:spLocks noChangeArrowheads="1"/>
          </p:cNvSpPr>
          <p:nvPr/>
        </p:nvSpPr>
        <p:spPr bwMode="auto">
          <a:xfrm>
            <a:off x="1673177" y="3605014"/>
            <a:ext cx="1423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8" rIns="91417" bIns="4570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50000"/>
              </a:spcBef>
              <a:buFontTx/>
              <a:buNone/>
            </a:pPr>
            <a:r>
              <a:rPr lang="en-US" altLang="zh-CN" sz="2000" dirty="0">
                <a:solidFill>
                  <a:schemeClr val="tx1">
                    <a:lumMod val="75000"/>
                  </a:schemeClr>
                </a:solidFill>
                <a:latin typeface="微软雅黑" panose="020B0503020204020204" pitchFamily="34" charset="-122"/>
                <a:ea typeface="微软雅黑" panose="020B0503020204020204" pitchFamily="34" charset="-122"/>
              </a:rPr>
              <a:t>3.</a:t>
            </a:r>
            <a:r>
              <a:rPr lang="zh-CN" altLang="en-US" sz="2000" dirty="0">
                <a:solidFill>
                  <a:schemeClr val="tx1">
                    <a:lumMod val="75000"/>
                  </a:schemeClr>
                </a:solidFill>
                <a:latin typeface="微软雅黑" panose="020B0503020204020204" pitchFamily="34" charset="-122"/>
                <a:ea typeface="微软雅黑" panose="020B0503020204020204" pitchFamily="34" charset="-122"/>
              </a:rPr>
              <a:t>维护方式</a:t>
            </a:r>
          </a:p>
        </p:txBody>
      </p:sp>
      <p:grpSp>
        <p:nvGrpSpPr>
          <p:cNvPr id="102" name="组合 101"/>
          <p:cNvGrpSpPr>
            <a:grpSpLocks/>
          </p:cNvGrpSpPr>
          <p:nvPr/>
        </p:nvGrpSpPr>
        <p:grpSpPr bwMode="auto">
          <a:xfrm>
            <a:off x="350790" y="3680569"/>
            <a:ext cx="1052513" cy="1044575"/>
            <a:chOff x="4486275" y="3605213"/>
            <a:chExt cx="1052513" cy="1044575"/>
          </a:xfrm>
        </p:grpSpPr>
        <p:sp>
          <p:nvSpPr>
            <p:cNvPr id="103" name="Oval 22"/>
            <p:cNvSpPr>
              <a:spLocks noChangeArrowheads="1"/>
            </p:cNvSpPr>
            <p:nvPr/>
          </p:nvSpPr>
          <p:spPr bwMode="auto">
            <a:xfrm>
              <a:off x="4530725" y="3670300"/>
              <a:ext cx="1008063" cy="979488"/>
            </a:xfrm>
            <a:prstGeom prst="ellipse">
              <a:avLst/>
            </a:prstGeom>
            <a:solidFill>
              <a:schemeClr val="accent1"/>
            </a:solidFill>
            <a:ln w="33338">
              <a:solidFill>
                <a:srgbClr val="FFFFFF"/>
              </a:solidFill>
              <a:miter lim="800000"/>
              <a:headEnd/>
              <a:tailEnd/>
            </a:ln>
          </p:spPr>
          <p:txBody>
            <a:bodyPr lIns="91417" tIns="45708" rIns="91417" bIns="45708"/>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2000" b="1">
                <a:solidFill>
                  <a:schemeClr val="tx1">
                    <a:lumMod val="75000"/>
                  </a:schemeClr>
                </a:solidFill>
                <a:latin typeface="微软雅黑" pitchFamily="34" charset="-122"/>
                <a:ea typeface="微软雅黑" pitchFamily="34" charset="-122"/>
              </a:endParaRPr>
            </a:p>
          </p:txBody>
        </p:sp>
        <p:pic>
          <p:nvPicPr>
            <p:cNvPr id="104" name="图片 1"/>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486275" y="3605213"/>
              <a:ext cx="1042988"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05" name="直接连接符 104"/>
          <p:cNvCxnSpPr/>
          <p:nvPr/>
        </p:nvCxnSpPr>
        <p:spPr>
          <a:xfrm>
            <a:off x="3282900" y="4005263"/>
            <a:ext cx="0" cy="635000"/>
          </a:xfrm>
          <a:prstGeom prst="line">
            <a:avLst/>
          </a:prstGeom>
          <a:ln>
            <a:solidFill>
              <a:schemeClr val="bg1"/>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106" name="直接连接符 105"/>
          <p:cNvCxnSpPr/>
          <p:nvPr/>
        </p:nvCxnSpPr>
        <p:spPr>
          <a:xfrm>
            <a:off x="4711651" y="4005263"/>
            <a:ext cx="0" cy="635000"/>
          </a:xfrm>
          <a:prstGeom prst="line">
            <a:avLst/>
          </a:prstGeom>
          <a:ln>
            <a:solidFill>
              <a:schemeClr val="bg1"/>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107" name="直接连接符 106"/>
          <p:cNvCxnSpPr/>
          <p:nvPr/>
        </p:nvCxnSpPr>
        <p:spPr>
          <a:xfrm>
            <a:off x="5843537" y="4005263"/>
            <a:ext cx="0" cy="635000"/>
          </a:xfrm>
          <a:prstGeom prst="line">
            <a:avLst/>
          </a:prstGeom>
          <a:ln>
            <a:solidFill>
              <a:schemeClr val="bg1"/>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pic>
        <p:nvPicPr>
          <p:cNvPr id="3" name="图片 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393911" y="3814785"/>
            <a:ext cx="858825" cy="858825"/>
          </a:xfrm>
          <a:prstGeom prst="rect">
            <a:avLst/>
          </a:prstGeom>
          <a:noFill/>
          <a:ln>
            <a:noFill/>
          </a:ln>
        </p:spPr>
      </p:pic>
      <p:pic>
        <p:nvPicPr>
          <p:cNvPr id="4" name="图片 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390851" y="3632369"/>
            <a:ext cx="1193800" cy="1193800"/>
          </a:xfrm>
          <a:prstGeom prst="rect">
            <a:avLst/>
          </a:prstGeom>
          <a:noFill/>
          <a:ln>
            <a:noFill/>
          </a:ln>
        </p:spPr>
      </p:pic>
      <p:pic>
        <p:nvPicPr>
          <p:cNvPr id="5" name="图片 4"/>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922070" y="3924203"/>
            <a:ext cx="709334" cy="709334"/>
          </a:xfrm>
          <a:prstGeom prst="rect">
            <a:avLst/>
          </a:prstGeom>
          <a:noFill/>
          <a:ln>
            <a:noFill/>
          </a:ln>
        </p:spPr>
      </p:pic>
      <p:pic>
        <p:nvPicPr>
          <p:cNvPr id="6" name="图片 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230200" y="3799622"/>
            <a:ext cx="1188823" cy="853514"/>
          </a:xfrm>
          <a:prstGeom prst="rect">
            <a:avLst/>
          </a:prstGeom>
        </p:spPr>
      </p:pic>
    </p:spTree>
    <p:extLst>
      <p:ext uri="{BB962C8B-B14F-4D97-AF65-F5344CB8AC3E}">
        <p14:creationId xmlns:p14="http://schemas.microsoft.com/office/powerpoint/2010/main" val="255851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down)">
                                      <p:cBhvr>
                                        <p:cTn id="7" dur="500"/>
                                        <p:tgtEl>
                                          <p:spTgt spid="59"/>
                                        </p:tgtEl>
                                      </p:cBhvr>
                                    </p:animEffect>
                                  </p:childTnLst>
                                </p:cTn>
                              </p:par>
                            </p:childTnLst>
                          </p:cTn>
                        </p:par>
                        <p:par>
                          <p:cTn id="8" fill="hold">
                            <p:stCondLst>
                              <p:cond delay="500"/>
                            </p:stCondLst>
                            <p:childTnLst>
                              <p:par>
                                <p:cTn id="9" presetID="45" presetClass="entr" presetSubtype="0" fill="hold"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fade">
                                      <p:cBhvr>
                                        <p:cTn id="11" dur="500"/>
                                        <p:tgtEl>
                                          <p:spTgt spid="73"/>
                                        </p:tgtEl>
                                      </p:cBhvr>
                                    </p:animEffect>
                                    <p:anim calcmode="lin" valueType="num">
                                      <p:cBhvr>
                                        <p:cTn id="12" dur="500" fill="hold"/>
                                        <p:tgtEl>
                                          <p:spTgt spid="73"/>
                                        </p:tgtEl>
                                        <p:attrNameLst>
                                          <p:attrName>ppt_w</p:attrName>
                                        </p:attrNameLst>
                                      </p:cBhvr>
                                      <p:tavLst>
                                        <p:tav tm="0" fmla="#ppt_w*sin(2.5*pi*$)">
                                          <p:val>
                                            <p:fltVal val="0"/>
                                          </p:val>
                                        </p:tav>
                                        <p:tav tm="100000">
                                          <p:val>
                                            <p:fltVal val="1"/>
                                          </p:val>
                                        </p:tav>
                                      </p:tavLst>
                                    </p:anim>
                                    <p:anim calcmode="lin" valueType="num">
                                      <p:cBhvr>
                                        <p:cTn id="13" dur="500" fill="hold"/>
                                        <p:tgtEl>
                                          <p:spTgt spid="73"/>
                                        </p:tgtEl>
                                        <p:attrNameLst>
                                          <p:attrName>ppt_h</p:attrName>
                                        </p:attrNameLst>
                                      </p:cBhvr>
                                      <p:tavLst>
                                        <p:tav tm="0">
                                          <p:val>
                                            <p:strVal val="#ppt_h"/>
                                          </p:val>
                                        </p:tav>
                                        <p:tav tm="100000">
                                          <p:val>
                                            <p:strVal val="#ppt_h"/>
                                          </p:val>
                                        </p:tav>
                                      </p:tavLst>
                                    </p:anim>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97"/>
                                        </p:tgtEl>
                                        <p:attrNameLst>
                                          <p:attrName>style.visibility</p:attrName>
                                        </p:attrNameLst>
                                      </p:cBhvr>
                                      <p:to>
                                        <p:strVal val="visible"/>
                                      </p:to>
                                    </p:set>
                                    <p:animEffect transition="in" filter="wipe(left)">
                                      <p:cBhvr>
                                        <p:cTn id="17" dur="300"/>
                                        <p:tgtEl>
                                          <p:spTgt spid="97"/>
                                        </p:tgtEl>
                                      </p:cBhvr>
                                    </p:animEffect>
                                  </p:childTnLst>
                                </p:cTn>
                              </p:par>
                            </p:childTnLst>
                          </p:cTn>
                        </p:par>
                        <p:par>
                          <p:cTn id="18" fill="hold">
                            <p:stCondLst>
                              <p:cond delay="1300"/>
                            </p:stCondLst>
                            <p:childTnLst>
                              <p:par>
                                <p:cTn id="19" presetID="12" presetClass="entr" presetSubtype="4" fill="hold" grpId="0" nodeType="afterEffect">
                                  <p:stCondLst>
                                    <p:cond delay="0"/>
                                  </p:stCondLst>
                                  <p:childTnLst>
                                    <p:set>
                                      <p:cBhvr>
                                        <p:cTn id="20" dur="1" fill="hold">
                                          <p:stCondLst>
                                            <p:cond delay="0"/>
                                          </p:stCondLst>
                                        </p:cTn>
                                        <p:tgtEl>
                                          <p:spTgt spid="71"/>
                                        </p:tgtEl>
                                        <p:attrNameLst>
                                          <p:attrName>style.visibility</p:attrName>
                                        </p:attrNameLst>
                                      </p:cBhvr>
                                      <p:to>
                                        <p:strVal val="visible"/>
                                      </p:to>
                                    </p:set>
                                    <p:anim calcmode="lin" valueType="num">
                                      <p:cBhvr additive="base">
                                        <p:cTn id="21" dur="500"/>
                                        <p:tgtEl>
                                          <p:spTgt spid="71"/>
                                        </p:tgtEl>
                                        <p:attrNameLst>
                                          <p:attrName>ppt_y</p:attrName>
                                        </p:attrNameLst>
                                      </p:cBhvr>
                                      <p:tavLst>
                                        <p:tav tm="0">
                                          <p:val>
                                            <p:strVal val="#ppt_y+#ppt_h*1.125000"/>
                                          </p:val>
                                        </p:tav>
                                        <p:tav tm="100000">
                                          <p:val>
                                            <p:strVal val="#ppt_y"/>
                                          </p:val>
                                        </p:tav>
                                      </p:tavLst>
                                    </p:anim>
                                    <p:animEffect transition="in" filter="wipe(up)">
                                      <p:cBhvr>
                                        <p:cTn id="22" dur="5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nodeType="click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500"/>
                                        <p:tgtEl>
                                          <p:spTgt spid="80"/>
                                        </p:tgtEl>
                                      </p:cBhvr>
                                    </p:animEffect>
                                    <p:anim calcmode="lin" valueType="num">
                                      <p:cBhvr>
                                        <p:cTn id="28" dur="500" fill="hold"/>
                                        <p:tgtEl>
                                          <p:spTgt spid="80"/>
                                        </p:tgtEl>
                                        <p:attrNameLst>
                                          <p:attrName>ppt_w</p:attrName>
                                        </p:attrNameLst>
                                      </p:cBhvr>
                                      <p:tavLst>
                                        <p:tav tm="0" fmla="#ppt_w*sin(2.5*pi*$)">
                                          <p:val>
                                            <p:fltVal val="0"/>
                                          </p:val>
                                        </p:tav>
                                        <p:tav tm="100000">
                                          <p:val>
                                            <p:fltVal val="1"/>
                                          </p:val>
                                        </p:tav>
                                      </p:tavLst>
                                    </p:anim>
                                    <p:anim calcmode="lin" valueType="num">
                                      <p:cBhvr>
                                        <p:cTn id="29" dur="500" fill="hold"/>
                                        <p:tgtEl>
                                          <p:spTgt spid="80"/>
                                        </p:tgtEl>
                                        <p:attrNameLst>
                                          <p:attrName>ppt_h</p:attrName>
                                        </p:attrNameLst>
                                      </p:cBhvr>
                                      <p:tavLst>
                                        <p:tav tm="0">
                                          <p:val>
                                            <p:strVal val="#ppt_h"/>
                                          </p:val>
                                        </p:tav>
                                        <p:tav tm="100000">
                                          <p:val>
                                            <p:strVal val="#ppt_h"/>
                                          </p:val>
                                        </p:tav>
                                      </p:tavLst>
                                    </p:anim>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98"/>
                                        </p:tgtEl>
                                        <p:attrNameLst>
                                          <p:attrName>style.visibility</p:attrName>
                                        </p:attrNameLst>
                                      </p:cBhvr>
                                      <p:to>
                                        <p:strVal val="visible"/>
                                      </p:to>
                                    </p:set>
                                    <p:animEffect transition="in" filter="wipe(left)">
                                      <p:cBhvr>
                                        <p:cTn id="33" dur="300"/>
                                        <p:tgtEl>
                                          <p:spTgt spid="98"/>
                                        </p:tgtEl>
                                      </p:cBhvr>
                                    </p:animEffect>
                                  </p:childTnLst>
                                </p:cTn>
                              </p:par>
                            </p:childTnLst>
                          </p:cTn>
                        </p:par>
                        <p:par>
                          <p:cTn id="34" fill="hold">
                            <p:stCondLst>
                              <p:cond delay="800"/>
                            </p:stCondLst>
                            <p:childTnLst>
                              <p:par>
                                <p:cTn id="35" presetID="12" presetClass="entr" presetSubtype="4" fill="hold" grpId="0" nodeType="afterEffect">
                                  <p:stCondLst>
                                    <p:cond delay="0"/>
                                  </p:stCondLst>
                                  <p:childTnLst>
                                    <p:set>
                                      <p:cBhvr>
                                        <p:cTn id="36" dur="1" fill="hold">
                                          <p:stCondLst>
                                            <p:cond delay="0"/>
                                          </p:stCondLst>
                                        </p:cTn>
                                        <p:tgtEl>
                                          <p:spTgt spid="69"/>
                                        </p:tgtEl>
                                        <p:attrNameLst>
                                          <p:attrName>style.visibility</p:attrName>
                                        </p:attrNameLst>
                                      </p:cBhvr>
                                      <p:to>
                                        <p:strVal val="visible"/>
                                      </p:to>
                                    </p:set>
                                    <p:anim calcmode="lin" valueType="num">
                                      <p:cBhvr additive="base">
                                        <p:cTn id="37" dur="500"/>
                                        <p:tgtEl>
                                          <p:spTgt spid="69"/>
                                        </p:tgtEl>
                                        <p:attrNameLst>
                                          <p:attrName>ppt_y</p:attrName>
                                        </p:attrNameLst>
                                      </p:cBhvr>
                                      <p:tavLst>
                                        <p:tav tm="0">
                                          <p:val>
                                            <p:strVal val="#ppt_y+#ppt_h*1.125000"/>
                                          </p:val>
                                        </p:tav>
                                        <p:tav tm="100000">
                                          <p:val>
                                            <p:strVal val="#ppt_y"/>
                                          </p:val>
                                        </p:tav>
                                      </p:tavLst>
                                    </p:anim>
                                    <p:animEffect transition="in" filter="wipe(up)">
                                      <p:cBhvr>
                                        <p:cTn id="38" dur="500"/>
                                        <p:tgtEl>
                                          <p:spTgt spid="69"/>
                                        </p:tgtEl>
                                      </p:cBhvr>
                                    </p:animEffect>
                                  </p:childTnLst>
                                </p:cTn>
                              </p:par>
                            </p:childTnLst>
                          </p:cTn>
                        </p:par>
                      </p:childTnLst>
                    </p:cTn>
                  </p:par>
                  <p:par>
                    <p:cTn id="39" fill="hold">
                      <p:stCondLst>
                        <p:cond delay="indefinite"/>
                      </p:stCondLst>
                      <p:childTnLst>
                        <p:par>
                          <p:cTn id="40" fill="hold">
                            <p:stCondLst>
                              <p:cond delay="0"/>
                            </p:stCondLst>
                            <p:childTnLst>
                              <p:par>
                                <p:cTn id="41" presetID="45" presetClass="entr" presetSubtype="0" fill="hold" nodeType="clickEffect">
                                  <p:stCondLst>
                                    <p:cond delay="0"/>
                                  </p:stCondLst>
                                  <p:childTnLst>
                                    <p:set>
                                      <p:cBhvr>
                                        <p:cTn id="42" dur="1" fill="hold">
                                          <p:stCondLst>
                                            <p:cond delay="0"/>
                                          </p:stCondLst>
                                        </p:cTn>
                                        <p:tgtEl>
                                          <p:spTgt spid="102"/>
                                        </p:tgtEl>
                                        <p:attrNameLst>
                                          <p:attrName>style.visibility</p:attrName>
                                        </p:attrNameLst>
                                      </p:cBhvr>
                                      <p:to>
                                        <p:strVal val="visible"/>
                                      </p:to>
                                    </p:set>
                                    <p:animEffect transition="in" filter="fade">
                                      <p:cBhvr>
                                        <p:cTn id="43" dur="500"/>
                                        <p:tgtEl>
                                          <p:spTgt spid="102"/>
                                        </p:tgtEl>
                                      </p:cBhvr>
                                    </p:animEffect>
                                    <p:anim calcmode="lin" valueType="num">
                                      <p:cBhvr>
                                        <p:cTn id="44" dur="500" fill="hold"/>
                                        <p:tgtEl>
                                          <p:spTgt spid="102"/>
                                        </p:tgtEl>
                                        <p:attrNameLst>
                                          <p:attrName>ppt_w</p:attrName>
                                        </p:attrNameLst>
                                      </p:cBhvr>
                                      <p:tavLst>
                                        <p:tav tm="0" fmla="#ppt_w*sin(2.5*pi*$)">
                                          <p:val>
                                            <p:fltVal val="0"/>
                                          </p:val>
                                        </p:tav>
                                        <p:tav tm="100000">
                                          <p:val>
                                            <p:fltVal val="1"/>
                                          </p:val>
                                        </p:tav>
                                      </p:tavLst>
                                    </p:anim>
                                    <p:anim calcmode="lin" valueType="num">
                                      <p:cBhvr>
                                        <p:cTn id="45" dur="500" fill="hold"/>
                                        <p:tgtEl>
                                          <p:spTgt spid="102"/>
                                        </p:tgtEl>
                                        <p:attrNameLst>
                                          <p:attrName>ppt_h</p:attrName>
                                        </p:attrNameLst>
                                      </p:cBhvr>
                                      <p:tavLst>
                                        <p:tav tm="0">
                                          <p:val>
                                            <p:strVal val="#ppt_h"/>
                                          </p:val>
                                        </p:tav>
                                        <p:tav tm="100000">
                                          <p:val>
                                            <p:strVal val="#ppt_h"/>
                                          </p:val>
                                        </p:tav>
                                      </p:tavLst>
                                    </p:anim>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99"/>
                                        </p:tgtEl>
                                        <p:attrNameLst>
                                          <p:attrName>style.visibility</p:attrName>
                                        </p:attrNameLst>
                                      </p:cBhvr>
                                      <p:to>
                                        <p:strVal val="visible"/>
                                      </p:to>
                                    </p:set>
                                    <p:animEffect transition="in" filter="wipe(left)">
                                      <p:cBhvr>
                                        <p:cTn id="49" dur="300"/>
                                        <p:tgtEl>
                                          <p:spTgt spid="99"/>
                                        </p:tgtEl>
                                      </p:cBhvr>
                                    </p:animEffect>
                                  </p:childTnLst>
                                </p:cTn>
                              </p:par>
                            </p:childTnLst>
                          </p:cTn>
                        </p:par>
                        <p:par>
                          <p:cTn id="50" fill="hold">
                            <p:stCondLst>
                              <p:cond delay="800"/>
                            </p:stCondLst>
                            <p:childTnLst>
                              <p:par>
                                <p:cTn id="51" presetID="12" presetClass="entr" presetSubtype="4" fill="hold" grpId="0" nodeType="afterEffect">
                                  <p:stCondLst>
                                    <p:cond delay="0"/>
                                  </p:stCondLst>
                                  <p:childTnLst>
                                    <p:set>
                                      <p:cBhvr>
                                        <p:cTn id="52" dur="1" fill="hold">
                                          <p:stCondLst>
                                            <p:cond delay="0"/>
                                          </p:stCondLst>
                                        </p:cTn>
                                        <p:tgtEl>
                                          <p:spTgt spid="101"/>
                                        </p:tgtEl>
                                        <p:attrNameLst>
                                          <p:attrName>style.visibility</p:attrName>
                                        </p:attrNameLst>
                                      </p:cBhvr>
                                      <p:to>
                                        <p:strVal val="visible"/>
                                      </p:to>
                                    </p:set>
                                    <p:anim calcmode="lin" valueType="num">
                                      <p:cBhvr additive="base">
                                        <p:cTn id="53" dur="500"/>
                                        <p:tgtEl>
                                          <p:spTgt spid="101"/>
                                        </p:tgtEl>
                                        <p:attrNameLst>
                                          <p:attrName>ppt_y</p:attrName>
                                        </p:attrNameLst>
                                      </p:cBhvr>
                                      <p:tavLst>
                                        <p:tav tm="0">
                                          <p:val>
                                            <p:strVal val="#ppt_y+#ppt_h*1.125000"/>
                                          </p:val>
                                        </p:tav>
                                        <p:tav tm="100000">
                                          <p:val>
                                            <p:strVal val="#ppt_y"/>
                                          </p:val>
                                        </p:tav>
                                      </p:tavLst>
                                    </p:anim>
                                    <p:animEffect transition="in" filter="wipe(up)">
                                      <p:cBhvr>
                                        <p:cTn id="54" dur="500"/>
                                        <p:tgtEl>
                                          <p:spTgt spid="101"/>
                                        </p:tgtEl>
                                      </p:cBhvr>
                                    </p:animEffect>
                                  </p:childTnLst>
                                </p:cTn>
                              </p:par>
                            </p:childTnLst>
                          </p:cTn>
                        </p:par>
                        <p:par>
                          <p:cTn id="55" fill="hold">
                            <p:stCondLst>
                              <p:cond delay="1300"/>
                            </p:stCondLst>
                            <p:childTnLst>
                              <p:par>
                                <p:cTn id="56" presetID="16" presetClass="entr" presetSubtype="42" fill="hold" nodeType="afterEffect">
                                  <p:stCondLst>
                                    <p:cond delay="0"/>
                                  </p:stCondLst>
                                  <p:childTnLst>
                                    <p:set>
                                      <p:cBhvr>
                                        <p:cTn id="57" dur="1" fill="hold">
                                          <p:stCondLst>
                                            <p:cond delay="0"/>
                                          </p:stCondLst>
                                        </p:cTn>
                                        <p:tgtEl>
                                          <p:spTgt spid="105"/>
                                        </p:tgtEl>
                                        <p:attrNameLst>
                                          <p:attrName>style.visibility</p:attrName>
                                        </p:attrNameLst>
                                      </p:cBhvr>
                                      <p:to>
                                        <p:strVal val="visible"/>
                                      </p:to>
                                    </p:set>
                                    <p:animEffect transition="in" filter="barn(outHorizontal)">
                                      <p:cBhvr>
                                        <p:cTn id="58" dur="300"/>
                                        <p:tgtEl>
                                          <p:spTgt spid="105"/>
                                        </p:tgtEl>
                                      </p:cBhvr>
                                    </p:animEffect>
                                  </p:childTnLst>
                                </p:cTn>
                              </p:par>
                            </p:childTnLst>
                          </p:cTn>
                        </p:par>
                        <p:par>
                          <p:cTn id="59" fill="hold">
                            <p:stCondLst>
                              <p:cond delay="1600"/>
                            </p:stCondLst>
                            <p:childTnLst>
                              <p:par>
                                <p:cTn id="60" presetID="16" presetClass="entr" presetSubtype="42" fill="hold" nodeType="afterEffect">
                                  <p:stCondLst>
                                    <p:cond delay="0"/>
                                  </p:stCondLst>
                                  <p:childTnLst>
                                    <p:set>
                                      <p:cBhvr>
                                        <p:cTn id="61" dur="1" fill="hold">
                                          <p:stCondLst>
                                            <p:cond delay="0"/>
                                          </p:stCondLst>
                                        </p:cTn>
                                        <p:tgtEl>
                                          <p:spTgt spid="106"/>
                                        </p:tgtEl>
                                        <p:attrNameLst>
                                          <p:attrName>style.visibility</p:attrName>
                                        </p:attrNameLst>
                                      </p:cBhvr>
                                      <p:to>
                                        <p:strVal val="visible"/>
                                      </p:to>
                                    </p:set>
                                    <p:animEffect transition="in" filter="barn(outHorizontal)">
                                      <p:cBhvr>
                                        <p:cTn id="62" dur="300"/>
                                        <p:tgtEl>
                                          <p:spTgt spid="106"/>
                                        </p:tgtEl>
                                      </p:cBhvr>
                                    </p:animEffect>
                                  </p:childTnLst>
                                </p:cTn>
                              </p:par>
                            </p:childTnLst>
                          </p:cTn>
                        </p:par>
                        <p:par>
                          <p:cTn id="63" fill="hold">
                            <p:stCondLst>
                              <p:cond delay="1900"/>
                            </p:stCondLst>
                            <p:childTnLst>
                              <p:par>
                                <p:cTn id="64" presetID="16" presetClass="entr" presetSubtype="42" fill="hold" nodeType="afterEffect">
                                  <p:stCondLst>
                                    <p:cond delay="0"/>
                                  </p:stCondLst>
                                  <p:childTnLst>
                                    <p:set>
                                      <p:cBhvr>
                                        <p:cTn id="65" dur="1" fill="hold">
                                          <p:stCondLst>
                                            <p:cond delay="0"/>
                                          </p:stCondLst>
                                        </p:cTn>
                                        <p:tgtEl>
                                          <p:spTgt spid="107"/>
                                        </p:tgtEl>
                                        <p:attrNameLst>
                                          <p:attrName>style.visibility</p:attrName>
                                        </p:attrNameLst>
                                      </p:cBhvr>
                                      <p:to>
                                        <p:strVal val="visible"/>
                                      </p:to>
                                    </p:set>
                                    <p:animEffect transition="in" filter="barn(outHorizontal)">
                                      <p:cBhvr>
                                        <p:cTn id="66" dur="300"/>
                                        <p:tgtEl>
                                          <p:spTgt spid="107"/>
                                        </p:tgtEl>
                                      </p:cBhvr>
                                    </p:animEffect>
                                  </p:childTnLst>
                                </p:cTn>
                              </p:par>
                            </p:childTnLst>
                          </p:cTn>
                        </p:par>
                      </p:childTnLst>
                    </p:cTn>
                  </p:par>
                  <p:par>
                    <p:cTn id="67" fill="hold">
                      <p:stCondLst>
                        <p:cond delay="indefinite"/>
                      </p:stCondLst>
                      <p:childTnLst>
                        <p:par>
                          <p:cTn id="68" fill="hold">
                            <p:stCondLst>
                              <p:cond delay="0"/>
                            </p:stCondLst>
                            <p:childTnLst>
                              <p:par>
                                <p:cTn id="69" presetID="45" presetClass="entr" presetSubtype="0" fill="hold" nodeType="clickEffect">
                                  <p:stCondLst>
                                    <p:cond delay="0"/>
                                  </p:stCondLst>
                                  <p:childTnLst>
                                    <p:set>
                                      <p:cBhvr>
                                        <p:cTn id="70" dur="1" fill="hold">
                                          <p:stCondLst>
                                            <p:cond delay="0"/>
                                          </p:stCondLst>
                                        </p:cTn>
                                        <p:tgtEl>
                                          <p:spTgt spid="77"/>
                                        </p:tgtEl>
                                        <p:attrNameLst>
                                          <p:attrName>style.visibility</p:attrName>
                                        </p:attrNameLst>
                                      </p:cBhvr>
                                      <p:to>
                                        <p:strVal val="visible"/>
                                      </p:to>
                                    </p:set>
                                    <p:animEffect transition="in" filter="fade">
                                      <p:cBhvr>
                                        <p:cTn id="71" dur="500"/>
                                        <p:tgtEl>
                                          <p:spTgt spid="77"/>
                                        </p:tgtEl>
                                      </p:cBhvr>
                                    </p:animEffect>
                                    <p:anim calcmode="lin" valueType="num">
                                      <p:cBhvr>
                                        <p:cTn id="72" dur="500" fill="hold"/>
                                        <p:tgtEl>
                                          <p:spTgt spid="77"/>
                                        </p:tgtEl>
                                        <p:attrNameLst>
                                          <p:attrName>ppt_w</p:attrName>
                                        </p:attrNameLst>
                                      </p:cBhvr>
                                      <p:tavLst>
                                        <p:tav tm="0" fmla="#ppt_w*sin(2.5*pi*$)">
                                          <p:val>
                                            <p:fltVal val="0"/>
                                          </p:val>
                                        </p:tav>
                                        <p:tav tm="100000">
                                          <p:val>
                                            <p:fltVal val="1"/>
                                          </p:val>
                                        </p:tav>
                                      </p:tavLst>
                                    </p:anim>
                                    <p:anim calcmode="lin" valueType="num">
                                      <p:cBhvr>
                                        <p:cTn id="73" dur="500" fill="hold"/>
                                        <p:tgtEl>
                                          <p:spTgt spid="77"/>
                                        </p:tgtEl>
                                        <p:attrNameLst>
                                          <p:attrName>ppt_h</p:attrName>
                                        </p:attrNameLst>
                                      </p:cBhvr>
                                      <p:tavLst>
                                        <p:tav tm="0">
                                          <p:val>
                                            <p:strVal val="#ppt_h"/>
                                          </p:val>
                                        </p:tav>
                                        <p:tav tm="100000">
                                          <p:val>
                                            <p:strVal val="#ppt_h"/>
                                          </p:val>
                                        </p:tav>
                                      </p:tavLst>
                                    </p:anim>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100"/>
                                        </p:tgtEl>
                                        <p:attrNameLst>
                                          <p:attrName>style.visibility</p:attrName>
                                        </p:attrNameLst>
                                      </p:cBhvr>
                                      <p:to>
                                        <p:strVal val="visible"/>
                                      </p:to>
                                    </p:set>
                                    <p:animEffect transition="in" filter="wipe(left)">
                                      <p:cBhvr>
                                        <p:cTn id="77" dur="300"/>
                                        <p:tgtEl>
                                          <p:spTgt spid="100"/>
                                        </p:tgtEl>
                                      </p:cBhvr>
                                    </p:animEffect>
                                  </p:childTnLst>
                                </p:cTn>
                              </p:par>
                            </p:childTnLst>
                          </p:cTn>
                        </p:par>
                        <p:par>
                          <p:cTn id="78" fill="hold">
                            <p:stCondLst>
                              <p:cond delay="800"/>
                            </p:stCondLst>
                            <p:childTnLst>
                              <p:par>
                                <p:cTn id="79" presetID="12" presetClass="entr" presetSubtype="4" fill="hold" grpId="0" nodeType="afterEffect">
                                  <p:stCondLst>
                                    <p:cond delay="0"/>
                                  </p:stCondLst>
                                  <p:childTnLst>
                                    <p:set>
                                      <p:cBhvr>
                                        <p:cTn id="80" dur="1" fill="hold">
                                          <p:stCondLst>
                                            <p:cond delay="0"/>
                                          </p:stCondLst>
                                        </p:cTn>
                                        <p:tgtEl>
                                          <p:spTgt spid="70"/>
                                        </p:tgtEl>
                                        <p:attrNameLst>
                                          <p:attrName>style.visibility</p:attrName>
                                        </p:attrNameLst>
                                      </p:cBhvr>
                                      <p:to>
                                        <p:strVal val="visible"/>
                                      </p:to>
                                    </p:set>
                                    <p:anim calcmode="lin" valueType="num">
                                      <p:cBhvr additive="base">
                                        <p:cTn id="81" dur="500"/>
                                        <p:tgtEl>
                                          <p:spTgt spid="70"/>
                                        </p:tgtEl>
                                        <p:attrNameLst>
                                          <p:attrName>ppt_y</p:attrName>
                                        </p:attrNameLst>
                                      </p:cBhvr>
                                      <p:tavLst>
                                        <p:tav tm="0">
                                          <p:val>
                                            <p:strVal val="#ppt_y+#ppt_h*1.125000"/>
                                          </p:val>
                                        </p:tav>
                                        <p:tav tm="100000">
                                          <p:val>
                                            <p:strVal val="#ppt_y"/>
                                          </p:val>
                                        </p:tav>
                                      </p:tavLst>
                                    </p:anim>
                                    <p:animEffect transition="in" filter="wipe(up)">
                                      <p:cBhvr>
                                        <p:cTn id="82"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9" grpId="0"/>
      <p:bldP spid="70" grpId="0"/>
      <p:bldP spid="71" grpId="0"/>
      <p:bldP spid="10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文本框 24"/>
          <p:cNvSpPr txBox="1">
            <a:spLocks noChangeArrowheads="1"/>
          </p:cNvSpPr>
          <p:nvPr>
            <p:custDataLst>
              <p:tags r:id="rId2"/>
            </p:custDataLst>
          </p:nvPr>
        </p:nvSpPr>
        <p:spPr bwMode="auto">
          <a:xfrm>
            <a:off x="1647825" y="3213100"/>
            <a:ext cx="698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4800" dirty="0">
                <a:solidFill>
                  <a:schemeClr val="accent2"/>
                </a:solidFill>
                <a:latin typeface="微软雅黑" pitchFamily="34" charset="-122"/>
                <a:ea typeface="微软雅黑" pitchFamily="34" charset="-122"/>
              </a:rPr>
              <a:t>第</a:t>
            </a:r>
          </a:p>
        </p:txBody>
      </p:sp>
      <p:sp>
        <p:nvSpPr>
          <p:cNvPr id="2051" name="文本框 25"/>
          <p:cNvSpPr txBox="1">
            <a:spLocks noChangeArrowheads="1"/>
          </p:cNvSpPr>
          <p:nvPr>
            <p:custDataLst>
              <p:tags r:id="rId3"/>
            </p:custDataLst>
          </p:nvPr>
        </p:nvSpPr>
        <p:spPr bwMode="auto">
          <a:xfrm>
            <a:off x="3341688" y="1878013"/>
            <a:ext cx="11064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5400" dirty="0">
                <a:solidFill>
                  <a:schemeClr val="accent2"/>
                </a:solidFill>
                <a:latin typeface="微软雅黑" pitchFamily="34" charset="-122"/>
                <a:ea typeface="微软雅黑" pitchFamily="34" charset="-122"/>
              </a:rPr>
              <a:t>章</a:t>
            </a:r>
          </a:p>
        </p:txBody>
      </p:sp>
      <p:sp>
        <p:nvSpPr>
          <p:cNvPr id="27" name="文本框 26"/>
          <p:cNvSpPr txBox="1"/>
          <p:nvPr>
            <p:custDataLst>
              <p:tags r:id="rId4"/>
            </p:custDataLst>
          </p:nvPr>
        </p:nvSpPr>
        <p:spPr>
          <a:xfrm>
            <a:off x="3616325" y="3527425"/>
            <a:ext cx="3722688" cy="571500"/>
          </a:xfrm>
          <a:prstGeom prst="rect">
            <a:avLst/>
          </a:prstGeom>
          <a:noFill/>
        </p:spPr>
        <p:txBody>
          <a:bodyPr/>
          <a:lstStyle/>
          <a:p>
            <a:pPr algn="ctr" eaLnBrk="1" fontAlgn="auto" hangingPunct="1">
              <a:lnSpc>
                <a:spcPct val="130000"/>
              </a:lnSpc>
              <a:spcBef>
                <a:spcPts val="0"/>
              </a:spcBef>
              <a:spcAft>
                <a:spcPts val="0"/>
              </a:spcAft>
              <a:defRPr/>
            </a:pPr>
            <a:r>
              <a:rPr lang="zh-CN" altLang="en-US" sz="2400" dirty="0" smtClean="0">
                <a:solidFill>
                  <a:schemeClr val="tx1">
                    <a:lumMod val="50000"/>
                    <a:lumOff val="50000"/>
                  </a:schemeClr>
                </a:solidFill>
                <a:latin typeface="微软雅黑" pitchFamily="34" charset="-122"/>
                <a:ea typeface="微软雅黑" pitchFamily="34" charset="-122"/>
              </a:rPr>
              <a:t>合作经历</a:t>
            </a:r>
            <a:endParaRPr lang="zh-CN" altLang="en-US" sz="2400" dirty="0">
              <a:solidFill>
                <a:schemeClr val="tx1">
                  <a:lumMod val="50000"/>
                  <a:lumOff val="50000"/>
                </a:schemeClr>
              </a:solidFill>
              <a:latin typeface="微软雅黑" pitchFamily="34" charset="-122"/>
              <a:ea typeface="微软雅黑" pitchFamily="34" charset="-122"/>
            </a:endParaRPr>
          </a:p>
        </p:txBody>
      </p:sp>
      <p:grpSp>
        <p:nvGrpSpPr>
          <p:cNvPr id="2053" name="组合 27"/>
          <p:cNvGrpSpPr>
            <a:grpSpLocks/>
          </p:cNvGrpSpPr>
          <p:nvPr>
            <p:custDataLst>
              <p:tags r:id="rId5"/>
            </p:custDataLst>
          </p:nvPr>
        </p:nvGrpSpPr>
        <p:grpSpPr bwMode="auto">
          <a:xfrm>
            <a:off x="2230438" y="2232025"/>
            <a:ext cx="1255712" cy="1335088"/>
            <a:chOff x="2027513" y="2778845"/>
            <a:chExt cx="813578" cy="865200"/>
          </a:xfrm>
        </p:grpSpPr>
        <p:sp>
          <p:nvSpPr>
            <p:cNvPr id="29" name="椭圆 28"/>
            <p:cNvSpPr/>
            <p:nvPr/>
          </p:nvSpPr>
          <p:spPr>
            <a:xfrm>
              <a:off x="2200308" y="2938305"/>
              <a:ext cx="466959" cy="467064"/>
            </a:xfrm>
            <a:prstGeom prst="ellipse">
              <a:avLst/>
            </a:prstGeom>
            <a:no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altLang="zh-CN" sz="8000" kern="0" dirty="0">
                  <a:solidFill>
                    <a:schemeClr val="accent1"/>
                  </a:solidFill>
                  <a:latin typeface="微软雅黑" pitchFamily="34" charset="-122"/>
                  <a:ea typeface="微软雅黑" pitchFamily="34" charset="-122"/>
                </a:rPr>
                <a:t>5</a:t>
              </a:r>
              <a:endParaRPr lang="zh-CN" altLang="en-US" sz="8000" kern="0" dirty="0">
                <a:solidFill>
                  <a:schemeClr val="accent1"/>
                </a:solidFill>
                <a:latin typeface="微软雅黑" pitchFamily="34" charset="-122"/>
                <a:ea typeface="微软雅黑" pitchFamily="34" charset="-122"/>
              </a:endParaRPr>
            </a:p>
          </p:txBody>
        </p:sp>
        <p:sp>
          <p:nvSpPr>
            <p:cNvPr id="30" name="Freeform 9"/>
            <p:cNvSpPr>
              <a:spLocks/>
            </p:cNvSpPr>
            <p:nvPr/>
          </p:nvSpPr>
          <p:spPr bwMode="auto">
            <a:xfrm>
              <a:off x="2027513" y="2778845"/>
              <a:ext cx="813578" cy="865200"/>
            </a:xfrm>
            <a:custGeom>
              <a:avLst/>
              <a:gdLst>
                <a:gd name="T0" fmla="*/ 66 w 788"/>
                <a:gd name="T1" fmla="*/ 471 h 838"/>
                <a:gd name="T2" fmla="*/ 122 w 788"/>
                <a:gd name="T3" fmla="*/ 470 h 838"/>
                <a:gd name="T4" fmla="*/ 29 w 788"/>
                <a:gd name="T5" fmla="*/ 524 h 838"/>
                <a:gd name="T6" fmla="*/ 26 w 788"/>
                <a:gd name="T7" fmla="*/ 592 h 838"/>
                <a:gd name="T8" fmla="*/ 659 w 788"/>
                <a:gd name="T9" fmla="*/ 573 h 838"/>
                <a:gd name="T10" fmla="*/ 55 w 788"/>
                <a:gd name="T11" fmla="*/ 663 h 838"/>
                <a:gd name="T12" fmla="*/ 51 w 788"/>
                <a:gd name="T13" fmla="*/ 632 h 838"/>
                <a:gd name="T14" fmla="*/ 492 w 788"/>
                <a:gd name="T15" fmla="*/ 775 h 838"/>
                <a:gd name="T16" fmla="*/ 392 w 788"/>
                <a:gd name="T17" fmla="*/ 778 h 838"/>
                <a:gd name="T18" fmla="*/ 757 w 788"/>
                <a:gd name="T19" fmla="*/ 248 h 838"/>
                <a:gd name="T20" fmla="*/ 656 w 788"/>
                <a:gd name="T21" fmla="*/ 116 h 838"/>
                <a:gd name="T22" fmla="*/ 486 w 788"/>
                <a:gd name="T23" fmla="*/ 10 h 838"/>
                <a:gd name="T24" fmla="*/ 220 w 788"/>
                <a:gd name="T25" fmla="*/ 53 h 838"/>
                <a:gd name="T26" fmla="*/ 101 w 788"/>
                <a:gd name="T27" fmla="*/ 153 h 838"/>
                <a:gd name="T28" fmla="*/ 58 w 788"/>
                <a:gd name="T29" fmla="*/ 236 h 838"/>
                <a:gd name="T30" fmla="*/ 34 w 788"/>
                <a:gd name="T31" fmla="*/ 315 h 838"/>
                <a:gd name="T32" fmla="*/ 3 w 788"/>
                <a:gd name="T33" fmla="*/ 436 h 838"/>
                <a:gd name="T34" fmla="*/ 23 w 788"/>
                <a:gd name="T35" fmla="*/ 502 h 838"/>
                <a:gd name="T36" fmla="*/ 45 w 788"/>
                <a:gd name="T37" fmla="*/ 489 h 838"/>
                <a:gd name="T38" fmla="*/ 53 w 788"/>
                <a:gd name="T39" fmla="*/ 463 h 838"/>
                <a:gd name="T40" fmla="*/ 60 w 788"/>
                <a:gd name="T41" fmla="*/ 401 h 838"/>
                <a:gd name="T42" fmla="*/ 63 w 788"/>
                <a:gd name="T43" fmla="*/ 312 h 838"/>
                <a:gd name="T44" fmla="*/ 105 w 788"/>
                <a:gd name="T45" fmla="*/ 187 h 838"/>
                <a:gd name="T46" fmla="*/ 159 w 788"/>
                <a:gd name="T47" fmla="*/ 111 h 838"/>
                <a:gd name="T48" fmla="*/ 404 w 788"/>
                <a:gd name="T49" fmla="*/ 53 h 838"/>
                <a:gd name="T50" fmla="*/ 600 w 788"/>
                <a:gd name="T51" fmla="*/ 151 h 838"/>
                <a:gd name="T52" fmla="*/ 616 w 788"/>
                <a:gd name="T53" fmla="*/ 222 h 838"/>
                <a:gd name="T54" fmla="*/ 536 w 788"/>
                <a:gd name="T55" fmla="*/ 177 h 838"/>
                <a:gd name="T56" fmla="*/ 579 w 788"/>
                <a:gd name="T57" fmla="*/ 227 h 838"/>
                <a:gd name="T58" fmla="*/ 667 w 788"/>
                <a:gd name="T59" fmla="*/ 320 h 838"/>
                <a:gd name="T60" fmla="*/ 613 w 788"/>
                <a:gd name="T61" fmla="*/ 273 h 838"/>
                <a:gd name="T62" fmla="*/ 574 w 788"/>
                <a:gd name="T63" fmla="*/ 273 h 838"/>
                <a:gd name="T64" fmla="*/ 692 w 788"/>
                <a:gd name="T65" fmla="*/ 431 h 838"/>
                <a:gd name="T66" fmla="*/ 679 w 788"/>
                <a:gd name="T67" fmla="*/ 558 h 838"/>
                <a:gd name="T68" fmla="*/ 555 w 788"/>
                <a:gd name="T69" fmla="*/ 688 h 838"/>
                <a:gd name="T70" fmla="*/ 423 w 788"/>
                <a:gd name="T71" fmla="*/ 721 h 838"/>
                <a:gd name="T72" fmla="*/ 248 w 788"/>
                <a:gd name="T73" fmla="*/ 682 h 838"/>
                <a:gd name="T74" fmla="*/ 101 w 788"/>
                <a:gd name="T75" fmla="*/ 537 h 838"/>
                <a:gd name="T76" fmla="*/ 108 w 788"/>
                <a:gd name="T77" fmla="*/ 618 h 838"/>
                <a:gd name="T78" fmla="*/ 125 w 788"/>
                <a:gd name="T79" fmla="*/ 666 h 838"/>
                <a:gd name="T80" fmla="*/ 153 w 788"/>
                <a:gd name="T81" fmla="*/ 693 h 838"/>
                <a:gd name="T82" fmla="*/ 190 w 788"/>
                <a:gd name="T83" fmla="*/ 714 h 838"/>
                <a:gd name="T84" fmla="*/ 211 w 788"/>
                <a:gd name="T85" fmla="*/ 685 h 838"/>
                <a:gd name="T86" fmla="*/ 243 w 788"/>
                <a:gd name="T87" fmla="*/ 732 h 838"/>
                <a:gd name="T88" fmla="*/ 299 w 788"/>
                <a:gd name="T89" fmla="*/ 769 h 838"/>
                <a:gd name="T90" fmla="*/ 384 w 788"/>
                <a:gd name="T91" fmla="*/ 758 h 838"/>
                <a:gd name="T92" fmla="*/ 428 w 788"/>
                <a:gd name="T93" fmla="*/ 750 h 838"/>
                <a:gd name="T94" fmla="*/ 492 w 788"/>
                <a:gd name="T95" fmla="*/ 754 h 838"/>
                <a:gd name="T96" fmla="*/ 573 w 788"/>
                <a:gd name="T97" fmla="*/ 733 h 838"/>
                <a:gd name="T98" fmla="*/ 716 w 788"/>
                <a:gd name="T99" fmla="*/ 594 h 838"/>
                <a:gd name="T100" fmla="*/ 743 w 788"/>
                <a:gd name="T101" fmla="*/ 614 h 838"/>
                <a:gd name="T102" fmla="*/ 769 w 788"/>
                <a:gd name="T103" fmla="*/ 505 h 838"/>
                <a:gd name="T104" fmla="*/ 114 w 788"/>
                <a:gd name="T105" fmla="*/ 640 h 838"/>
                <a:gd name="T106" fmla="*/ 209 w 788"/>
                <a:gd name="T107" fmla="*/ 674 h 838"/>
                <a:gd name="T108" fmla="*/ 211 w 788"/>
                <a:gd name="T109" fmla="*/ 671 h 838"/>
                <a:gd name="T110" fmla="*/ 341 w 788"/>
                <a:gd name="T111" fmla="*/ 741 h 838"/>
                <a:gd name="T112" fmla="*/ 80 w 788"/>
                <a:gd name="T113" fmla="*/ 510 h 838"/>
                <a:gd name="T114" fmla="*/ 145 w 788"/>
                <a:gd name="T115" fmla="*/ 759 h 838"/>
                <a:gd name="T116" fmla="*/ 158 w 788"/>
                <a:gd name="T117" fmla="*/ 783 h 838"/>
                <a:gd name="T118" fmla="*/ 244 w 788"/>
                <a:gd name="T119" fmla="*/ 827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88" h="838">
                  <a:moveTo>
                    <a:pt x="0" y="207"/>
                  </a:moveTo>
                  <a:lnTo>
                    <a:pt x="0" y="207"/>
                  </a:lnTo>
                  <a:lnTo>
                    <a:pt x="2" y="209"/>
                  </a:lnTo>
                  <a:lnTo>
                    <a:pt x="5" y="212"/>
                  </a:lnTo>
                  <a:lnTo>
                    <a:pt x="10" y="212"/>
                  </a:lnTo>
                  <a:lnTo>
                    <a:pt x="14" y="212"/>
                  </a:lnTo>
                  <a:lnTo>
                    <a:pt x="14" y="212"/>
                  </a:lnTo>
                  <a:lnTo>
                    <a:pt x="14" y="211"/>
                  </a:lnTo>
                  <a:lnTo>
                    <a:pt x="14" y="207"/>
                  </a:lnTo>
                  <a:lnTo>
                    <a:pt x="10" y="204"/>
                  </a:lnTo>
                  <a:lnTo>
                    <a:pt x="6" y="203"/>
                  </a:lnTo>
                  <a:lnTo>
                    <a:pt x="3" y="203"/>
                  </a:lnTo>
                  <a:lnTo>
                    <a:pt x="2" y="204"/>
                  </a:lnTo>
                  <a:lnTo>
                    <a:pt x="0" y="207"/>
                  </a:lnTo>
                  <a:lnTo>
                    <a:pt x="0" y="207"/>
                  </a:lnTo>
                  <a:close/>
                  <a:moveTo>
                    <a:pt x="66" y="471"/>
                  </a:moveTo>
                  <a:lnTo>
                    <a:pt x="66" y="471"/>
                  </a:lnTo>
                  <a:lnTo>
                    <a:pt x="68" y="468"/>
                  </a:lnTo>
                  <a:lnTo>
                    <a:pt x="66" y="465"/>
                  </a:lnTo>
                  <a:lnTo>
                    <a:pt x="64" y="465"/>
                  </a:lnTo>
                  <a:lnTo>
                    <a:pt x="64" y="465"/>
                  </a:lnTo>
                  <a:lnTo>
                    <a:pt x="64" y="470"/>
                  </a:lnTo>
                  <a:lnTo>
                    <a:pt x="64" y="471"/>
                  </a:lnTo>
                  <a:lnTo>
                    <a:pt x="66" y="471"/>
                  </a:lnTo>
                  <a:lnTo>
                    <a:pt x="66" y="471"/>
                  </a:lnTo>
                  <a:close/>
                  <a:moveTo>
                    <a:pt x="125" y="470"/>
                  </a:moveTo>
                  <a:lnTo>
                    <a:pt x="125" y="466"/>
                  </a:lnTo>
                  <a:lnTo>
                    <a:pt x="125" y="466"/>
                  </a:lnTo>
                  <a:lnTo>
                    <a:pt x="124" y="466"/>
                  </a:lnTo>
                  <a:lnTo>
                    <a:pt x="122" y="466"/>
                  </a:lnTo>
                  <a:lnTo>
                    <a:pt x="121" y="465"/>
                  </a:lnTo>
                  <a:lnTo>
                    <a:pt x="121" y="465"/>
                  </a:lnTo>
                  <a:lnTo>
                    <a:pt x="121" y="468"/>
                  </a:lnTo>
                  <a:lnTo>
                    <a:pt x="122" y="470"/>
                  </a:lnTo>
                  <a:lnTo>
                    <a:pt x="124" y="471"/>
                  </a:lnTo>
                  <a:lnTo>
                    <a:pt x="125" y="470"/>
                  </a:lnTo>
                  <a:lnTo>
                    <a:pt x="125" y="470"/>
                  </a:lnTo>
                  <a:close/>
                  <a:moveTo>
                    <a:pt x="24" y="550"/>
                  </a:moveTo>
                  <a:lnTo>
                    <a:pt x="24" y="550"/>
                  </a:lnTo>
                  <a:lnTo>
                    <a:pt x="26" y="550"/>
                  </a:lnTo>
                  <a:lnTo>
                    <a:pt x="27" y="548"/>
                  </a:lnTo>
                  <a:lnTo>
                    <a:pt x="27" y="548"/>
                  </a:lnTo>
                  <a:lnTo>
                    <a:pt x="27" y="542"/>
                  </a:lnTo>
                  <a:lnTo>
                    <a:pt x="27" y="534"/>
                  </a:lnTo>
                  <a:lnTo>
                    <a:pt x="26" y="528"/>
                  </a:lnTo>
                  <a:lnTo>
                    <a:pt x="21" y="523"/>
                  </a:lnTo>
                  <a:lnTo>
                    <a:pt x="21" y="523"/>
                  </a:lnTo>
                  <a:lnTo>
                    <a:pt x="23" y="523"/>
                  </a:lnTo>
                  <a:lnTo>
                    <a:pt x="24" y="524"/>
                  </a:lnTo>
                  <a:lnTo>
                    <a:pt x="26" y="526"/>
                  </a:lnTo>
                  <a:lnTo>
                    <a:pt x="29" y="524"/>
                  </a:lnTo>
                  <a:lnTo>
                    <a:pt x="29" y="524"/>
                  </a:lnTo>
                  <a:lnTo>
                    <a:pt x="27" y="521"/>
                  </a:lnTo>
                  <a:lnTo>
                    <a:pt x="26" y="518"/>
                  </a:lnTo>
                  <a:lnTo>
                    <a:pt x="23" y="516"/>
                  </a:lnTo>
                  <a:lnTo>
                    <a:pt x="18" y="516"/>
                  </a:lnTo>
                  <a:lnTo>
                    <a:pt x="18" y="516"/>
                  </a:lnTo>
                  <a:lnTo>
                    <a:pt x="18" y="513"/>
                  </a:lnTo>
                  <a:lnTo>
                    <a:pt x="14" y="511"/>
                  </a:lnTo>
                  <a:lnTo>
                    <a:pt x="13" y="508"/>
                  </a:lnTo>
                  <a:lnTo>
                    <a:pt x="14" y="503"/>
                  </a:lnTo>
                  <a:lnTo>
                    <a:pt x="11" y="503"/>
                  </a:lnTo>
                  <a:lnTo>
                    <a:pt x="11" y="503"/>
                  </a:lnTo>
                  <a:lnTo>
                    <a:pt x="11" y="526"/>
                  </a:lnTo>
                  <a:lnTo>
                    <a:pt x="14" y="548"/>
                  </a:lnTo>
                  <a:lnTo>
                    <a:pt x="19" y="571"/>
                  </a:lnTo>
                  <a:lnTo>
                    <a:pt x="26" y="592"/>
                  </a:lnTo>
                  <a:lnTo>
                    <a:pt x="26" y="592"/>
                  </a:lnTo>
                  <a:lnTo>
                    <a:pt x="31" y="590"/>
                  </a:lnTo>
                  <a:lnTo>
                    <a:pt x="32" y="585"/>
                  </a:lnTo>
                  <a:lnTo>
                    <a:pt x="32" y="581"/>
                  </a:lnTo>
                  <a:lnTo>
                    <a:pt x="31" y="574"/>
                  </a:lnTo>
                  <a:lnTo>
                    <a:pt x="27" y="561"/>
                  </a:lnTo>
                  <a:lnTo>
                    <a:pt x="24" y="550"/>
                  </a:lnTo>
                  <a:lnTo>
                    <a:pt x="24" y="550"/>
                  </a:lnTo>
                  <a:close/>
                  <a:moveTo>
                    <a:pt x="659" y="573"/>
                  </a:moveTo>
                  <a:lnTo>
                    <a:pt x="659" y="573"/>
                  </a:lnTo>
                  <a:lnTo>
                    <a:pt x="658" y="574"/>
                  </a:lnTo>
                  <a:lnTo>
                    <a:pt x="659" y="577"/>
                  </a:lnTo>
                  <a:lnTo>
                    <a:pt x="664" y="577"/>
                  </a:lnTo>
                  <a:lnTo>
                    <a:pt x="664" y="577"/>
                  </a:lnTo>
                  <a:lnTo>
                    <a:pt x="664" y="574"/>
                  </a:lnTo>
                  <a:lnTo>
                    <a:pt x="663" y="573"/>
                  </a:lnTo>
                  <a:lnTo>
                    <a:pt x="659" y="573"/>
                  </a:lnTo>
                  <a:lnTo>
                    <a:pt x="659" y="573"/>
                  </a:lnTo>
                  <a:close/>
                  <a:moveTo>
                    <a:pt x="39" y="611"/>
                  </a:moveTo>
                  <a:lnTo>
                    <a:pt x="39" y="611"/>
                  </a:lnTo>
                  <a:lnTo>
                    <a:pt x="39" y="606"/>
                  </a:lnTo>
                  <a:lnTo>
                    <a:pt x="37" y="602"/>
                  </a:lnTo>
                  <a:lnTo>
                    <a:pt x="32" y="592"/>
                  </a:lnTo>
                  <a:lnTo>
                    <a:pt x="32" y="592"/>
                  </a:lnTo>
                  <a:lnTo>
                    <a:pt x="31" y="594"/>
                  </a:lnTo>
                  <a:lnTo>
                    <a:pt x="27" y="594"/>
                  </a:lnTo>
                  <a:lnTo>
                    <a:pt x="27" y="594"/>
                  </a:lnTo>
                  <a:lnTo>
                    <a:pt x="31" y="603"/>
                  </a:lnTo>
                  <a:lnTo>
                    <a:pt x="32" y="613"/>
                  </a:lnTo>
                  <a:lnTo>
                    <a:pt x="35" y="621"/>
                  </a:lnTo>
                  <a:lnTo>
                    <a:pt x="40" y="629"/>
                  </a:lnTo>
                  <a:lnTo>
                    <a:pt x="40" y="629"/>
                  </a:lnTo>
                  <a:lnTo>
                    <a:pt x="42" y="639"/>
                  </a:lnTo>
                  <a:lnTo>
                    <a:pt x="47" y="647"/>
                  </a:lnTo>
                  <a:lnTo>
                    <a:pt x="55" y="663"/>
                  </a:lnTo>
                  <a:lnTo>
                    <a:pt x="66" y="679"/>
                  </a:lnTo>
                  <a:lnTo>
                    <a:pt x="74" y="695"/>
                  </a:lnTo>
                  <a:lnTo>
                    <a:pt x="74" y="695"/>
                  </a:lnTo>
                  <a:lnTo>
                    <a:pt x="80" y="701"/>
                  </a:lnTo>
                  <a:lnTo>
                    <a:pt x="85" y="708"/>
                  </a:lnTo>
                  <a:lnTo>
                    <a:pt x="92" y="713"/>
                  </a:lnTo>
                  <a:lnTo>
                    <a:pt x="98" y="719"/>
                  </a:lnTo>
                  <a:lnTo>
                    <a:pt x="98" y="719"/>
                  </a:lnTo>
                  <a:lnTo>
                    <a:pt x="95" y="713"/>
                  </a:lnTo>
                  <a:lnTo>
                    <a:pt x="92" y="708"/>
                  </a:lnTo>
                  <a:lnTo>
                    <a:pt x="88" y="703"/>
                  </a:lnTo>
                  <a:lnTo>
                    <a:pt x="87" y="696"/>
                  </a:lnTo>
                  <a:lnTo>
                    <a:pt x="87" y="696"/>
                  </a:lnTo>
                  <a:lnTo>
                    <a:pt x="79" y="688"/>
                  </a:lnTo>
                  <a:lnTo>
                    <a:pt x="72" y="677"/>
                  </a:lnTo>
                  <a:lnTo>
                    <a:pt x="61" y="656"/>
                  </a:lnTo>
                  <a:lnTo>
                    <a:pt x="51" y="632"/>
                  </a:lnTo>
                  <a:lnTo>
                    <a:pt x="39" y="611"/>
                  </a:lnTo>
                  <a:lnTo>
                    <a:pt x="39" y="611"/>
                  </a:lnTo>
                  <a:close/>
                  <a:moveTo>
                    <a:pt x="706" y="666"/>
                  </a:moveTo>
                  <a:lnTo>
                    <a:pt x="706" y="666"/>
                  </a:lnTo>
                  <a:lnTo>
                    <a:pt x="712" y="666"/>
                  </a:lnTo>
                  <a:lnTo>
                    <a:pt x="719" y="664"/>
                  </a:lnTo>
                  <a:lnTo>
                    <a:pt x="724" y="663"/>
                  </a:lnTo>
                  <a:lnTo>
                    <a:pt x="728" y="659"/>
                  </a:lnTo>
                  <a:lnTo>
                    <a:pt x="728" y="659"/>
                  </a:lnTo>
                  <a:lnTo>
                    <a:pt x="722" y="658"/>
                  </a:lnTo>
                  <a:lnTo>
                    <a:pt x="716" y="659"/>
                  </a:lnTo>
                  <a:lnTo>
                    <a:pt x="711" y="663"/>
                  </a:lnTo>
                  <a:lnTo>
                    <a:pt x="706" y="666"/>
                  </a:lnTo>
                  <a:lnTo>
                    <a:pt x="706" y="666"/>
                  </a:lnTo>
                  <a:close/>
                  <a:moveTo>
                    <a:pt x="490" y="774"/>
                  </a:moveTo>
                  <a:lnTo>
                    <a:pt x="490" y="774"/>
                  </a:lnTo>
                  <a:lnTo>
                    <a:pt x="492" y="775"/>
                  </a:lnTo>
                  <a:lnTo>
                    <a:pt x="494" y="777"/>
                  </a:lnTo>
                  <a:lnTo>
                    <a:pt x="497" y="777"/>
                  </a:lnTo>
                  <a:lnTo>
                    <a:pt x="499" y="777"/>
                  </a:lnTo>
                  <a:lnTo>
                    <a:pt x="499" y="777"/>
                  </a:lnTo>
                  <a:lnTo>
                    <a:pt x="497" y="775"/>
                  </a:lnTo>
                  <a:lnTo>
                    <a:pt x="495" y="774"/>
                  </a:lnTo>
                  <a:lnTo>
                    <a:pt x="494" y="774"/>
                  </a:lnTo>
                  <a:lnTo>
                    <a:pt x="490" y="774"/>
                  </a:lnTo>
                  <a:lnTo>
                    <a:pt x="490" y="774"/>
                  </a:lnTo>
                  <a:close/>
                  <a:moveTo>
                    <a:pt x="389" y="787"/>
                  </a:moveTo>
                  <a:lnTo>
                    <a:pt x="389" y="787"/>
                  </a:lnTo>
                  <a:lnTo>
                    <a:pt x="392" y="787"/>
                  </a:lnTo>
                  <a:lnTo>
                    <a:pt x="396" y="785"/>
                  </a:lnTo>
                  <a:lnTo>
                    <a:pt x="397" y="782"/>
                  </a:lnTo>
                  <a:lnTo>
                    <a:pt x="396" y="778"/>
                  </a:lnTo>
                  <a:lnTo>
                    <a:pt x="396" y="778"/>
                  </a:lnTo>
                  <a:lnTo>
                    <a:pt x="392" y="778"/>
                  </a:lnTo>
                  <a:lnTo>
                    <a:pt x="391" y="780"/>
                  </a:lnTo>
                  <a:lnTo>
                    <a:pt x="389" y="787"/>
                  </a:lnTo>
                  <a:lnTo>
                    <a:pt x="389" y="787"/>
                  </a:lnTo>
                  <a:close/>
                  <a:moveTo>
                    <a:pt x="777" y="421"/>
                  </a:moveTo>
                  <a:lnTo>
                    <a:pt x="777" y="421"/>
                  </a:lnTo>
                  <a:lnTo>
                    <a:pt x="783" y="410"/>
                  </a:lnTo>
                  <a:lnTo>
                    <a:pt x="786" y="399"/>
                  </a:lnTo>
                  <a:lnTo>
                    <a:pt x="788" y="386"/>
                  </a:lnTo>
                  <a:lnTo>
                    <a:pt x="788" y="373"/>
                  </a:lnTo>
                  <a:lnTo>
                    <a:pt x="783" y="346"/>
                  </a:lnTo>
                  <a:lnTo>
                    <a:pt x="778" y="318"/>
                  </a:lnTo>
                  <a:lnTo>
                    <a:pt x="778" y="318"/>
                  </a:lnTo>
                  <a:lnTo>
                    <a:pt x="774" y="299"/>
                  </a:lnTo>
                  <a:lnTo>
                    <a:pt x="767" y="281"/>
                  </a:lnTo>
                  <a:lnTo>
                    <a:pt x="762" y="264"/>
                  </a:lnTo>
                  <a:lnTo>
                    <a:pt x="757" y="248"/>
                  </a:lnTo>
                  <a:lnTo>
                    <a:pt x="757" y="248"/>
                  </a:lnTo>
                  <a:lnTo>
                    <a:pt x="753" y="243"/>
                  </a:lnTo>
                  <a:lnTo>
                    <a:pt x="749" y="240"/>
                  </a:lnTo>
                  <a:lnTo>
                    <a:pt x="749" y="240"/>
                  </a:lnTo>
                  <a:lnTo>
                    <a:pt x="743" y="222"/>
                  </a:lnTo>
                  <a:lnTo>
                    <a:pt x="737" y="204"/>
                  </a:lnTo>
                  <a:lnTo>
                    <a:pt x="728" y="188"/>
                  </a:lnTo>
                  <a:lnTo>
                    <a:pt x="719" y="172"/>
                  </a:lnTo>
                  <a:lnTo>
                    <a:pt x="709" y="158"/>
                  </a:lnTo>
                  <a:lnTo>
                    <a:pt x="700" y="145"/>
                  </a:lnTo>
                  <a:lnTo>
                    <a:pt x="675" y="119"/>
                  </a:lnTo>
                  <a:lnTo>
                    <a:pt x="675" y="119"/>
                  </a:lnTo>
                  <a:lnTo>
                    <a:pt x="666" y="121"/>
                  </a:lnTo>
                  <a:lnTo>
                    <a:pt x="659" y="122"/>
                  </a:lnTo>
                  <a:lnTo>
                    <a:pt x="659" y="122"/>
                  </a:lnTo>
                  <a:lnTo>
                    <a:pt x="658" y="119"/>
                  </a:lnTo>
                  <a:lnTo>
                    <a:pt x="656" y="117"/>
                  </a:lnTo>
                  <a:lnTo>
                    <a:pt x="656" y="116"/>
                  </a:lnTo>
                  <a:lnTo>
                    <a:pt x="656" y="116"/>
                  </a:lnTo>
                  <a:lnTo>
                    <a:pt x="650" y="116"/>
                  </a:lnTo>
                  <a:lnTo>
                    <a:pt x="648" y="114"/>
                  </a:lnTo>
                  <a:lnTo>
                    <a:pt x="646" y="111"/>
                  </a:lnTo>
                  <a:lnTo>
                    <a:pt x="646" y="111"/>
                  </a:lnTo>
                  <a:lnTo>
                    <a:pt x="664" y="113"/>
                  </a:lnTo>
                  <a:lnTo>
                    <a:pt x="664" y="113"/>
                  </a:lnTo>
                  <a:lnTo>
                    <a:pt x="663" y="109"/>
                  </a:lnTo>
                  <a:lnTo>
                    <a:pt x="663" y="105"/>
                  </a:lnTo>
                  <a:lnTo>
                    <a:pt x="663" y="105"/>
                  </a:lnTo>
                  <a:lnTo>
                    <a:pt x="643" y="85"/>
                  </a:lnTo>
                  <a:lnTo>
                    <a:pt x="621" y="68"/>
                  </a:lnTo>
                  <a:lnTo>
                    <a:pt x="597" y="51"/>
                  </a:lnTo>
                  <a:lnTo>
                    <a:pt x="571" y="39"/>
                  </a:lnTo>
                  <a:lnTo>
                    <a:pt x="544" y="27"/>
                  </a:lnTo>
                  <a:lnTo>
                    <a:pt x="515" y="18"/>
                  </a:lnTo>
                  <a:lnTo>
                    <a:pt x="486" y="10"/>
                  </a:lnTo>
                  <a:lnTo>
                    <a:pt x="455" y="6"/>
                  </a:lnTo>
                  <a:lnTo>
                    <a:pt x="455" y="6"/>
                  </a:lnTo>
                  <a:lnTo>
                    <a:pt x="429" y="2"/>
                  </a:lnTo>
                  <a:lnTo>
                    <a:pt x="402" y="0"/>
                  </a:lnTo>
                  <a:lnTo>
                    <a:pt x="376" y="2"/>
                  </a:lnTo>
                  <a:lnTo>
                    <a:pt x="351" y="5"/>
                  </a:lnTo>
                  <a:lnTo>
                    <a:pt x="351" y="5"/>
                  </a:lnTo>
                  <a:lnTo>
                    <a:pt x="339" y="6"/>
                  </a:lnTo>
                  <a:lnTo>
                    <a:pt x="330" y="11"/>
                  </a:lnTo>
                  <a:lnTo>
                    <a:pt x="318" y="13"/>
                  </a:lnTo>
                  <a:lnTo>
                    <a:pt x="314" y="14"/>
                  </a:lnTo>
                  <a:lnTo>
                    <a:pt x="307" y="14"/>
                  </a:lnTo>
                  <a:lnTo>
                    <a:pt x="307" y="14"/>
                  </a:lnTo>
                  <a:lnTo>
                    <a:pt x="262" y="32"/>
                  </a:lnTo>
                  <a:lnTo>
                    <a:pt x="240" y="42"/>
                  </a:lnTo>
                  <a:lnTo>
                    <a:pt x="230" y="47"/>
                  </a:lnTo>
                  <a:lnTo>
                    <a:pt x="220" y="53"/>
                  </a:lnTo>
                  <a:lnTo>
                    <a:pt x="220" y="53"/>
                  </a:lnTo>
                  <a:lnTo>
                    <a:pt x="219" y="53"/>
                  </a:lnTo>
                  <a:lnTo>
                    <a:pt x="217" y="53"/>
                  </a:lnTo>
                  <a:lnTo>
                    <a:pt x="217" y="53"/>
                  </a:lnTo>
                  <a:lnTo>
                    <a:pt x="204" y="63"/>
                  </a:lnTo>
                  <a:lnTo>
                    <a:pt x="193" y="69"/>
                  </a:lnTo>
                  <a:lnTo>
                    <a:pt x="180" y="77"/>
                  </a:lnTo>
                  <a:lnTo>
                    <a:pt x="170" y="87"/>
                  </a:lnTo>
                  <a:lnTo>
                    <a:pt x="170" y="87"/>
                  </a:lnTo>
                  <a:lnTo>
                    <a:pt x="153" y="100"/>
                  </a:lnTo>
                  <a:lnTo>
                    <a:pt x="135" y="116"/>
                  </a:lnTo>
                  <a:lnTo>
                    <a:pt x="119" y="132"/>
                  </a:lnTo>
                  <a:lnTo>
                    <a:pt x="101" y="146"/>
                  </a:lnTo>
                  <a:lnTo>
                    <a:pt x="101" y="146"/>
                  </a:lnTo>
                  <a:lnTo>
                    <a:pt x="103" y="150"/>
                  </a:lnTo>
                  <a:lnTo>
                    <a:pt x="103" y="151"/>
                  </a:lnTo>
                  <a:lnTo>
                    <a:pt x="101" y="153"/>
                  </a:lnTo>
                  <a:lnTo>
                    <a:pt x="101" y="153"/>
                  </a:lnTo>
                  <a:lnTo>
                    <a:pt x="98" y="154"/>
                  </a:lnTo>
                  <a:lnTo>
                    <a:pt x="93" y="158"/>
                  </a:lnTo>
                  <a:lnTo>
                    <a:pt x="88" y="166"/>
                  </a:lnTo>
                  <a:lnTo>
                    <a:pt x="85" y="174"/>
                  </a:lnTo>
                  <a:lnTo>
                    <a:pt x="80" y="183"/>
                  </a:lnTo>
                  <a:lnTo>
                    <a:pt x="80" y="183"/>
                  </a:lnTo>
                  <a:lnTo>
                    <a:pt x="82" y="183"/>
                  </a:lnTo>
                  <a:lnTo>
                    <a:pt x="84" y="185"/>
                  </a:lnTo>
                  <a:lnTo>
                    <a:pt x="85" y="188"/>
                  </a:lnTo>
                  <a:lnTo>
                    <a:pt x="85" y="188"/>
                  </a:lnTo>
                  <a:lnTo>
                    <a:pt x="80" y="195"/>
                  </a:lnTo>
                  <a:lnTo>
                    <a:pt x="77" y="203"/>
                  </a:lnTo>
                  <a:lnTo>
                    <a:pt x="71" y="219"/>
                  </a:lnTo>
                  <a:lnTo>
                    <a:pt x="68" y="227"/>
                  </a:lnTo>
                  <a:lnTo>
                    <a:pt x="63" y="233"/>
                  </a:lnTo>
                  <a:lnTo>
                    <a:pt x="58" y="236"/>
                  </a:lnTo>
                  <a:lnTo>
                    <a:pt x="50" y="240"/>
                  </a:lnTo>
                  <a:lnTo>
                    <a:pt x="50" y="240"/>
                  </a:lnTo>
                  <a:lnTo>
                    <a:pt x="53" y="244"/>
                  </a:lnTo>
                  <a:lnTo>
                    <a:pt x="55" y="249"/>
                  </a:lnTo>
                  <a:lnTo>
                    <a:pt x="55" y="256"/>
                  </a:lnTo>
                  <a:lnTo>
                    <a:pt x="53" y="262"/>
                  </a:lnTo>
                  <a:lnTo>
                    <a:pt x="47" y="272"/>
                  </a:lnTo>
                  <a:lnTo>
                    <a:pt x="39" y="281"/>
                  </a:lnTo>
                  <a:lnTo>
                    <a:pt x="39" y="281"/>
                  </a:lnTo>
                  <a:lnTo>
                    <a:pt x="40" y="285"/>
                  </a:lnTo>
                  <a:lnTo>
                    <a:pt x="40" y="288"/>
                  </a:lnTo>
                  <a:lnTo>
                    <a:pt x="35" y="294"/>
                  </a:lnTo>
                  <a:lnTo>
                    <a:pt x="35" y="294"/>
                  </a:lnTo>
                  <a:lnTo>
                    <a:pt x="35" y="301"/>
                  </a:lnTo>
                  <a:lnTo>
                    <a:pt x="34" y="306"/>
                  </a:lnTo>
                  <a:lnTo>
                    <a:pt x="34" y="310"/>
                  </a:lnTo>
                  <a:lnTo>
                    <a:pt x="34" y="315"/>
                  </a:lnTo>
                  <a:lnTo>
                    <a:pt x="34" y="315"/>
                  </a:lnTo>
                  <a:lnTo>
                    <a:pt x="29" y="327"/>
                  </a:lnTo>
                  <a:lnTo>
                    <a:pt x="21" y="335"/>
                  </a:lnTo>
                  <a:lnTo>
                    <a:pt x="19" y="339"/>
                  </a:lnTo>
                  <a:lnTo>
                    <a:pt x="16" y="344"/>
                  </a:lnTo>
                  <a:lnTo>
                    <a:pt x="16" y="349"/>
                  </a:lnTo>
                  <a:lnTo>
                    <a:pt x="16" y="355"/>
                  </a:lnTo>
                  <a:lnTo>
                    <a:pt x="16" y="355"/>
                  </a:lnTo>
                  <a:lnTo>
                    <a:pt x="13" y="355"/>
                  </a:lnTo>
                  <a:lnTo>
                    <a:pt x="10" y="354"/>
                  </a:lnTo>
                  <a:lnTo>
                    <a:pt x="10" y="354"/>
                  </a:lnTo>
                  <a:lnTo>
                    <a:pt x="8" y="357"/>
                  </a:lnTo>
                  <a:lnTo>
                    <a:pt x="5" y="359"/>
                  </a:lnTo>
                  <a:lnTo>
                    <a:pt x="5" y="359"/>
                  </a:lnTo>
                  <a:lnTo>
                    <a:pt x="3" y="376"/>
                  </a:lnTo>
                  <a:lnTo>
                    <a:pt x="3" y="396"/>
                  </a:lnTo>
                  <a:lnTo>
                    <a:pt x="3" y="436"/>
                  </a:lnTo>
                  <a:lnTo>
                    <a:pt x="3" y="436"/>
                  </a:lnTo>
                  <a:lnTo>
                    <a:pt x="6" y="454"/>
                  </a:lnTo>
                  <a:lnTo>
                    <a:pt x="8" y="471"/>
                  </a:lnTo>
                  <a:lnTo>
                    <a:pt x="8" y="471"/>
                  </a:lnTo>
                  <a:lnTo>
                    <a:pt x="8" y="487"/>
                  </a:lnTo>
                  <a:lnTo>
                    <a:pt x="10" y="495"/>
                  </a:lnTo>
                  <a:lnTo>
                    <a:pt x="11" y="499"/>
                  </a:lnTo>
                  <a:lnTo>
                    <a:pt x="14" y="500"/>
                  </a:lnTo>
                  <a:lnTo>
                    <a:pt x="14" y="500"/>
                  </a:lnTo>
                  <a:lnTo>
                    <a:pt x="14" y="500"/>
                  </a:lnTo>
                  <a:lnTo>
                    <a:pt x="14" y="497"/>
                  </a:lnTo>
                  <a:lnTo>
                    <a:pt x="14" y="495"/>
                  </a:lnTo>
                  <a:lnTo>
                    <a:pt x="18" y="495"/>
                  </a:lnTo>
                  <a:lnTo>
                    <a:pt x="18" y="495"/>
                  </a:lnTo>
                  <a:lnTo>
                    <a:pt x="21" y="497"/>
                  </a:lnTo>
                  <a:lnTo>
                    <a:pt x="23" y="502"/>
                  </a:lnTo>
                  <a:lnTo>
                    <a:pt x="23" y="502"/>
                  </a:lnTo>
                  <a:lnTo>
                    <a:pt x="21" y="505"/>
                  </a:lnTo>
                  <a:lnTo>
                    <a:pt x="19" y="507"/>
                  </a:lnTo>
                  <a:lnTo>
                    <a:pt x="18" y="508"/>
                  </a:lnTo>
                  <a:lnTo>
                    <a:pt x="18" y="513"/>
                  </a:lnTo>
                  <a:lnTo>
                    <a:pt x="18" y="513"/>
                  </a:lnTo>
                  <a:lnTo>
                    <a:pt x="21" y="513"/>
                  </a:lnTo>
                  <a:lnTo>
                    <a:pt x="24" y="511"/>
                  </a:lnTo>
                  <a:lnTo>
                    <a:pt x="29" y="508"/>
                  </a:lnTo>
                  <a:lnTo>
                    <a:pt x="32" y="503"/>
                  </a:lnTo>
                  <a:lnTo>
                    <a:pt x="39" y="499"/>
                  </a:lnTo>
                  <a:lnTo>
                    <a:pt x="39" y="499"/>
                  </a:lnTo>
                  <a:lnTo>
                    <a:pt x="37" y="495"/>
                  </a:lnTo>
                  <a:lnTo>
                    <a:pt x="39" y="492"/>
                  </a:lnTo>
                  <a:lnTo>
                    <a:pt x="39" y="492"/>
                  </a:lnTo>
                  <a:lnTo>
                    <a:pt x="40" y="491"/>
                  </a:lnTo>
                  <a:lnTo>
                    <a:pt x="43" y="489"/>
                  </a:lnTo>
                  <a:lnTo>
                    <a:pt x="45" y="489"/>
                  </a:lnTo>
                  <a:lnTo>
                    <a:pt x="47" y="486"/>
                  </a:lnTo>
                  <a:lnTo>
                    <a:pt x="47" y="486"/>
                  </a:lnTo>
                  <a:lnTo>
                    <a:pt x="42" y="486"/>
                  </a:lnTo>
                  <a:lnTo>
                    <a:pt x="39" y="486"/>
                  </a:lnTo>
                  <a:lnTo>
                    <a:pt x="39" y="486"/>
                  </a:lnTo>
                  <a:lnTo>
                    <a:pt x="42" y="479"/>
                  </a:lnTo>
                  <a:lnTo>
                    <a:pt x="45" y="473"/>
                  </a:lnTo>
                  <a:lnTo>
                    <a:pt x="50" y="468"/>
                  </a:lnTo>
                  <a:lnTo>
                    <a:pt x="53" y="468"/>
                  </a:lnTo>
                  <a:lnTo>
                    <a:pt x="56" y="468"/>
                  </a:lnTo>
                  <a:lnTo>
                    <a:pt x="56" y="468"/>
                  </a:lnTo>
                  <a:lnTo>
                    <a:pt x="56" y="465"/>
                  </a:lnTo>
                  <a:lnTo>
                    <a:pt x="53" y="465"/>
                  </a:lnTo>
                  <a:lnTo>
                    <a:pt x="51" y="465"/>
                  </a:lnTo>
                  <a:lnTo>
                    <a:pt x="53" y="463"/>
                  </a:lnTo>
                  <a:lnTo>
                    <a:pt x="53" y="463"/>
                  </a:lnTo>
                  <a:lnTo>
                    <a:pt x="53" y="463"/>
                  </a:lnTo>
                  <a:lnTo>
                    <a:pt x="55" y="462"/>
                  </a:lnTo>
                  <a:lnTo>
                    <a:pt x="55" y="462"/>
                  </a:lnTo>
                  <a:lnTo>
                    <a:pt x="53" y="462"/>
                  </a:lnTo>
                  <a:lnTo>
                    <a:pt x="53" y="462"/>
                  </a:lnTo>
                  <a:lnTo>
                    <a:pt x="53" y="460"/>
                  </a:lnTo>
                  <a:lnTo>
                    <a:pt x="56" y="457"/>
                  </a:lnTo>
                  <a:lnTo>
                    <a:pt x="61" y="454"/>
                  </a:lnTo>
                  <a:lnTo>
                    <a:pt x="66" y="454"/>
                  </a:lnTo>
                  <a:lnTo>
                    <a:pt x="66" y="454"/>
                  </a:lnTo>
                  <a:lnTo>
                    <a:pt x="63" y="449"/>
                  </a:lnTo>
                  <a:lnTo>
                    <a:pt x="63" y="449"/>
                  </a:lnTo>
                  <a:lnTo>
                    <a:pt x="63" y="442"/>
                  </a:lnTo>
                  <a:lnTo>
                    <a:pt x="63" y="436"/>
                  </a:lnTo>
                  <a:lnTo>
                    <a:pt x="60" y="421"/>
                  </a:lnTo>
                  <a:lnTo>
                    <a:pt x="58" y="413"/>
                  </a:lnTo>
                  <a:lnTo>
                    <a:pt x="58" y="407"/>
                  </a:lnTo>
                  <a:lnTo>
                    <a:pt x="60" y="401"/>
                  </a:lnTo>
                  <a:lnTo>
                    <a:pt x="64" y="397"/>
                  </a:lnTo>
                  <a:lnTo>
                    <a:pt x="64" y="397"/>
                  </a:lnTo>
                  <a:lnTo>
                    <a:pt x="63" y="380"/>
                  </a:lnTo>
                  <a:lnTo>
                    <a:pt x="61" y="364"/>
                  </a:lnTo>
                  <a:lnTo>
                    <a:pt x="61" y="346"/>
                  </a:lnTo>
                  <a:lnTo>
                    <a:pt x="63" y="327"/>
                  </a:lnTo>
                  <a:lnTo>
                    <a:pt x="63" y="327"/>
                  </a:lnTo>
                  <a:lnTo>
                    <a:pt x="63" y="325"/>
                  </a:lnTo>
                  <a:lnTo>
                    <a:pt x="60" y="323"/>
                  </a:lnTo>
                  <a:lnTo>
                    <a:pt x="58" y="323"/>
                  </a:lnTo>
                  <a:lnTo>
                    <a:pt x="58" y="320"/>
                  </a:lnTo>
                  <a:lnTo>
                    <a:pt x="58" y="320"/>
                  </a:lnTo>
                  <a:lnTo>
                    <a:pt x="60" y="318"/>
                  </a:lnTo>
                  <a:lnTo>
                    <a:pt x="61" y="317"/>
                  </a:lnTo>
                  <a:lnTo>
                    <a:pt x="63" y="315"/>
                  </a:lnTo>
                  <a:lnTo>
                    <a:pt x="63" y="312"/>
                  </a:lnTo>
                  <a:lnTo>
                    <a:pt x="63" y="312"/>
                  </a:lnTo>
                  <a:lnTo>
                    <a:pt x="66" y="299"/>
                  </a:lnTo>
                  <a:lnTo>
                    <a:pt x="69" y="286"/>
                  </a:lnTo>
                  <a:lnTo>
                    <a:pt x="71" y="262"/>
                  </a:lnTo>
                  <a:lnTo>
                    <a:pt x="71" y="262"/>
                  </a:lnTo>
                  <a:lnTo>
                    <a:pt x="72" y="256"/>
                  </a:lnTo>
                  <a:lnTo>
                    <a:pt x="76" y="249"/>
                  </a:lnTo>
                  <a:lnTo>
                    <a:pt x="80" y="238"/>
                  </a:lnTo>
                  <a:lnTo>
                    <a:pt x="87" y="225"/>
                  </a:lnTo>
                  <a:lnTo>
                    <a:pt x="87" y="219"/>
                  </a:lnTo>
                  <a:lnTo>
                    <a:pt x="87" y="212"/>
                  </a:lnTo>
                  <a:lnTo>
                    <a:pt x="87" y="212"/>
                  </a:lnTo>
                  <a:lnTo>
                    <a:pt x="92" y="207"/>
                  </a:lnTo>
                  <a:lnTo>
                    <a:pt x="96" y="199"/>
                  </a:lnTo>
                  <a:lnTo>
                    <a:pt x="98" y="193"/>
                  </a:lnTo>
                  <a:lnTo>
                    <a:pt x="98" y="185"/>
                  </a:lnTo>
                  <a:lnTo>
                    <a:pt x="98" y="185"/>
                  </a:lnTo>
                  <a:lnTo>
                    <a:pt x="105" y="187"/>
                  </a:lnTo>
                  <a:lnTo>
                    <a:pt x="111" y="185"/>
                  </a:lnTo>
                  <a:lnTo>
                    <a:pt x="117" y="182"/>
                  </a:lnTo>
                  <a:lnTo>
                    <a:pt x="121" y="177"/>
                  </a:lnTo>
                  <a:lnTo>
                    <a:pt x="121" y="177"/>
                  </a:lnTo>
                  <a:lnTo>
                    <a:pt x="119" y="174"/>
                  </a:lnTo>
                  <a:lnTo>
                    <a:pt x="117" y="170"/>
                  </a:lnTo>
                  <a:lnTo>
                    <a:pt x="116" y="169"/>
                  </a:lnTo>
                  <a:lnTo>
                    <a:pt x="114" y="164"/>
                  </a:lnTo>
                  <a:lnTo>
                    <a:pt x="114" y="164"/>
                  </a:lnTo>
                  <a:lnTo>
                    <a:pt x="119" y="158"/>
                  </a:lnTo>
                  <a:lnTo>
                    <a:pt x="124" y="151"/>
                  </a:lnTo>
                  <a:lnTo>
                    <a:pt x="135" y="138"/>
                  </a:lnTo>
                  <a:lnTo>
                    <a:pt x="146" y="127"/>
                  </a:lnTo>
                  <a:lnTo>
                    <a:pt x="151" y="119"/>
                  </a:lnTo>
                  <a:lnTo>
                    <a:pt x="156" y="113"/>
                  </a:lnTo>
                  <a:lnTo>
                    <a:pt x="156" y="113"/>
                  </a:lnTo>
                  <a:lnTo>
                    <a:pt x="159" y="111"/>
                  </a:lnTo>
                  <a:lnTo>
                    <a:pt x="162" y="109"/>
                  </a:lnTo>
                  <a:lnTo>
                    <a:pt x="166" y="105"/>
                  </a:lnTo>
                  <a:lnTo>
                    <a:pt x="166" y="105"/>
                  </a:lnTo>
                  <a:lnTo>
                    <a:pt x="187" y="90"/>
                  </a:lnTo>
                  <a:lnTo>
                    <a:pt x="211" y="77"/>
                  </a:lnTo>
                  <a:lnTo>
                    <a:pt x="235" y="66"/>
                  </a:lnTo>
                  <a:lnTo>
                    <a:pt x="261" y="56"/>
                  </a:lnTo>
                  <a:lnTo>
                    <a:pt x="289" y="50"/>
                  </a:lnTo>
                  <a:lnTo>
                    <a:pt x="317" y="43"/>
                  </a:lnTo>
                  <a:lnTo>
                    <a:pt x="347" y="42"/>
                  </a:lnTo>
                  <a:lnTo>
                    <a:pt x="378" y="42"/>
                  </a:lnTo>
                  <a:lnTo>
                    <a:pt x="378" y="42"/>
                  </a:lnTo>
                  <a:lnTo>
                    <a:pt x="381" y="45"/>
                  </a:lnTo>
                  <a:lnTo>
                    <a:pt x="383" y="48"/>
                  </a:lnTo>
                  <a:lnTo>
                    <a:pt x="383" y="48"/>
                  </a:lnTo>
                  <a:lnTo>
                    <a:pt x="392" y="50"/>
                  </a:lnTo>
                  <a:lnTo>
                    <a:pt x="404" y="53"/>
                  </a:lnTo>
                  <a:lnTo>
                    <a:pt x="404" y="53"/>
                  </a:lnTo>
                  <a:lnTo>
                    <a:pt x="408" y="56"/>
                  </a:lnTo>
                  <a:lnTo>
                    <a:pt x="413" y="60"/>
                  </a:lnTo>
                  <a:lnTo>
                    <a:pt x="425" y="63"/>
                  </a:lnTo>
                  <a:lnTo>
                    <a:pt x="436" y="66"/>
                  </a:lnTo>
                  <a:lnTo>
                    <a:pt x="447" y="69"/>
                  </a:lnTo>
                  <a:lnTo>
                    <a:pt x="447" y="69"/>
                  </a:lnTo>
                  <a:lnTo>
                    <a:pt x="478" y="84"/>
                  </a:lnTo>
                  <a:lnTo>
                    <a:pt x="508" y="97"/>
                  </a:lnTo>
                  <a:lnTo>
                    <a:pt x="508" y="97"/>
                  </a:lnTo>
                  <a:lnTo>
                    <a:pt x="550" y="114"/>
                  </a:lnTo>
                  <a:lnTo>
                    <a:pt x="569" y="124"/>
                  </a:lnTo>
                  <a:lnTo>
                    <a:pt x="577" y="129"/>
                  </a:lnTo>
                  <a:lnTo>
                    <a:pt x="585" y="135"/>
                  </a:lnTo>
                  <a:lnTo>
                    <a:pt x="585" y="135"/>
                  </a:lnTo>
                  <a:lnTo>
                    <a:pt x="593" y="143"/>
                  </a:lnTo>
                  <a:lnTo>
                    <a:pt x="600" y="151"/>
                  </a:lnTo>
                  <a:lnTo>
                    <a:pt x="609" y="170"/>
                  </a:lnTo>
                  <a:lnTo>
                    <a:pt x="618" y="191"/>
                  </a:lnTo>
                  <a:lnTo>
                    <a:pt x="627" y="212"/>
                  </a:lnTo>
                  <a:lnTo>
                    <a:pt x="627" y="212"/>
                  </a:lnTo>
                  <a:lnTo>
                    <a:pt x="635" y="227"/>
                  </a:lnTo>
                  <a:lnTo>
                    <a:pt x="643" y="243"/>
                  </a:lnTo>
                  <a:lnTo>
                    <a:pt x="643" y="243"/>
                  </a:lnTo>
                  <a:lnTo>
                    <a:pt x="635" y="238"/>
                  </a:lnTo>
                  <a:lnTo>
                    <a:pt x="630" y="233"/>
                  </a:lnTo>
                  <a:lnTo>
                    <a:pt x="629" y="228"/>
                  </a:lnTo>
                  <a:lnTo>
                    <a:pt x="629" y="228"/>
                  </a:lnTo>
                  <a:lnTo>
                    <a:pt x="626" y="228"/>
                  </a:lnTo>
                  <a:lnTo>
                    <a:pt x="624" y="228"/>
                  </a:lnTo>
                  <a:lnTo>
                    <a:pt x="624" y="227"/>
                  </a:lnTo>
                  <a:lnTo>
                    <a:pt x="621" y="228"/>
                  </a:lnTo>
                  <a:lnTo>
                    <a:pt x="621" y="228"/>
                  </a:lnTo>
                  <a:lnTo>
                    <a:pt x="616" y="222"/>
                  </a:lnTo>
                  <a:lnTo>
                    <a:pt x="609" y="217"/>
                  </a:lnTo>
                  <a:lnTo>
                    <a:pt x="603" y="212"/>
                  </a:lnTo>
                  <a:lnTo>
                    <a:pt x="595" y="209"/>
                  </a:lnTo>
                  <a:lnTo>
                    <a:pt x="595" y="209"/>
                  </a:lnTo>
                  <a:lnTo>
                    <a:pt x="592" y="206"/>
                  </a:lnTo>
                  <a:lnTo>
                    <a:pt x="589" y="203"/>
                  </a:lnTo>
                  <a:lnTo>
                    <a:pt x="579" y="196"/>
                  </a:lnTo>
                  <a:lnTo>
                    <a:pt x="558" y="188"/>
                  </a:lnTo>
                  <a:lnTo>
                    <a:pt x="558" y="188"/>
                  </a:lnTo>
                  <a:lnTo>
                    <a:pt x="552" y="185"/>
                  </a:lnTo>
                  <a:lnTo>
                    <a:pt x="545" y="179"/>
                  </a:lnTo>
                  <a:lnTo>
                    <a:pt x="539" y="174"/>
                  </a:lnTo>
                  <a:lnTo>
                    <a:pt x="536" y="172"/>
                  </a:lnTo>
                  <a:lnTo>
                    <a:pt x="531" y="172"/>
                  </a:lnTo>
                  <a:lnTo>
                    <a:pt x="531" y="172"/>
                  </a:lnTo>
                  <a:lnTo>
                    <a:pt x="532" y="175"/>
                  </a:lnTo>
                  <a:lnTo>
                    <a:pt x="536" y="177"/>
                  </a:lnTo>
                  <a:lnTo>
                    <a:pt x="539" y="177"/>
                  </a:lnTo>
                  <a:lnTo>
                    <a:pt x="540" y="177"/>
                  </a:lnTo>
                  <a:lnTo>
                    <a:pt x="540" y="177"/>
                  </a:lnTo>
                  <a:lnTo>
                    <a:pt x="540" y="179"/>
                  </a:lnTo>
                  <a:lnTo>
                    <a:pt x="539" y="180"/>
                  </a:lnTo>
                  <a:lnTo>
                    <a:pt x="537" y="182"/>
                  </a:lnTo>
                  <a:lnTo>
                    <a:pt x="537" y="183"/>
                  </a:lnTo>
                  <a:lnTo>
                    <a:pt x="537" y="183"/>
                  </a:lnTo>
                  <a:lnTo>
                    <a:pt x="542" y="188"/>
                  </a:lnTo>
                  <a:lnTo>
                    <a:pt x="545" y="191"/>
                  </a:lnTo>
                  <a:lnTo>
                    <a:pt x="553" y="199"/>
                  </a:lnTo>
                  <a:lnTo>
                    <a:pt x="553" y="199"/>
                  </a:lnTo>
                  <a:lnTo>
                    <a:pt x="556" y="204"/>
                  </a:lnTo>
                  <a:lnTo>
                    <a:pt x="560" y="211"/>
                  </a:lnTo>
                  <a:lnTo>
                    <a:pt x="560" y="211"/>
                  </a:lnTo>
                  <a:lnTo>
                    <a:pt x="568" y="219"/>
                  </a:lnTo>
                  <a:lnTo>
                    <a:pt x="579" y="227"/>
                  </a:lnTo>
                  <a:lnTo>
                    <a:pt x="589" y="235"/>
                  </a:lnTo>
                  <a:lnTo>
                    <a:pt x="597" y="243"/>
                  </a:lnTo>
                  <a:lnTo>
                    <a:pt x="597" y="243"/>
                  </a:lnTo>
                  <a:lnTo>
                    <a:pt x="605" y="253"/>
                  </a:lnTo>
                  <a:lnTo>
                    <a:pt x="608" y="259"/>
                  </a:lnTo>
                  <a:lnTo>
                    <a:pt x="613" y="264"/>
                  </a:lnTo>
                  <a:lnTo>
                    <a:pt x="613" y="264"/>
                  </a:lnTo>
                  <a:lnTo>
                    <a:pt x="621" y="269"/>
                  </a:lnTo>
                  <a:lnTo>
                    <a:pt x="629" y="272"/>
                  </a:lnTo>
                  <a:lnTo>
                    <a:pt x="629" y="272"/>
                  </a:lnTo>
                  <a:lnTo>
                    <a:pt x="635" y="278"/>
                  </a:lnTo>
                  <a:lnTo>
                    <a:pt x="640" y="286"/>
                  </a:lnTo>
                  <a:lnTo>
                    <a:pt x="646" y="294"/>
                  </a:lnTo>
                  <a:lnTo>
                    <a:pt x="653" y="301"/>
                  </a:lnTo>
                  <a:lnTo>
                    <a:pt x="653" y="301"/>
                  </a:lnTo>
                  <a:lnTo>
                    <a:pt x="661" y="310"/>
                  </a:lnTo>
                  <a:lnTo>
                    <a:pt x="667" y="320"/>
                  </a:lnTo>
                  <a:lnTo>
                    <a:pt x="677" y="328"/>
                  </a:lnTo>
                  <a:lnTo>
                    <a:pt x="687" y="335"/>
                  </a:lnTo>
                  <a:lnTo>
                    <a:pt x="687" y="335"/>
                  </a:lnTo>
                  <a:lnTo>
                    <a:pt x="690" y="344"/>
                  </a:lnTo>
                  <a:lnTo>
                    <a:pt x="690" y="349"/>
                  </a:lnTo>
                  <a:lnTo>
                    <a:pt x="688" y="354"/>
                  </a:lnTo>
                  <a:lnTo>
                    <a:pt x="688" y="354"/>
                  </a:lnTo>
                  <a:lnTo>
                    <a:pt x="680" y="349"/>
                  </a:lnTo>
                  <a:lnTo>
                    <a:pt x="674" y="341"/>
                  </a:lnTo>
                  <a:lnTo>
                    <a:pt x="669" y="331"/>
                  </a:lnTo>
                  <a:lnTo>
                    <a:pt x="663" y="325"/>
                  </a:lnTo>
                  <a:lnTo>
                    <a:pt x="663" y="325"/>
                  </a:lnTo>
                  <a:lnTo>
                    <a:pt x="658" y="317"/>
                  </a:lnTo>
                  <a:lnTo>
                    <a:pt x="653" y="310"/>
                  </a:lnTo>
                  <a:lnTo>
                    <a:pt x="640" y="298"/>
                  </a:lnTo>
                  <a:lnTo>
                    <a:pt x="626" y="286"/>
                  </a:lnTo>
                  <a:lnTo>
                    <a:pt x="613" y="273"/>
                  </a:lnTo>
                  <a:lnTo>
                    <a:pt x="613" y="273"/>
                  </a:lnTo>
                  <a:lnTo>
                    <a:pt x="609" y="272"/>
                  </a:lnTo>
                  <a:lnTo>
                    <a:pt x="606" y="272"/>
                  </a:lnTo>
                  <a:lnTo>
                    <a:pt x="606" y="272"/>
                  </a:lnTo>
                  <a:lnTo>
                    <a:pt x="590" y="257"/>
                  </a:lnTo>
                  <a:lnTo>
                    <a:pt x="571" y="246"/>
                  </a:lnTo>
                  <a:lnTo>
                    <a:pt x="561" y="241"/>
                  </a:lnTo>
                  <a:lnTo>
                    <a:pt x="550" y="236"/>
                  </a:lnTo>
                  <a:lnTo>
                    <a:pt x="539" y="233"/>
                  </a:lnTo>
                  <a:lnTo>
                    <a:pt x="526" y="232"/>
                  </a:lnTo>
                  <a:lnTo>
                    <a:pt x="526" y="232"/>
                  </a:lnTo>
                  <a:lnTo>
                    <a:pt x="536" y="243"/>
                  </a:lnTo>
                  <a:lnTo>
                    <a:pt x="547" y="251"/>
                  </a:lnTo>
                  <a:lnTo>
                    <a:pt x="573" y="267"/>
                  </a:lnTo>
                  <a:lnTo>
                    <a:pt x="573" y="267"/>
                  </a:lnTo>
                  <a:lnTo>
                    <a:pt x="573" y="270"/>
                  </a:lnTo>
                  <a:lnTo>
                    <a:pt x="574" y="273"/>
                  </a:lnTo>
                  <a:lnTo>
                    <a:pt x="579" y="277"/>
                  </a:lnTo>
                  <a:lnTo>
                    <a:pt x="590" y="281"/>
                  </a:lnTo>
                  <a:lnTo>
                    <a:pt x="590" y="281"/>
                  </a:lnTo>
                  <a:lnTo>
                    <a:pt x="590" y="283"/>
                  </a:lnTo>
                  <a:lnTo>
                    <a:pt x="589" y="286"/>
                  </a:lnTo>
                  <a:lnTo>
                    <a:pt x="589" y="286"/>
                  </a:lnTo>
                  <a:lnTo>
                    <a:pt x="600" y="296"/>
                  </a:lnTo>
                  <a:lnTo>
                    <a:pt x="609" y="307"/>
                  </a:lnTo>
                  <a:lnTo>
                    <a:pt x="629" y="330"/>
                  </a:lnTo>
                  <a:lnTo>
                    <a:pt x="646" y="352"/>
                  </a:lnTo>
                  <a:lnTo>
                    <a:pt x="666" y="375"/>
                  </a:lnTo>
                  <a:lnTo>
                    <a:pt x="666" y="375"/>
                  </a:lnTo>
                  <a:lnTo>
                    <a:pt x="672" y="388"/>
                  </a:lnTo>
                  <a:lnTo>
                    <a:pt x="680" y="402"/>
                  </a:lnTo>
                  <a:lnTo>
                    <a:pt x="688" y="417"/>
                  </a:lnTo>
                  <a:lnTo>
                    <a:pt x="692" y="425"/>
                  </a:lnTo>
                  <a:lnTo>
                    <a:pt x="692" y="431"/>
                  </a:lnTo>
                  <a:lnTo>
                    <a:pt x="692" y="431"/>
                  </a:lnTo>
                  <a:lnTo>
                    <a:pt x="692" y="437"/>
                  </a:lnTo>
                  <a:lnTo>
                    <a:pt x="688" y="442"/>
                  </a:lnTo>
                  <a:lnTo>
                    <a:pt x="685" y="449"/>
                  </a:lnTo>
                  <a:lnTo>
                    <a:pt x="683" y="457"/>
                  </a:lnTo>
                  <a:lnTo>
                    <a:pt x="683" y="457"/>
                  </a:lnTo>
                  <a:lnTo>
                    <a:pt x="680" y="474"/>
                  </a:lnTo>
                  <a:lnTo>
                    <a:pt x="680" y="474"/>
                  </a:lnTo>
                  <a:lnTo>
                    <a:pt x="677" y="495"/>
                  </a:lnTo>
                  <a:lnTo>
                    <a:pt x="677" y="495"/>
                  </a:lnTo>
                  <a:lnTo>
                    <a:pt x="679" y="505"/>
                  </a:lnTo>
                  <a:lnTo>
                    <a:pt x="680" y="516"/>
                  </a:lnTo>
                  <a:lnTo>
                    <a:pt x="682" y="526"/>
                  </a:lnTo>
                  <a:lnTo>
                    <a:pt x="683" y="537"/>
                  </a:lnTo>
                  <a:lnTo>
                    <a:pt x="683" y="537"/>
                  </a:lnTo>
                  <a:lnTo>
                    <a:pt x="682" y="548"/>
                  </a:lnTo>
                  <a:lnTo>
                    <a:pt x="679" y="558"/>
                  </a:lnTo>
                  <a:lnTo>
                    <a:pt x="674" y="568"/>
                  </a:lnTo>
                  <a:lnTo>
                    <a:pt x="669" y="577"/>
                  </a:lnTo>
                  <a:lnTo>
                    <a:pt x="658" y="595"/>
                  </a:lnTo>
                  <a:lnTo>
                    <a:pt x="653" y="603"/>
                  </a:lnTo>
                  <a:lnTo>
                    <a:pt x="650" y="611"/>
                  </a:lnTo>
                  <a:lnTo>
                    <a:pt x="650" y="611"/>
                  </a:lnTo>
                  <a:lnTo>
                    <a:pt x="635" y="624"/>
                  </a:lnTo>
                  <a:lnTo>
                    <a:pt x="622" y="637"/>
                  </a:lnTo>
                  <a:lnTo>
                    <a:pt x="609" y="651"/>
                  </a:lnTo>
                  <a:lnTo>
                    <a:pt x="601" y="658"/>
                  </a:lnTo>
                  <a:lnTo>
                    <a:pt x="593" y="663"/>
                  </a:lnTo>
                  <a:lnTo>
                    <a:pt x="593" y="663"/>
                  </a:lnTo>
                  <a:lnTo>
                    <a:pt x="590" y="666"/>
                  </a:lnTo>
                  <a:lnTo>
                    <a:pt x="589" y="671"/>
                  </a:lnTo>
                  <a:lnTo>
                    <a:pt x="589" y="671"/>
                  </a:lnTo>
                  <a:lnTo>
                    <a:pt x="571" y="679"/>
                  </a:lnTo>
                  <a:lnTo>
                    <a:pt x="555" y="688"/>
                  </a:lnTo>
                  <a:lnTo>
                    <a:pt x="547" y="692"/>
                  </a:lnTo>
                  <a:lnTo>
                    <a:pt x="537" y="695"/>
                  </a:lnTo>
                  <a:lnTo>
                    <a:pt x="527" y="696"/>
                  </a:lnTo>
                  <a:lnTo>
                    <a:pt x="516" y="698"/>
                  </a:lnTo>
                  <a:lnTo>
                    <a:pt x="516" y="698"/>
                  </a:lnTo>
                  <a:lnTo>
                    <a:pt x="510" y="703"/>
                  </a:lnTo>
                  <a:lnTo>
                    <a:pt x="503" y="708"/>
                  </a:lnTo>
                  <a:lnTo>
                    <a:pt x="503" y="708"/>
                  </a:lnTo>
                  <a:lnTo>
                    <a:pt x="495" y="708"/>
                  </a:lnTo>
                  <a:lnTo>
                    <a:pt x="487" y="709"/>
                  </a:lnTo>
                  <a:lnTo>
                    <a:pt x="474" y="716"/>
                  </a:lnTo>
                  <a:lnTo>
                    <a:pt x="474" y="716"/>
                  </a:lnTo>
                  <a:lnTo>
                    <a:pt x="466" y="717"/>
                  </a:lnTo>
                  <a:lnTo>
                    <a:pt x="457" y="719"/>
                  </a:lnTo>
                  <a:lnTo>
                    <a:pt x="437" y="719"/>
                  </a:lnTo>
                  <a:lnTo>
                    <a:pt x="437" y="719"/>
                  </a:lnTo>
                  <a:lnTo>
                    <a:pt x="423" y="721"/>
                  </a:lnTo>
                  <a:lnTo>
                    <a:pt x="407" y="721"/>
                  </a:lnTo>
                  <a:lnTo>
                    <a:pt x="375" y="719"/>
                  </a:lnTo>
                  <a:lnTo>
                    <a:pt x="343" y="714"/>
                  </a:lnTo>
                  <a:lnTo>
                    <a:pt x="315" y="706"/>
                  </a:lnTo>
                  <a:lnTo>
                    <a:pt x="315" y="706"/>
                  </a:lnTo>
                  <a:lnTo>
                    <a:pt x="301" y="701"/>
                  </a:lnTo>
                  <a:lnTo>
                    <a:pt x="288" y="695"/>
                  </a:lnTo>
                  <a:lnTo>
                    <a:pt x="288" y="695"/>
                  </a:lnTo>
                  <a:lnTo>
                    <a:pt x="278" y="693"/>
                  </a:lnTo>
                  <a:lnTo>
                    <a:pt x="269" y="690"/>
                  </a:lnTo>
                  <a:lnTo>
                    <a:pt x="262" y="687"/>
                  </a:lnTo>
                  <a:lnTo>
                    <a:pt x="259" y="685"/>
                  </a:lnTo>
                  <a:lnTo>
                    <a:pt x="256" y="680"/>
                  </a:lnTo>
                  <a:lnTo>
                    <a:pt x="256" y="680"/>
                  </a:lnTo>
                  <a:lnTo>
                    <a:pt x="252" y="682"/>
                  </a:lnTo>
                  <a:lnTo>
                    <a:pt x="251" y="682"/>
                  </a:lnTo>
                  <a:lnTo>
                    <a:pt x="248" y="682"/>
                  </a:lnTo>
                  <a:lnTo>
                    <a:pt x="248" y="682"/>
                  </a:lnTo>
                  <a:lnTo>
                    <a:pt x="227" y="668"/>
                  </a:lnTo>
                  <a:lnTo>
                    <a:pt x="204" y="656"/>
                  </a:lnTo>
                  <a:lnTo>
                    <a:pt x="204" y="656"/>
                  </a:lnTo>
                  <a:lnTo>
                    <a:pt x="198" y="648"/>
                  </a:lnTo>
                  <a:lnTo>
                    <a:pt x="191" y="640"/>
                  </a:lnTo>
                  <a:lnTo>
                    <a:pt x="177" y="627"/>
                  </a:lnTo>
                  <a:lnTo>
                    <a:pt x="162" y="614"/>
                  </a:lnTo>
                  <a:lnTo>
                    <a:pt x="156" y="606"/>
                  </a:lnTo>
                  <a:lnTo>
                    <a:pt x="151" y="598"/>
                  </a:lnTo>
                  <a:lnTo>
                    <a:pt x="151" y="598"/>
                  </a:lnTo>
                  <a:lnTo>
                    <a:pt x="142" y="592"/>
                  </a:lnTo>
                  <a:lnTo>
                    <a:pt x="133" y="584"/>
                  </a:lnTo>
                  <a:lnTo>
                    <a:pt x="127" y="576"/>
                  </a:lnTo>
                  <a:lnTo>
                    <a:pt x="121" y="566"/>
                  </a:lnTo>
                  <a:lnTo>
                    <a:pt x="108" y="547"/>
                  </a:lnTo>
                  <a:lnTo>
                    <a:pt x="101" y="537"/>
                  </a:lnTo>
                  <a:lnTo>
                    <a:pt x="93" y="529"/>
                  </a:lnTo>
                  <a:lnTo>
                    <a:pt x="93" y="529"/>
                  </a:lnTo>
                  <a:lnTo>
                    <a:pt x="93" y="532"/>
                  </a:lnTo>
                  <a:lnTo>
                    <a:pt x="92" y="536"/>
                  </a:lnTo>
                  <a:lnTo>
                    <a:pt x="93" y="544"/>
                  </a:lnTo>
                  <a:lnTo>
                    <a:pt x="95" y="552"/>
                  </a:lnTo>
                  <a:lnTo>
                    <a:pt x="95" y="555"/>
                  </a:lnTo>
                  <a:lnTo>
                    <a:pt x="92" y="558"/>
                  </a:lnTo>
                  <a:lnTo>
                    <a:pt x="92" y="558"/>
                  </a:lnTo>
                  <a:lnTo>
                    <a:pt x="95" y="568"/>
                  </a:lnTo>
                  <a:lnTo>
                    <a:pt x="98" y="581"/>
                  </a:lnTo>
                  <a:lnTo>
                    <a:pt x="100" y="594"/>
                  </a:lnTo>
                  <a:lnTo>
                    <a:pt x="98" y="606"/>
                  </a:lnTo>
                  <a:lnTo>
                    <a:pt x="98" y="606"/>
                  </a:lnTo>
                  <a:lnTo>
                    <a:pt x="101" y="608"/>
                  </a:lnTo>
                  <a:lnTo>
                    <a:pt x="105" y="611"/>
                  </a:lnTo>
                  <a:lnTo>
                    <a:pt x="108" y="618"/>
                  </a:lnTo>
                  <a:lnTo>
                    <a:pt x="108" y="621"/>
                  </a:lnTo>
                  <a:lnTo>
                    <a:pt x="106" y="624"/>
                  </a:lnTo>
                  <a:lnTo>
                    <a:pt x="105" y="627"/>
                  </a:lnTo>
                  <a:lnTo>
                    <a:pt x="101" y="629"/>
                  </a:lnTo>
                  <a:lnTo>
                    <a:pt x="101" y="629"/>
                  </a:lnTo>
                  <a:lnTo>
                    <a:pt x="101" y="637"/>
                  </a:lnTo>
                  <a:lnTo>
                    <a:pt x="105" y="643"/>
                  </a:lnTo>
                  <a:lnTo>
                    <a:pt x="108" y="651"/>
                  </a:lnTo>
                  <a:lnTo>
                    <a:pt x="109" y="659"/>
                  </a:lnTo>
                  <a:lnTo>
                    <a:pt x="109" y="659"/>
                  </a:lnTo>
                  <a:lnTo>
                    <a:pt x="113" y="661"/>
                  </a:lnTo>
                  <a:lnTo>
                    <a:pt x="116" y="659"/>
                  </a:lnTo>
                  <a:lnTo>
                    <a:pt x="119" y="658"/>
                  </a:lnTo>
                  <a:lnTo>
                    <a:pt x="121" y="655"/>
                  </a:lnTo>
                  <a:lnTo>
                    <a:pt x="121" y="655"/>
                  </a:lnTo>
                  <a:lnTo>
                    <a:pt x="124" y="659"/>
                  </a:lnTo>
                  <a:lnTo>
                    <a:pt x="125" y="666"/>
                  </a:lnTo>
                  <a:lnTo>
                    <a:pt x="129" y="679"/>
                  </a:lnTo>
                  <a:lnTo>
                    <a:pt x="129" y="679"/>
                  </a:lnTo>
                  <a:lnTo>
                    <a:pt x="132" y="679"/>
                  </a:lnTo>
                  <a:lnTo>
                    <a:pt x="133" y="676"/>
                  </a:lnTo>
                  <a:lnTo>
                    <a:pt x="135" y="674"/>
                  </a:lnTo>
                  <a:lnTo>
                    <a:pt x="138" y="674"/>
                  </a:lnTo>
                  <a:lnTo>
                    <a:pt x="138" y="674"/>
                  </a:lnTo>
                  <a:lnTo>
                    <a:pt x="140" y="676"/>
                  </a:lnTo>
                  <a:lnTo>
                    <a:pt x="143" y="677"/>
                  </a:lnTo>
                  <a:lnTo>
                    <a:pt x="150" y="680"/>
                  </a:lnTo>
                  <a:lnTo>
                    <a:pt x="150" y="680"/>
                  </a:lnTo>
                  <a:lnTo>
                    <a:pt x="150" y="685"/>
                  </a:lnTo>
                  <a:lnTo>
                    <a:pt x="151" y="687"/>
                  </a:lnTo>
                  <a:lnTo>
                    <a:pt x="154" y="688"/>
                  </a:lnTo>
                  <a:lnTo>
                    <a:pt x="158" y="692"/>
                  </a:lnTo>
                  <a:lnTo>
                    <a:pt x="158" y="692"/>
                  </a:lnTo>
                  <a:lnTo>
                    <a:pt x="153" y="693"/>
                  </a:lnTo>
                  <a:lnTo>
                    <a:pt x="153" y="693"/>
                  </a:lnTo>
                  <a:lnTo>
                    <a:pt x="156" y="692"/>
                  </a:lnTo>
                  <a:lnTo>
                    <a:pt x="158" y="693"/>
                  </a:lnTo>
                  <a:lnTo>
                    <a:pt x="161" y="695"/>
                  </a:lnTo>
                  <a:lnTo>
                    <a:pt x="161" y="700"/>
                  </a:lnTo>
                  <a:lnTo>
                    <a:pt x="162" y="703"/>
                  </a:lnTo>
                  <a:lnTo>
                    <a:pt x="162" y="703"/>
                  </a:lnTo>
                  <a:lnTo>
                    <a:pt x="167" y="706"/>
                  </a:lnTo>
                  <a:lnTo>
                    <a:pt x="174" y="711"/>
                  </a:lnTo>
                  <a:lnTo>
                    <a:pt x="179" y="717"/>
                  </a:lnTo>
                  <a:lnTo>
                    <a:pt x="179" y="721"/>
                  </a:lnTo>
                  <a:lnTo>
                    <a:pt x="179" y="724"/>
                  </a:lnTo>
                  <a:lnTo>
                    <a:pt x="179" y="724"/>
                  </a:lnTo>
                  <a:lnTo>
                    <a:pt x="183" y="722"/>
                  </a:lnTo>
                  <a:lnTo>
                    <a:pt x="185" y="719"/>
                  </a:lnTo>
                  <a:lnTo>
                    <a:pt x="187" y="716"/>
                  </a:lnTo>
                  <a:lnTo>
                    <a:pt x="190" y="714"/>
                  </a:lnTo>
                  <a:lnTo>
                    <a:pt x="190" y="714"/>
                  </a:lnTo>
                  <a:lnTo>
                    <a:pt x="193" y="717"/>
                  </a:lnTo>
                  <a:lnTo>
                    <a:pt x="198" y="721"/>
                  </a:lnTo>
                  <a:lnTo>
                    <a:pt x="201" y="722"/>
                  </a:lnTo>
                  <a:lnTo>
                    <a:pt x="207" y="727"/>
                  </a:lnTo>
                  <a:lnTo>
                    <a:pt x="207" y="727"/>
                  </a:lnTo>
                  <a:lnTo>
                    <a:pt x="212" y="719"/>
                  </a:lnTo>
                  <a:lnTo>
                    <a:pt x="214" y="716"/>
                  </a:lnTo>
                  <a:lnTo>
                    <a:pt x="214" y="713"/>
                  </a:lnTo>
                  <a:lnTo>
                    <a:pt x="214" y="713"/>
                  </a:lnTo>
                  <a:lnTo>
                    <a:pt x="214" y="714"/>
                  </a:lnTo>
                  <a:lnTo>
                    <a:pt x="211" y="714"/>
                  </a:lnTo>
                  <a:lnTo>
                    <a:pt x="209" y="709"/>
                  </a:lnTo>
                  <a:lnTo>
                    <a:pt x="209" y="709"/>
                  </a:lnTo>
                  <a:lnTo>
                    <a:pt x="211" y="701"/>
                  </a:lnTo>
                  <a:lnTo>
                    <a:pt x="211" y="693"/>
                  </a:lnTo>
                  <a:lnTo>
                    <a:pt x="211" y="685"/>
                  </a:lnTo>
                  <a:lnTo>
                    <a:pt x="211" y="677"/>
                  </a:lnTo>
                  <a:lnTo>
                    <a:pt x="211" y="677"/>
                  </a:lnTo>
                  <a:lnTo>
                    <a:pt x="217" y="682"/>
                  </a:lnTo>
                  <a:lnTo>
                    <a:pt x="220" y="688"/>
                  </a:lnTo>
                  <a:lnTo>
                    <a:pt x="224" y="696"/>
                  </a:lnTo>
                  <a:lnTo>
                    <a:pt x="228" y="703"/>
                  </a:lnTo>
                  <a:lnTo>
                    <a:pt x="228" y="703"/>
                  </a:lnTo>
                  <a:lnTo>
                    <a:pt x="227" y="708"/>
                  </a:lnTo>
                  <a:lnTo>
                    <a:pt x="225" y="713"/>
                  </a:lnTo>
                  <a:lnTo>
                    <a:pt x="222" y="717"/>
                  </a:lnTo>
                  <a:lnTo>
                    <a:pt x="220" y="724"/>
                  </a:lnTo>
                  <a:lnTo>
                    <a:pt x="220" y="724"/>
                  </a:lnTo>
                  <a:lnTo>
                    <a:pt x="225" y="727"/>
                  </a:lnTo>
                  <a:lnTo>
                    <a:pt x="230" y="730"/>
                  </a:lnTo>
                  <a:lnTo>
                    <a:pt x="236" y="732"/>
                  </a:lnTo>
                  <a:lnTo>
                    <a:pt x="243" y="732"/>
                  </a:lnTo>
                  <a:lnTo>
                    <a:pt x="243" y="732"/>
                  </a:lnTo>
                  <a:lnTo>
                    <a:pt x="246" y="735"/>
                  </a:lnTo>
                  <a:lnTo>
                    <a:pt x="249" y="738"/>
                  </a:lnTo>
                  <a:lnTo>
                    <a:pt x="252" y="746"/>
                  </a:lnTo>
                  <a:lnTo>
                    <a:pt x="261" y="764"/>
                  </a:lnTo>
                  <a:lnTo>
                    <a:pt x="261" y="764"/>
                  </a:lnTo>
                  <a:lnTo>
                    <a:pt x="265" y="764"/>
                  </a:lnTo>
                  <a:lnTo>
                    <a:pt x="272" y="766"/>
                  </a:lnTo>
                  <a:lnTo>
                    <a:pt x="272" y="766"/>
                  </a:lnTo>
                  <a:lnTo>
                    <a:pt x="272" y="770"/>
                  </a:lnTo>
                  <a:lnTo>
                    <a:pt x="272" y="774"/>
                  </a:lnTo>
                  <a:lnTo>
                    <a:pt x="272" y="774"/>
                  </a:lnTo>
                  <a:lnTo>
                    <a:pt x="280" y="772"/>
                  </a:lnTo>
                  <a:lnTo>
                    <a:pt x="286" y="770"/>
                  </a:lnTo>
                  <a:lnTo>
                    <a:pt x="293" y="767"/>
                  </a:lnTo>
                  <a:lnTo>
                    <a:pt x="296" y="767"/>
                  </a:lnTo>
                  <a:lnTo>
                    <a:pt x="299" y="769"/>
                  </a:lnTo>
                  <a:lnTo>
                    <a:pt x="299" y="769"/>
                  </a:lnTo>
                  <a:lnTo>
                    <a:pt x="307" y="764"/>
                  </a:lnTo>
                  <a:lnTo>
                    <a:pt x="315" y="761"/>
                  </a:lnTo>
                  <a:lnTo>
                    <a:pt x="323" y="759"/>
                  </a:lnTo>
                  <a:lnTo>
                    <a:pt x="331" y="758"/>
                  </a:lnTo>
                  <a:lnTo>
                    <a:pt x="351" y="759"/>
                  </a:lnTo>
                  <a:lnTo>
                    <a:pt x="359" y="759"/>
                  </a:lnTo>
                  <a:lnTo>
                    <a:pt x="368" y="758"/>
                  </a:lnTo>
                  <a:lnTo>
                    <a:pt x="368" y="758"/>
                  </a:lnTo>
                  <a:lnTo>
                    <a:pt x="370" y="753"/>
                  </a:lnTo>
                  <a:lnTo>
                    <a:pt x="373" y="751"/>
                  </a:lnTo>
                  <a:lnTo>
                    <a:pt x="383" y="748"/>
                  </a:lnTo>
                  <a:lnTo>
                    <a:pt x="383" y="748"/>
                  </a:lnTo>
                  <a:lnTo>
                    <a:pt x="384" y="751"/>
                  </a:lnTo>
                  <a:lnTo>
                    <a:pt x="384" y="753"/>
                  </a:lnTo>
                  <a:lnTo>
                    <a:pt x="384" y="756"/>
                  </a:lnTo>
                  <a:lnTo>
                    <a:pt x="384" y="758"/>
                  </a:lnTo>
                  <a:lnTo>
                    <a:pt x="384" y="758"/>
                  </a:lnTo>
                  <a:lnTo>
                    <a:pt x="386" y="759"/>
                  </a:lnTo>
                  <a:lnTo>
                    <a:pt x="389" y="761"/>
                  </a:lnTo>
                  <a:lnTo>
                    <a:pt x="391" y="761"/>
                  </a:lnTo>
                  <a:lnTo>
                    <a:pt x="391" y="762"/>
                  </a:lnTo>
                  <a:lnTo>
                    <a:pt x="391" y="762"/>
                  </a:lnTo>
                  <a:lnTo>
                    <a:pt x="397" y="761"/>
                  </a:lnTo>
                  <a:lnTo>
                    <a:pt x="402" y="756"/>
                  </a:lnTo>
                  <a:lnTo>
                    <a:pt x="404" y="753"/>
                  </a:lnTo>
                  <a:lnTo>
                    <a:pt x="402" y="751"/>
                  </a:lnTo>
                  <a:lnTo>
                    <a:pt x="400" y="751"/>
                  </a:lnTo>
                  <a:lnTo>
                    <a:pt x="400" y="751"/>
                  </a:lnTo>
                  <a:lnTo>
                    <a:pt x="413" y="746"/>
                  </a:lnTo>
                  <a:lnTo>
                    <a:pt x="425" y="743"/>
                  </a:lnTo>
                  <a:lnTo>
                    <a:pt x="425" y="743"/>
                  </a:lnTo>
                  <a:lnTo>
                    <a:pt x="426" y="746"/>
                  </a:lnTo>
                  <a:lnTo>
                    <a:pt x="428" y="748"/>
                  </a:lnTo>
                  <a:lnTo>
                    <a:pt x="428" y="750"/>
                  </a:lnTo>
                  <a:lnTo>
                    <a:pt x="428" y="754"/>
                  </a:lnTo>
                  <a:lnTo>
                    <a:pt x="428" y="754"/>
                  </a:lnTo>
                  <a:lnTo>
                    <a:pt x="449" y="753"/>
                  </a:lnTo>
                  <a:lnTo>
                    <a:pt x="468" y="750"/>
                  </a:lnTo>
                  <a:lnTo>
                    <a:pt x="468" y="750"/>
                  </a:lnTo>
                  <a:lnTo>
                    <a:pt x="470" y="754"/>
                  </a:lnTo>
                  <a:lnTo>
                    <a:pt x="470" y="756"/>
                  </a:lnTo>
                  <a:lnTo>
                    <a:pt x="471" y="758"/>
                  </a:lnTo>
                  <a:lnTo>
                    <a:pt x="471" y="758"/>
                  </a:lnTo>
                  <a:lnTo>
                    <a:pt x="474" y="758"/>
                  </a:lnTo>
                  <a:lnTo>
                    <a:pt x="476" y="758"/>
                  </a:lnTo>
                  <a:lnTo>
                    <a:pt x="481" y="756"/>
                  </a:lnTo>
                  <a:lnTo>
                    <a:pt x="484" y="753"/>
                  </a:lnTo>
                  <a:lnTo>
                    <a:pt x="487" y="753"/>
                  </a:lnTo>
                  <a:lnTo>
                    <a:pt x="490" y="753"/>
                  </a:lnTo>
                  <a:lnTo>
                    <a:pt x="490" y="753"/>
                  </a:lnTo>
                  <a:lnTo>
                    <a:pt x="492" y="754"/>
                  </a:lnTo>
                  <a:lnTo>
                    <a:pt x="492" y="758"/>
                  </a:lnTo>
                  <a:lnTo>
                    <a:pt x="492" y="761"/>
                  </a:lnTo>
                  <a:lnTo>
                    <a:pt x="490" y="762"/>
                  </a:lnTo>
                  <a:lnTo>
                    <a:pt x="490" y="762"/>
                  </a:lnTo>
                  <a:lnTo>
                    <a:pt x="495" y="764"/>
                  </a:lnTo>
                  <a:lnTo>
                    <a:pt x="499" y="764"/>
                  </a:lnTo>
                  <a:lnTo>
                    <a:pt x="503" y="762"/>
                  </a:lnTo>
                  <a:lnTo>
                    <a:pt x="510" y="762"/>
                  </a:lnTo>
                  <a:lnTo>
                    <a:pt x="510" y="762"/>
                  </a:lnTo>
                  <a:lnTo>
                    <a:pt x="518" y="758"/>
                  </a:lnTo>
                  <a:lnTo>
                    <a:pt x="518" y="758"/>
                  </a:lnTo>
                  <a:lnTo>
                    <a:pt x="527" y="758"/>
                  </a:lnTo>
                  <a:lnTo>
                    <a:pt x="536" y="756"/>
                  </a:lnTo>
                  <a:lnTo>
                    <a:pt x="548" y="750"/>
                  </a:lnTo>
                  <a:lnTo>
                    <a:pt x="560" y="741"/>
                  </a:lnTo>
                  <a:lnTo>
                    <a:pt x="573" y="733"/>
                  </a:lnTo>
                  <a:lnTo>
                    <a:pt x="573" y="733"/>
                  </a:lnTo>
                  <a:lnTo>
                    <a:pt x="581" y="729"/>
                  </a:lnTo>
                  <a:lnTo>
                    <a:pt x="589" y="722"/>
                  </a:lnTo>
                  <a:lnTo>
                    <a:pt x="589" y="722"/>
                  </a:lnTo>
                  <a:lnTo>
                    <a:pt x="601" y="711"/>
                  </a:lnTo>
                  <a:lnTo>
                    <a:pt x="614" y="698"/>
                  </a:lnTo>
                  <a:lnTo>
                    <a:pt x="638" y="672"/>
                  </a:lnTo>
                  <a:lnTo>
                    <a:pt x="661" y="645"/>
                  </a:lnTo>
                  <a:lnTo>
                    <a:pt x="683" y="619"/>
                  </a:lnTo>
                  <a:lnTo>
                    <a:pt x="683" y="619"/>
                  </a:lnTo>
                  <a:lnTo>
                    <a:pt x="688" y="610"/>
                  </a:lnTo>
                  <a:lnTo>
                    <a:pt x="695" y="603"/>
                  </a:lnTo>
                  <a:lnTo>
                    <a:pt x="708" y="589"/>
                  </a:lnTo>
                  <a:lnTo>
                    <a:pt x="708" y="589"/>
                  </a:lnTo>
                  <a:lnTo>
                    <a:pt x="711" y="590"/>
                  </a:lnTo>
                  <a:lnTo>
                    <a:pt x="712" y="592"/>
                  </a:lnTo>
                  <a:lnTo>
                    <a:pt x="714" y="594"/>
                  </a:lnTo>
                  <a:lnTo>
                    <a:pt x="716" y="594"/>
                  </a:lnTo>
                  <a:lnTo>
                    <a:pt x="716" y="594"/>
                  </a:lnTo>
                  <a:lnTo>
                    <a:pt x="719" y="590"/>
                  </a:lnTo>
                  <a:lnTo>
                    <a:pt x="720" y="587"/>
                  </a:lnTo>
                  <a:lnTo>
                    <a:pt x="722" y="577"/>
                  </a:lnTo>
                  <a:lnTo>
                    <a:pt x="722" y="573"/>
                  </a:lnTo>
                  <a:lnTo>
                    <a:pt x="724" y="569"/>
                  </a:lnTo>
                  <a:lnTo>
                    <a:pt x="727" y="566"/>
                  </a:lnTo>
                  <a:lnTo>
                    <a:pt x="732" y="566"/>
                  </a:lnTo>
                  <a:lnTo>
                    <a:pt x="732" y="566"/>
                  </a:lnTo>
                  <a:lnTo>
                    <a:pt x="735" y="568"/>
                  </a:lnTo>
                  <a:lnTo>
                    <a:pt x="737" y="571"/>
                  </a:lnTo>
                  <a:lnTo>
                    <a:pt x="738" y="574"/>
                  </a:lnTo>
                  <a:lnTo>
                    <a:pt x="738" y="579"/>
                  </a:lnTo>
                  <a:lnTo>
                    <a:pt x="740" y="600"/>
                  </a:lnTo>
                  <a:lnTo>
                    <a:pt x="740" y="600"/>
                  </a:lnTo>
                  <a:lnTo>
                    <a:pt x="741" y="610"/>
                  </a:lnTo>
                  <a:lnTo>
                    <a:pt x="743" y="614"/>
                  </a:lnTo>
                  <a:lnTo>
                    <a:pt x="743" y="619"/>
                  </a:lnTo>
                  <a:lnTo>
                    <a:pt x="743" y="619"/>
                  </a:lnTo>
                  <a:lnTo>
                    <a:pt x="741" y="631"/>
                  </a:lnTo>
                  <a:lnTo>
                    <a:pt x="743" y="635"/>
                  </a:lnTo>
                  <a:lnTo>
                    <a:pt x="745" y="640"/>
                  </a:lnTo>
                  <a:lnTo>
                    <a:pt x="745" y="640"/>
                  </a:lnTo>
                  <a:lnTo>
                    <a:pt x="748" y="637"/>
                  </a:lnTo>
                  <a:lnTo>
                    <a:pt x="751" y="634"/>
                  </a:lnTo>
                  <a:lnTo>
                    <a:pt x="756" y="626"/>
                  </a:lnTo>
                  <a:lnTo>
                    <a:pt x="759" y="616"/>
                  </a:lnTo>
                  <a:lnTo>
                    <a:pt x="761" y="608"/>
                  </a:lnTo>
                  <a:lnTo>
                    <a:pt x="761" y="608"/>
                  </a:lnTo>
                  <a:lnTo>
                    <a:pt x="764" y="584"/>
                  </a:lnTo>
                  <a:lnTo>
                    <a:pt x="765" y="560"/>
                  </a:lnTo>
                  <a:lnTo>
                    <a:pt x="767" y="510"/>
                  </a:lnTo>
                  <a:lnTo>
                    <a:pt x="767" y="510"/>
                  </a:lnTo>
                  <a:lnTo>
                    <a:pt x="769" y="505"/>
                  </a:lnTo>
                  <a:lnTo>
                    <a:pt x="770" y="500"/>
                  </a:lnTo>
                  <a:lnTo>
                    <a:pt x="770" y="500"/>
                  </a:lnTo>
                  <a:lnTo>
                    <a:pt x="769" y="492"/>
                  </a:lnTo>
                  <a:lnTo>
                    <a:pt x="767" y="483"/>
                  </a:lnTo>
                  <a:lnTo>
                    <a:pt x="767" y="483"/>
                  </a:lnTo>
                  <a:lnTo>
                    <a:pt x="767" y="474"/>
                  </a:lnTo>
                  <a:lnTo>
                    <a:pt x="770" y="466"/>
                  </a:lnTo>
                  <a:lnTo>
                    <a:pt x="777" y="452"/>
                  </a:lnTo>
                  <a:lnTo>
                    <a:pt x="778" y="444"/>
                  </a:lnTo>
                  <a:lnTo>
                    <a:pt x="780" y="437"/>
                  </a:lnTo>
                  <a:lnTo>
                    <a:pt x="780" y="429"/>
                  </a:lnTo>
                  <a:lnTo>
                    <a:pt x="777" y="421"/>
                  </a:lnTo>
                  <a:lnTo>
                    <a:pt x="777" y="421"/>
                  </a:lnTo>
                  <a:close/>
                  <a:moveTo>
                    <a:pt x="117" y="639"/>
                  </a:moveTo>
                  <a:lnTo>
                    <a:pt x="117" y="639"/>
                  </a:lnTo>
                  <a:lnTo>
                    <a:pt x="116" y="639"/>
                  </a:lnTo>
                  <a:lnTo>
                    <a:pt x="114" y="640"/>
                  </a:lnTo>
                  <a:lnTo>
                    <a:pt x="113" y="642"/>
                  </a:lnTo>
                  <a:lnTo>
                    <a:pt x="111" y="642"/>
                  </a:lnTo>
                  <a:lnTo>
                    <a:pt x="111" y="642"/>
                  </a:lnTo>
                  <a:lnTo>
                    <a:pt x="109" y="640"/>
                  </a:lnTo>
                  <a:lnTo>
                    <a:pt x="109" y="637"/>
                  </a:lnTo>
                  <a:lnTo>
                    <a:pt x="108" y="634"/>
                  </a:lnTo>
                  <a:lnTo>
                    <a:pt x="108" y="634"/>
                  </a:lnTo>
                  <a:lnTo>
                    <a:pt x="113" y="634"/>
                  </a:lnTo>
                  <a:lnTo>
                    <a:pt x="116" y="634"/>
                  </a:lnTo>
                  <a:lnTo>
                    <a:pt x="117" y="632"/>
                  </a:lnTo>
                  <a:lnTo>
                    <a:pt x="117" y="632"/>
                  </a:lnTo>
                  <a:lnTo>
                    <a:pt x="117" y="635"/>
                  </a:lnTo>
                  <a:lnTo>
                    <a:pt x="117" y="639"/>
                  </a:lnTo>
                  <a:lnTo>
                    <a:pt x="117" y="639"/>
                  </a:lnTo>
                  <a:close/>
                  <a:moveTo>
                    <a:pt x="212" y="676"/>
                  </a:moveTo>
                  <a:lnTo>
                    <a:pt x="212" y="676"/>
                  </a:lnTo>
                  <a:lnTo>
                    <a:pt x="209" y="674"/>
                  </a:lnTo>
                  <a:lnTo>
                    <a:pt x="204" y="674"/>
                  </a:lnTo>
                  <a:lnTo>
                    <a:pt x="204" y="674"/>
                  </a:lnTo>
                  <a:lnTo>
                    <a:pt x="204" y="671"/>
                  </a:lnTo>
                  <a:lnTo>
                    <a:pt x="204" y="669"/>
                  </a:lnTo>
                  <a:lnTo>
                    <a:pt x="203" y="669"/>
                  </a:lnTo>
                  <a:lnTo>
                    <a:pt x="203" y="669"/>
                  </a:lnTo>
                  <a:lnTo>
                    <a:pt x="204" y="668"/>
                  </a:lnTo>
                  <a:lnTo>
                    <a:pt x="203" y="666"/>
                  </a:lnTo>
                  <a:lnTo>
                    <a:pt x="201" y="664"/>
                  </a:lnTo>
                  <a:lnTo>
                    <a:pt x="201" y="663"/>
                  </a:lnTo>
                  <a:lnTo>
                    <a:pt x="201" y="663"/>
                  </a:lnTo>
                  <a:lnTo>
                    <a:pt x="204" y="663"/>
                  </a:lnTo>
                  <a:lnTo>
                    <a:pt x="209" y="664"/>
                  </a:lnTo>
                  <a:lnTo>
                    <a:pt x="209" y="664"/>
                  </a:lnTo>
                  <a:lnTo>
                    <a:pt x="207" y="668"/>
                  </a:lnTo>
                  <a:lnTo>
                    <a:pt x="209" y="669"/>
                  </a:lnTo>
                  <a:lnTo>
                    <a:pt x="211" y="671"/>
                  </a:lnTo>
                  <a:lnTo>
                    <a:pt x="212" y="676"/>
                  </a:lnTo>
                  <a:lnTo>
                    <a:pt x="212" y="676"/>
                  </a:lnTo>
                  <a:close/>
                  <a:moveTo>
                    <a:pt x="320" y="745"/>
                  </a:moveTo>
                  <a:lnTo>
                    <a:pt x="320" y="745"/>
                  </a:lnTo>
                  <a:lnTo>
                    <a:pt x="320" y="740"/>
                  </a:lnTo>
                  <a:lnTo>
                    <a:pt x="320" y="737"/>
                  </a:lnTo>
                  <a:lnTo>
                    <a:pt x="322" y="735"/>
                  </a:lnTo>
                  <a:lnTo>
                    <a:pt x="325" y="737"/>
                  </a:lnTo>
                  <a:lnTo>
                    <a:pt x="326" y="738"/>
                  </a:lnTo>
                  <a:lnTo>
                    <a:pt x="326" y="740"/>
                  </a:lnTo>
                  <a:lnTo>
                    <a:pt x="325" y="743"/>
                  </a:lnTo>
                  <a:lnTo>
                    <a:pt x="320" y="745"/>
                  </a:lnTo>
                  <a:lnTo>
                    <a:pt x="320" y="745"/>
                  </a:lnTo>
                  <a:close/>
                  <a:moveTo>
                    <a:pt x="343" y="745"/>
                  </a:moveTo>
                  <a:lnTo>
                    <a:pt x="343" y="745"/>
                  </a:lnTo>
                  <a:lnTo>
                    <a:pt x="343" y="743"/>
                  </a:lnTo>
                  <a:lnTo>
                    <a:pt x="341" y="741"/>
                  </a:lnTo>
                  <a:lnTo>
                    <a:pt x="341" y="741"/>
                  </a:lnTo>
                  <a:lnTo>
                    <a:pt x="343" y="740"/>
                  </a:lnTo>
                  <a:lnTo>
                    <a:pt x="344" y="740"/>
                  </a:lnTo>
                  <a:lnTo>
                    <a:pt x="347" y="741"/>
                  </a:lnTo>
                  <a:lnTo>
                    <a:pt x="347" y="741"/>
                  </a:lnTo>
                  <a:lnTo>
                    <a:pt x="346" y="743"/>
                  </a:lnTo>
                  <a:lnTo>
                    <a:pt x="343" y="745"/>
                  </a:lnTo>
                  <a:lnTo>
                    <a:pt x="343" y="745"/>
                  </a:lnTo>
                  <a:close/>
                  <a:moveTo>
                    <a:pt x="77" y="513"/>
                  </a:moveTo>
                  <a:lnTo>
                    <a:pt x="82" y="513"/>
                  </a:lnTo>
                  <a:lnTo>
                    <a:pt x="82" y="513"/>
                  </a:lnTo>
                  <a:lnTo>
                    <a:pt x="82" y="511"/>
                  </a:lnTo>
                  <a:lnTo>
                    <a:pt x="82" y="508"/>
                  </a:lnTo>
                  <a:lnTo>
                    <a:pt x="82" y="508"/>
                  </a:lnTo>
                  <a:lnTo>
                    <a:pt x="79" y="508"/>
                  </a:lnTo>
                  <a:lnTo>
                    <a:pt x="79" y="508"/>
                  </a:lnTo>
                  <a:lnTo>
                    <a:pt x="80" y="510"/>
                  </a:lnTo>
                  <a:lnTo>
                    <a:pt x="82" y="511"/>
                  </a:lnTo>
                  <a:lnTo>
                    <a:pt x="82" y="511"/>
                  </a:lnTo>
                  <a:lnTo>
                    <a:pt x="79" y="511"/>
                  </a:lnTo>
                  <a:lnTo>
                    <a:pt x="77" y="513"/>
                  </a:lnTo>
                  <a:lnTo>
                    <a:pt x="77" y="513"/>
                  </a:lnTo>
                  <a:lnTo>
                    <a:pt x="77" y="513"/>
                  </a:lnTo>
                  <a:close/>
                  <a:moveTo>
                    <a:pt x="232" y="815"/>
                  </a:moveTo>
                  <a:lnTo>
                    <a:pt x="232" y="815"/>
                  </a:lnTo>
                  <a:lnTo>
                    <a:pt x="224" y="814"/>
                  </a:lnTo>
                  <a:lnTo>
                    <a:pt x="224" y="814"/>
                  </a:lnTo>
                  <a:lnTo>
                    <a:pt x="204" y="801"/>
                  </a:lnTo>
                  <a:lnTo>
                    <a:pt x="187" y="790"/>
                  </a:lnTo>
                  <a:lnTo>
                    <a:pt x="169" y="777"/>
                  </a:lnTo>
                  <a:lnTo>
                    <a:pt x="159" y="770"/>
                  </a:lnTo>
                  <a:lnTo>
                    <a:pt x="153" y="762"/>
                  </a:lnTo>
                  <a:lnTo>
                    <a:pt x="153" y="762"/>
                  </a:lnTo>
                  <a:lnTo>
                    <a:pt x="145" y="759"/>
                  </a:lnTo>
                  <a:lnTo>
                    <a:pt x="138" y="756"/>
                  </a:lnTo>
                  <a:lnTo>
                    <a:pt x="129" y="745"/>
                  </a:lnTo>
                  <a:lnTo>
                    <a:pt x="124" y="740"/>
                  </a:lnTo>
                  <a:lnTo>
                    <a:pt x="117" y="735"/>
                  </a:lnTo>
                  <a:lnTo>
                    <a:pt x="113" y="732"/>
                  </a:lnTo>
                  <a:lnTo>
                    <a:pt x="105" y="730"/>
                  </a:lnTo>
                  <a:lnTo>
                    <a:pt x="105" y="730"/>
                  </a:lnTo>
                  <a:lnTo>
                    <a:pt x="117" y="748"/>
                  </a:lnTo>
                  <a:lnTo>
                    <a:pt x="124" y="756"/>
                  </a:lnTo>
                  <a:lnTo>
                    <a:pt x="132" y="762"/>
                  </a:lnTo>
                  <a:lnTo>
                    <a:pt x="132" y="762"/>
                  </a:lnTo>
                  <a:lnTo>
                    <a:pt x="137" y="766"/>
                  </a:lnTo>
                  <a:lnTo>
                    <a:pt x="142" y="767"/>
                  </a:lnTo>
                  <a:lnTo>
                    <a:pt x="142" y="767"/>
                  </a:lnTo>
                  <a:lnTo>
                    <a:pt x="150" y="775"/>
                  </a:lnTo>
                  <a:lnTo>
                    <a:pt x="158" y="783"/>
                  </a:lnTo>
                  <a:lnTo>
                    <a:pt x="158" y="783"/>
                  </a:lnTo>
                  <a:lnTo>
                    <a:pt x="169" y="790"/>
                  </a:lnTo>
                  <a:lnTo>
                    <a:pt x="169" y="790"/>
                  </a:lnTo>
                  <a:lnTo>
                    <a:pt x="203" y="811"/>
                  </a:lnTo>
                  <a:lnTo>
                    <a:pt x="220" y="819"/>
                  </a:lnTo>
                  <a:lnTo>
                    <a:pt x="236" y="825"/>
                  </a:lnTo>
                  <a:lnTo>
                    <a:pt x="236" y="825"/>
                  </a:lnTo>
                  <a:lnTo>
                    <a:pt x="238" y="825"/>
                  </a:lnTo>
                  <a:lnTo>
                    <a:pt x="238" y="824"/>
                  </a:lnTo>
                  <a:lnTo>
                    <a:pt x="238" y="824"/>
                  </a:lnTo>
                  <a:lnTo>
                    <a:pt x="235" y="820"/>
                  </a:lnTo>
                  <a:lnTo>
                    <a:pt x="232" y="815"/>
                  </a:lnTo>
                  <a:lnTo>
                    <a:pt x="232" y="815"/>
                  </a:lnTo>
                  <a:close/>
                  <a:moveTo>
                    <a:pt x="252" y="825"/>
                  </a:moveTo>
                  <a:lnTo>
                    <a:pt x="252" y="825"/>
                  </a:lnTo>
                  <a:lnTo>
                    <a:pt x="249" y="827"/>
                  </a:lnTo>
                  <a:lnTo>
                    <a:pt x="246" y="827"/>
                  </a:lnTo>
                  <a:lnTo>
                    <a:pt x="244" y="827"/>
                  </a:lnTo>
                  <a:lnTo>
                    <a:pt x="243" y="828"/>
                  </a:lnTo>
                  <a:lnTo>
                    <a:pt x="243" y="828"/>
                  </a:lnTo>
                  <a:lnTo>
                    <a:pt x="251" y="830"/>
                  </a:lnTo>
                  <a:lnTo>
                    <a:pt x="259" y="833"/>
                  </a:lnTo>
                  <a:lnTo>
                    <a:pt x="269" y="836"/>
                  </a:lnTo>
                  <a:lnTo>
                    <a:pt x="278" y="838"/>
                  </a:lnTo>
                  <a:lnTo>
                    <a:pt x="278" y="838"/>
                  </a:lnTo>
                  <a:lnTo>
                    <a:pt x="277" y="835"/>
                  </a:lnTo>
                  <a:lnTo>
                    <a:pt x="273" y="833"/>
                  </a:lnTo>
                  <a:lnTo>
                    <a:pt x="267" y="832"/>
                  </a:lnTo>
                  <a:lnTo>
                    <a:pt x="259" y="828"/>
                  </a:lnTo>
                  <a:lnTo>
                    <a:pt x="254" y="828"/>
                  </a:lnTo>
                  <a:lnTo>
                    <a:pt x="252" y="825"/>
                  </a:lnTo>
                  <a:lnTo>
                    <a:pt x="252" y="825"/>
                  </a:lnTo>
                  <a:close/>
                </a:path>
              </a:pathLst>
            </a:custGeom>
            <a:solidFill>
              <a:schemeClr val="accent1"/>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grpSp>
      <p:sp>
        <p:nvSpPr>
          <p:cNvPr id="31" name="Freeform 13"/>
          <p:cNvSpPr>
            <a:spLocks/>
          </p:cNvSpPr>
          <p:nvPr>
            <p:custDataLst>
              <p:tags r:id="rId6"/>
            </p:custDataLst>
          </p:nvPr>
        </p:nvSpPr>
        <p:spPr bwMode="auto">
          <a:xfrm rot="5400000" flipH="1">
            <a:off x="3426619" y="3740944"/>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2" name="Freeform 13"/>
          <p:cNvSpPr>
            <a:spLocks/>
          </p:cNvSpPr>
          <p:nvPr>
            <p:custDataLst>
              <p:tags r:id="rId7"/>
            </p:custDataLst>
          </p:nvPr>
        </p:nvSpPr>
        <p:spPr bwMode="auto">
          <a:xfrm rot="5400000" flipV="1">
            <a:off x="7106444" y="3350419"/>
            <a:ext cx="381000" cy="557212"/>
          </a:xfrm>
          <a:custGeom>
            <a:avLst/>
            <a:gdLst>
              <a:gd name="T0" fmla="*/ 166 w 720"/>
              <a:gd name="T1" fmla="*/ 681 h 702"/>
              <a:gd name="T2" fmla="*/ 163 w 720"/>
              <a:gd name="T3" fmla="*/ 678 h 702"/>
              <a:gd name="T4" fmla="*/ 45 w 720"/>
              <a:gd name="T5" fmla="*/ 164 h 702"/>
              <a:gd name="T6" fmla="*/ 53 w 720"/>
              <a:gd name="T7" fmla="*/ 173 h 702"/>
              <a:gd name="T8" fmla="*/ 42 w 720"/>
              <a:gd name="T9" fmla="*/ 55 h 702"/>
              <a:gd name="T10" fmla="*/ 57 w 720"/>
              <a:gd name="T11" fmla="*/ 104 h 702"/>
              <a:gd name="T12" fmla="*/ 202 w 720"/>
              <a:gd name="T13" fmla="*/ 681 h 702"/>
              <a:gd name="T14" fmla="*/ 7 w 720"/>
              <a:gd name="T15" fmla="*/ 51 h 702"/>
              <a:gd name="T16" fmla="*/ 33 w 720"/>
              <a:gd name="T17" fmla="*/ 295 h 702"/>
              <a:gd name="T18" fmla="*/ 34 w 720"/>
              <a:gd name="T19" fmla="*/ 325 h 702"/>
              <a:gd name="T20" fmla="*/ 23 w 720"/>
              <a:gd name="T21" fmla="*/ 170 h 702"/>
              <a:gd name="T22" fmla="*/ 79 w 720"/>
              <a:gd name="T23" fmla="*/ 375 h 702"/>
              <a:gd name="T24" fmla="*/ 79 w 720"/>
              <a:gd name="T25" fmla="*/ 489 h 702"/>
              <a:gd name="T26" fmla="*/ 81 w 720"/>
              <a:gd name="T27" fmla="*/ 552 h 702"/>
              <a:gd name="T28" fmla="*/ 145 w 720"/>
              <a:gd name="T29" fmla="*/ 631 h 702"/>
              <a:gd name="T30" fmla="*/ 265 w 720"/>
              <a:gd name="T31" fmla="*/ 621 h 702"/>
              <a:gd name="T32" fmla="*/ 354 w 720"/>
              <a:gd name="T33" fmla="*/ 606 h 702"/>
              <a:gd name="T34" fmla="*/ 519 w 720"/>
              <a:gd name="T35" fmla="*/ 578 h 702"/>
              <a:gd name="T36" fmla="*/ 703 w 720"/>
              <a:gd name="T37" fmla="*/ 569 h 702"/>
              <a:gd name="T38" fmla="*/ 569 w 720"/>
              <a:gd name="T39" fmla="*/ 624 h 702"/>
              <a:gd name="T40" fmla="*/ 472 w 720"/>
              <a:gd name="T41" fmla="*/ 626 h 702"/>
              <a:gd name="T42" fmla="*/ 219 w 720"/>
              <a:gd name="T43" fmla="*/ 677 h 702"/>
              <a:gd name="T44" fmla="*/ 185 w 720"/>
              <a:gd name="T45" fmla="*/ 659 h 702"/>
              <a:gd name="T46" fmla="*/ 88 w 720"/>
              <a:gd name="T47" fmla="*/ 676 h 702"/>
              <a:gd name="T48" fmla="*/ 39 w 720"/>
              <a:gd name="T49" fmla="*/ 602 h 702"/>
              <a:gd name="T50" fmla="*/ 36 w 720"/>
              <a:gd name="T51" fmla="*/ 501 h 702"/>
              <a:gd name="T52" fmla="*/ 45 w 720"/>
              <a:gd name="T53" fmla="*/ 662 h 702"/>
              <a:gd name="T54" fmla="*/ 57 w 720"/>
              <a:gd name="T55" fmla="*/ 693 h 702"/>
              <a:gd name="T56" fmla="*/ 16 w 720"/>
              <a:gd name="T57" fmla="*/ 554 h 702"/>
              <a:gd name="T58" fmla="*/ 37 w 720"/>
              <a:gd name="T59" fmla="*/ 385 h 702"/>
              <a:gd name="T60" fmla="*/ 45 w 720"/>
              <a:gd name="T61" fmla="*/ 342 h 702"/>
              <a:gd name="T62" fmla="*/ 28 w 720"/>
              <a:gd name="T63" fmla="*/ 268 h 702"/>
              <a:gd name="T64" fmla="*/ 29 w 720"/>
              <a:gd name="T65" fmla="*/ 221 h 702"/>
              <a:gd name="T66" fmla="*/ 34 w 720"/>
              <a:gd name="T67" fmla="*/ 210 h 702"/>
              <a:gd name="T68" fmla="*/ 52 w 720"/>
              <a:gd name="T69" fmla="*/ 188 h 702"/>
              <a:gd name="T70" fmla="*/ 54 w 720"/>
              <a:gd name="T71" fmla="*/ 234 h 702"/>
              <a:gd name="T72" fmla="*/ 57 w 720"/>
              <a:gd name="T73" fmla="*/ 574 h 702"/>
              <a:gd name="T74" fmla="*/ 68 w 720"/>
              <a:gd name="T75" fmla="*/ 528 h 702"/>
              <a:gd name="T76" fmla="*/ 76 w 720"/>
              <a:gd name="T77" fmla="*/ 487 h 702"/>
              <a:gd name="T78" fmla="*/ 48 w 720"/>
              <a:gd name="T79" fmla="*/ 223 h 702"/>
              <a:gd name="T80" fmla="*/ 50 w 720"/>
              <a:gd name="T81" fmla="*/ 253 h 702"/>
              <a:gd name="T82" fmla="*/ 50 w 720"/>
              <a:gd name="T83" fmla="*/ 280 h 702"/>
              <a:gd name="T84" fmla="*/ 45 w 720"/>
              <a:gd name="T85" fmla="*/ 307 h 702"/>
              <a:gd name="T86" fmla="*/ 47 w 720"/>
              <a:gd name="T87" fmla="*/ 335 h 702"/>
              <a:gd name="T88" fmla="*/ 35 w 720"/>
              <a:gd name="T89" fmla="*/ 382 h 702"/>
              <a:gd name="T90" fmla="*/ 42 w 720"/>
              <a:gd name="T91" fmla="*/ 449 h 702"/>
              <a:gd name="T92" fmla="*/ 29 w 720"/>
              <a:gd name="T93" fmla="*/ 586 h 702"/>
              <a:gd name="T94" fmla="*/ 40 w 720"/>
              <a:gd name="T95" fmla="*/ 577 h 702"/>
              <a:gd name="T96" fmla="*/ 598 w 720"/>
              <a:gd name="T97" fmla="*/ 623 h 702"/>
              <a:gd name="T98" fmla="*/ 330 w 720"/>
              <a:gd name="T99" fmla="*/ 608 h 702"/>
              <a:gd name="T100" fmla="*/ 296 w 720"/>
              <a:gd name="T101" fmla="*/ 642 h 702"/>
              <a:gd name="T102" fmla="*/ 178 w 720"/>
              <a:gd name="T103" fmla="*/ 662 h 702"/>
              <a:gd name="T104" fmla="*/ 68 w 720"/>
              <a:gd name="T105" fmla="*/ 544 h 702"/>
              <a:gd name="T106" fmla="*/ 56 w 720"/>
              <a:gd name="T107" fmla="*/ 191 h 702"/>
              <a:gd name="T108" fmla="*/ 436 w 720"/>
              <a:gd name="T109" fmla="*/ 643 h 702"/>
              <a:gd name="T110" fmla="*/ 80 w 720"/>
              <a:gd name="T111" fmla="*/ 430 h 702"/>
              <a:gd name="T112" fmla="*/ 83 w 720"/>
              <a:gd name="T113" fmla="*/ 454 h 702"/>
              <a:gd name="T114" fmla="*/ 79 w 720"/>
              <a:gd name="T115" fmla="*/ 15 h 702"/>
              <a:gd name="T116" fmla="*/ 91 w 720"/>
              <a:gd name="T117" fmla="*/ 163 h 702"/>
              <a:gd name="T118" fmla="*/ 81 w 720"/>
              <a:gd name="T119" fmla="*/ 349 h 702"/>
              <a:gd name="T120" fmla="*/ 74 w 720"/>
              <a:gd name="T121" fmla="*/ 247 h 702"/>
              <a:gd name="T122" fmla="*/ 88 w 720"/>
              <a:gd name="T123" fmla="*/ 347 h 702"/>
              <a:gd name="T124" fmla="*/ 92 w 720"/>
              <a:gd name="T125" fmla="*/ 84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0" h="702">
                <a:moveTo>
                  <a:pt x="157" y="689"/>
                </a:moveTo>
                <a:lnTo>
                  <a:pt x="157" y="689"/>
                </a:lnTo>
                <a:lnTo>
                  <a:pt x="157" y="691"/>
                </a:lnTo>
                <a:lnTo>
                  <a:pt x="156" y="692"/>
                </a:lnTo>
                <a:lnTo>
                  <a:pt x="155" y="692"/>
                </a:lnTo>
                <a:lnTo>
                  <a:pt x="155" y="692"/>
                </a:lnTo>
                <a:lnTo>
                  <a:pt x="155" y="692"/>
                </a:lnTo>
                <a:lnTo>
                  <a:pt x="156" y="691"/>
                </a:lnTo>
                <a:lnTo>
                  <a:pt x="155" y="691"/>
                </a:lnTo>
                <a:lnTo>
                  <a:pt x="155" y="691"/>
                </a:lnTo>
                <a:lnTo>
                  <a:pt x="156" y="689"/>
                </a:lnTo>
                <a:lnTo>
                  <a:pt x="157" y="689"/>
                </a:lnTo>
                <a:lnTo>
                  <a:pt x="157" y="689"/>
                </a:lnTo>
                <a:close/>
                <a:moveTo>
                  <a:pt x="164" y="684"/>
                </a:moveTo>
                <a:lnTo>
                  <a:pt x="164" y="684"/>
                </a:lnTo>
                <a:lnTo>
                  <a:pt x="163" y="684"/>
                </a:lnTo>
                <a:lnTo>
                  <a:pt x="163" y="686"/>
                </a:lnTo>
                <a:lnTo>
                  <a:pt x="163" y="686"/>
                </a:lnTo>
                <a:lnTo>
                  <a:pt x="162" y="686"/>
                </a:lnTo>
                <a:lnTo>
                  <a:pt x="162" y="684"/>
                </a:lnTo>
                <a:lnTo>
                  <a:pt x="162" y="684"/>
                </a:lnTo>
                <a:lnTo>
                  <a:pt x="159" y="684"/>
                </a:lnTo>
                <a:lnTo>
                  <a:pt x="158" y="684"/>
                </a:lnTo>
                <a:lnTo>
                  <a:pt x="158" y="684"/>
                </a:lnTo>
                <a:lnTo>
                  <a:pt x="158" y="684"/>
                </a:lnTo>
                <a:lnTo>
                  <a:pt x="162" y="683"/>
                </a:lnTo>
                <a:lnTo>
                  <a:pt x="164" y="684"/>
                </a:lnTo>
                <a:lnTo>
                  <a:pt x="164" y="684"/>
                </a:lnTo>
                <a:close/>
                <a:moveTo>
                  <a:pt x="157" y="691"/>
                </a:moveTo>
                <a:lnTo>
                  <a:pt x="159" y="691"/>
                </a:lnTo>
                <a:lnTo>
                  <a:pt x="159" y="691"/>
                </a:lnTo>
                <a:lnTo>
                  <a:pt x="159" y="692"/>
                </a:lnTo>
                <a:lnTo>
                  <a:pt x="158" y="692"/>
                </a:lnTo>
                <a:lnTo>
                  <a:pt x="157" y="692"/>
                </a:lnTo>
                <a:lnTo>
                  <a:pt x="157" y="691"/>
                </a:lnTo>
                <a:lnTo>
                  <a:pt x="157" y="691"/>
                </a:lnTo>
                <a:close/>
                <a:moveTo>
                  <a:pt x="187" y="677"/>
                </a:moveTo>
                <a:lnTo>
                  <a:pt x="187" y="677"/>
                </a:lnTo>
                <a:lnTo>
                  <a:pt x="186" y="678"/>
                </a:lnTo>
                <a:lnTo>
                  <a:pt x="185" y="678"/>
                </a:lnTo>
                <a:lnTo>
                  <a:pt x="185" y="678"/>
                </a:lnTo>
                <a:lnTo>
                  <a:pt x="184" y="679"/>
                </a:lnTo>
                <a:lnTo>
                  <a:pt x="184" y="681"/>
                </a:lnTo>
                <a:lnTo>
                  <a:pt x="178" y="682"/>
                </a:lnTo>
                <a:lnTo>
                  <a:pt x="178" y="682"/>
                </a:lnTo>
                <a:lnTo>
                  <a:pt x="178" y="681"/>
                </a:lnTo>
                <a:lnTo>
                  <a:pt x="178" y="681"/>
                </a:lnTo>
                <a:lnTo>
                  <a:pt x="180" y="681"/>
                </a:lnTo>
                <a:lnTo>
                  <a:pt x="180" y="681"/>
                </a:lnTo>
                <a:lnTo>
                  <a:pt x="179" y="679"/>
                </a:lnTo>
                <a:lnTo>
                  <a:pt x="178" y="678"/>
                </a:lnTo>
                <a:lnTo>
                  <a:pt x="178" y="678"/>
                </a:lnTo>
                <a:lnTo>
                  <a:pt x="178" y="679"/>
                </a:lnTo>
                <a:lnTo>
                  <a:pt x="176" y="681"/>
                </a:lnTo>
                <a:lnTo>
                  <a:pt x="176" y="681"/>
                </a:lnTo>
                <a:lnTo>
                  <a:pt x="175" y="681"/>
                </a:lnTo>
                <a:lnTo>
                  <a:pt x="174" y="679"/>
                </a:lnTo>
                <a:lnTo>
                  <a:pt x="172" y="678"/>
                </a:lnTo>
                <a:lnTo>
                  <a:pt x="172" y="678"/>
                </a:lnTo>
                <a:lnTo>
                  <a:pt x="169" y="678"/>
                </a:lnTo>
                <a:lnTo>
                  <a:pt x="167" y="678"/>
                </a:lnTo>
                <a:lnTo>
                  <a:pt x="167" y="678"/>
                </a:lnTo>
                <a:lnTo>
                  <a:pt x="169" y="677"/>
                </a:lnTo>
                <a:lnTo>
                  <a:pt x="172" y="677"/>
                </a:lnTo>
                <a:lnTo>
                  <a:pt x="176" y="678"/>
                </a:lnTo>
                <a:lnTo>
                  <a:pt x="176" y="678"/>
                </a:lnTo>
                <a:lnTo>
                  <a:pt x="175" y="677"/>
                </a:lnTo>
                <a:lnTo>
                  <a:pt x="175" y="677"/>
                </a:lnTo>
                <a:lnTo>
                  <a:pt x="175" y="677"/>
                </a:lnTo>
                <a:lnTo>
                  <a:pt x="178" y="677"/>
                </a:lnTo>
                <a:lnTo>
                  <a:pt x="179" y="677"/>
                </a:lnTo>
                <a:lnTo>
                  <a:pt x="179" y="678"/>
                </a:lnTo>
                <a:lnTo>
                  <a:pt x="179" y="678"/>
                </a:lnTo>
                <a:lnTo>
                  <a:pt x="181" y="678"/>
                </a:lnTo>
                <a:lnTo>
                  <a:pt x="184" y="677"/>
                </a:lnTo>
                <a:lnTo>
                  <a:pt x="185" y="676"/>
                </a:lnTo>
                <a:lnTo>
                  <a:pt x="187" y="676"/>
                </a:lnTo>
                <a:lnTo>
                  <a:pt x="187" y="676"/>
                </a:lnTo>
                <a:lnTo>
                  <a:pt x="187" y="676"/>
                </a:lnTo>
                <a:lnTo>
                  <a:pt x="188" y="677"/>
                </a:lnTo>
                <a:lnTo>
                  <a:pt x="188" y="677"/>
                </a:lnTo>
                <a:lnTo>
                  <a:pt x="187" y="674"/>
                </a:lnTo>
                <a:lnTo>
                  <a:pt x="186" y="674"/>
                </a:lnTo>
                <a:lnTo>
                  <a:pt x="186" y="673"/>
                </a:lnTo>
                <a:lnTo>
                  <a:pt x="186" y="673"/>
                </a:lnTo>
                <a:lnTo>
                  <a:pt x="187" y="673"/>
                </a:lnTo>
                <a:lnTo>
                  <a:pt x="188" y="673"/>
                </a:lnTo>
                <a:lnTo>
                  <a:pt x="191" y="672"/>
                </a:lnTo>
                <a:lnTo>
                  <a:pt x="191" y="672"/>
                </a:lnTo>
                <a:lnTo>
                  <a:pt x="192" y="672"/>
                </a:lnTo>
                <a:lnTo>
                  <a:pt x="193" y="672"/>
                </a:lnTo>
                <a:lnTo>
                  <a:pt x="193" y="672"/>
                </a:lnTo>
                <a:lnTo>
                  <a:pt x="193" y="673"/>
                </a:lnTo>
                <a:lnTo>
                  <a:pt x="193" y="673"/>
                </a:lnTo>
                <a:lnTo>
                  <a:pt x="193" y="673"/>
                </a:lnTo>
                <a:lnTo>
                  <a:pt x="191" y="677"/>
                </a:lnTo>
                <a:lnTo>
                  <a:pt x="191" y="678"/>
                </a:lnTo>
                <a:lnTo>
                  <a:pt x="188" y="679"/>
                </a:lnTo>
                <a:lnTo>
                  <a:pt x="188" y="679"/>
                </a:lnTo>
                <a:lnTo>
                  <a:pt x="190" y="677"/>
                </a:lnTo>
                <a:lnTo>
                  <a:pt x="191" y="674"/>
                </a:lnTo>
                <a:lnTo>
                  <a:pt x="191" y="674"/>
                </a:lnTo>
                <a:lnTo>
                  <a:pt x="190" y="674"/>
                </a:lnTo>
                <a:lnTo>
                  <a:pt x="188" y="674"/>
                </a:lnTo>
                <a:lnTo>
                  <a:pt x="188" y="674"/>
                </a:lnTo>
                <a:lnTo>
                  <a:pt x="188" y="678"/>
                </a:lnTo>
                <a:lnTo>
                  <a:pt x="188" y="678"/>
                </a:lnTo>
                <a:lnTo>
                  <a:pt x="187" y="678"/>
                </a:lnTo>
                <a:lnTo>
                  <a:pt x="187" y="677"/>
                </a:lnTo>
                <a:lnTo>
                  <a:pt x="187" y="677"/>
                </a:lnTo>
                <a:close/>
                <a:moveTo>
                  <a:pt x="168" y="688"/>
                </a:moveTo>
                <a:lnTo>
                  <a:pt x="168" y="688"/>
                </a:lnTo>
                <a:lnTo>
                  <a:pt x="168" y="689"/>
                </a:lnTo>
                <a:lnTo>
                  <a:pt x="168" y="691"/>
                </a:lnTo>
                <a:lnTo>
                  <a:pt x="166" y="689"/>
                </a:lnTo>
                <a:lnTo>
                  <a:pt x="166" y="689"/>
                </a:lnTo>
                <a:lnTo>
                  <a:pt x="167" y="688"/>
                </a:lnTo>
                <a:lnTo>
                  <a:pt x="168" y="688"/>
                </a:lnTo>
                <a:lnTo>
                  <a:pt x="168" y="688"/>
                </a:lnTo>
                <a:close/>
                <a:moveTo>
                  <a:pt x="180" y="687"/>
                </a:moveTo>
                <a:lnTo>
                  <a:pt x="180" y="687"/>
                </a:lnTo>
                <a:lnTo>
                  <a:pt x="180" y="687"/>
                </a:lnTo>
                <a:lnTo>
                  <a:pt x="178" y="687"/>
                </a:lnTo>
                <a:lnTo>
                  <a:pt x="176" y="686"/>
                </a:lnTo>
                <a:lnTo>
                  <a:pt x="176" y="686"/>
                </a:lnTo>
                <a:lnTo>
                  <a:pt x="174" y="686"/>
                </a:lnTo>
                <a:lnTo>
                  <a:pt x="175" y="686"/>
                </a:lnTo>
                <a:lnTo>
                  <a:pt x="178" y="684"/>
                </a:lnTo>
                <a:lnTo>
                  <a:pt x="178" y="684"/>
                </a:lnTo>
                <a:lnTo>
                  <a:pt x="180" y="686"/>
                </a:lnTo>
                <a:lnTo>
                  <a:pt x="180" y="687"/>
                </a:lnTo>
                <a:lnTo>
                  <a:pt x="180" y="687"/>
                </a:lnTo>
                <a:close/>
                <a:moveTo>
                  <a:pt x="173" y="689"/>
                </a:moveTo>
                <a:lnTo>
                  <a:pt x="173" y="689"/>
                </a:lnTo>
                <a:lnTo>
                  <a:pt x="172" y="689"/>
                </a:lnTo>
                <a:lnTo>
                  <a:pt x="170" y="688"/>
                </a:lnTo>
                <a:lnTo>
                  <a:pt x="170" y="688"/>
                </a:lnTo>
                <a:lnTo>
                  <a:pt x="172" y="687"/>
                </a:lnTo>
                <a:lnTo>
                  <a:pt x="173" y="687"/>
                </a:lnTo>
                <a:lnTo>
                  <a:pt x="172" y="686"/>
                </a:lnTo>
                <a:lnTo>
                  <a:pt x="172" y="686"/>
                </a:lnTo>
                <a:lnTo>
                  <a:pt x="173" y="686"/>
                </a:lnTo>
                <a:lnTo>
                  <a:pt x="173" y="687"/>
                </a:lnTo>
                <a:lnTo>
                  <a:pt x="173" y="689"/>
                </a:lnTo>
                <a:lnTo>
                  <a:pt x="173" y="689"/>
                </a:lnTo>
                <a:close/>
                <a:moveTo>
                  <a:pt x="164" y="684"/>
                </a:moveTo>
                <a:lnTo>
                  <a:pt x="164" y="684"/>
                </a:lnTo>
                <a:lnTo>
                  <a:pt x="164" y="683"/>
                </a:lnTo>
                <a:lnTo>
                  <a:pt x="164" y="683"/>
                </a:lnTo>
                <a:lnTo>
                  <a:pt x="166" y="683"/>
                </a:lnTo>
                <a:lnTo>
                  <a:pt x="166" y="683"/>
                </a:lnTo>
                <a:lnTo>
                  <a:pt x="164" y="682"/>
                </a:lnTo>
                <a:lnTo>
                  <a:pt x="163" y="682"/>
                </a:lnTo>
                <a:lnTo>
                  <a:pt x="162" y="683"/>
                </a:lnTo>
                <a:lnTo>
                  <a:pt x="161" y="682"/>
                </a:lnTo>
                <a:lnTo>
                  <a:pt x="161" y="682"/>
                </a:lnTo>
                <a:lnTo>
                  <a:pt x="163" y="682"/>
                </a:lnTo>
                <a:lnTo>
                  <a:pt x="166" y="681"/>
                </a:lnTo>
                <a:lnTo>
                  <a:pt x="166" y="681"/>
                </a:lnTo>
                <a:lnTo>
                  <a:pt x="167" y="682"/>
                </a:lnTo>
                <a:lnTo>
                  <a:pt x="167" y="683"/>
                </a:lnTo>
                <a:lnTo>
                  <a:pt x="167" y="683"/>
                </a:lnTo>
                <a:lnTo>
                  <a:pt x="166" y="683"/>
                </a:lnTo>
                <a:lnTo>
                  <a:pt x="166" y="683"/>
                </a:lnTo>
                <a:lnTo>
                  <a:pt x="164" y="684"/>
                </a:lnTo>
                <a:lnTo>
                  <a:pt x="164" y="684"/>
                </a:lnTo>
                <a:close/>
                <a:moveTo>
                  <a:pt x="153" y="687"/>
                </a:moveTo>
                <a:lnTo>
                  <a:pt x="153" y="687"/>
                </a:lnTo>
                <a:lnTo>
                  <a:pt x="153" y="686"/>
                </a:lnTo>
                <a:lnTo>
                  <a:pt x="155" y="686"/>
                </a:lnTo>
                <a:lnTo>
                  <a:pt x="156" y="686"/>
                </a:lnTo>
                <a:lnTo>
                  <a:pt x="157" y="687"/>
                </a:lnTo>
                <a:lnTo>
                  <a:pt x="157" y="687"/>
                </a:lnTo>
                <a:lnTo>
                  <a:pt x="155" y="687"/>
                </a:lnTo>
                <a:lnTo>
                  <a:pt x="153" y="687"/>
                </a:lnTo>
                <a:lnTo>
                  <a:pt x="153" y="687"/>
                </a:lnTo>
                <a:close/>
                <a:moveTo>
                  <a:pt x="43" y="374"/>
                </a:moveTo>
                <a:lnTo>
                  <a:pt x="43" y="374"/>
                </a:lnTo>
                <a:lnTo>
                  <a:pt x="45" y="374"/>
                </a:lnTo>
                <a:lnTo>
                  <a:pt x="45" y="374"/>
                </a:lnTo>
                <a:lnTo>
                  <a:pt x="45" y="372"/>
                </a:lnTo>
                <a:lnTo>
                  <a:pt x="45" y="372"/>
                </a:lnTo>
                <a:lnTo>
                  <a:pt x="46" y="373"/>
                </a:lnTo>
                <a:lnTo>
                  <a:pt x="46" y="374"/>
                </a:lnTo>
                <a:lnTo>
                  <a:pt x="45" y="374"/>
                </a:lnTo>
                <a:lnTo>
                  <a:pt x="45" y="374"/>
                </a:lnTo>
                <a:lnTo>
                  <a:pt x="46" y="375"/>
                </a:lnTo>
                <a:lnTo>
                  <a:pt x="47" y="375"/>
                </a:lnTo>
                <a:lnTo>
                  <a:pt x="47" y="375"/>
                </a:lnTo>
                <a:lnTo>
                  <a:pt x="46" y="378"/>
                </a:lnTo>
                <a:lnTo>
                  <a:pt x="46" y="380"/>
                </a:lnTo>
                <a:lnTo>
                  <a:pt x="46" y="380"/>
                </a:lnTo>
                <a:lnTo>
                  <a:pt x="45" y="380"/>
                </a:lnTo>
                <a:lnTo>
                  <a:pt x="45" y="380"/>
                </a:lnTo>
                <a:lnTo>
                  <a:pt x="45" y="383"/>
                </a:lnTo>
                <a:lnTo>
                  <a:pt x="45" y="383"/>
                </a:lnTo>
                <a:lnTo>
                  <a:pt x="43" y="383"/>
                </a:lnTo>
                <a:lnTo>
                  <a:pt x="43" y="383"/>
                </a:lnTo>
                <a:lnTo>
                  <a:pt x="43" y="380"/>
                </a:lnTo>
                <a:lnTo>
                  <a:pt x="45" y="379"/>
                </a:lnTo>
                <a:lnTo>
                  <a:pt x="45" y="379"/>
                </a:lnTo>
                <a:lnTo>
                  <a:pt x="45" y="378"/>
                </a:lnTo>
                <a:lnTo>
                  <a:pt x="43" y="375"/>
                </a:lnTo>
                <a:lnTo>
                  <a:pt x="43" y="375"/>
                </a:lnTo>
                <a:lnTo>
                  <a:pt x="43" y="377"/>
                </a:lnTo>
                <a:lnTo>
                  <a:pt x="43" y="377"/>
                </a:lnTo>
                <a:lnTo>
                  <a:pt x="43" y="379"/>
                </a:lnTo>
                <a:lnTo>
                  <a:pt x="43" y="379"/>
                </a:lnTo>
                <a:lnTo>
                  <a:pt x="42" y="382"/>
                </a:lnTo>
                <a:lnTo>
                  <a:pt x="42" y="387"/>
                </a:lnTo>
                <a:lnTo>
                  <a:pt x="42" y="390"/>
                </a:lnTo>
                <a:lnTo>
                  <a:pt x="42" y="394"/>
                </a:lnTo>
                <a:lnTo>
                  <a:pt x="42" y="394"/>
                </a:lnTo>
                <a:lnTo>
                  <a:pt x="42" y="380"/>
                </a:lnTo>
                <a:lnTo>
                  <a:pt x="42" y="367"/>
                </a:lnTo>
                <a:lnTo>
                  <a:pt x="42" y="367"/>
                </a:lnTo>
                <a:lnTo>
                  <a:pt x="43" y="368"/>
                </a:lnTo>
                <a:lnTo>
                  <a:pt x="43" y="370"/>
                </a:lnTo>
                <a:lnTo>
                  <a:pt x="43" y="373"/>
                </a:lnTo>
                <a:lnTo>
                  <a:pt x="43" y="374"/>
                </a:lnTo>
                <a:lnTo>
                  <a:pt x="43" y="374"/>
                </a:lnTo>
                <a:close/>
                <a:moveTo>
                  <a:pt x="36" y="355"/>
                </a:moveTo>
                <a:lnTo>
                  <a:pt x="36" y="355"/>
                </a:lnTo>
                <a:lnTo>
                  <a:pt x="35" y="354"/>
                </a:lnTo>
                <a:lnTo>
                  <a:pt x="35" y="353"/>
                </a:lnTo>
                <a:lnTo>
                  <a:pt x="35" y="350"/>
                </a:lnTo>
                <a:lnTo>
                  <a:pt x="35" y="350"/>
                </a:lnTo>
                <a:lnTo>
                  <a:pt x="34" y="349"/>
                </a:lnTo>
                <a:lnTo>
                  <a:pt x="35" y="348"/>
                </a:lnTo>
                <a:lnTo>
                  <a:pt x="35" y="348"/>
                </a:lnTo>
                <a:lnTo>
                  <a:pt x="36" y="348"/>
                </a:lnTo>
                <a:lnTo>
                  <a:pt x="36" y="349"/>
                </a:lnTo>
                <a:lnTo>
                  <a:pt x="37" y="350"/>
                </a:lnTo>
                <a:lnTo>
                  <a:pt x="36" y="355"/>
                </a:lnTo>
                <a:lnTo>
                  <a:pt x="36" y="355"/>
                </a:lnTo>
                <a:close/>
                <a:moveTo>
                  <a:pt x="35" y="360"/>
                </a:moveTo>
                <a:lnTo>
                  <a:pt x="35" y="360"/>
                </a:lnTo>
                <a:lnTo>
                  <a:pt x="35" y="362"/>
                </a:lnTo>
                <a:lnTo>
                  <a:pt x="36" y="360"/>
                </a:lnTo>
                <a:lnTo>
                  <a:pt x="36" y="360"/>
                </a:lnTo>
                <a:lnTo>
                  <a:pt x="36" y="359"/>
                </a:lnTo>
                <a:lnTo>
                  <a:pt x="35" y="360"/>
                </a:lnTo>
                <a:lnTo>
                  <a:pt x="35" y="360"/>
                </a:lnTo>
                <a:lnTo>
                  <a:pt x="35" y="359"/>
                </a:lnTo>
                <a:lnTo>
                  <a:pt x="35" y="358"/>
                </a:lnTo>
                <a:lnTo>
                  <a:pt x="35" y="355"/>
                </a:lnTo>
                <a:lnTo>
                  <a:pt x="36" y="355"/>
                </a:lnTo>
                <a:lnTo>
                  <a:pt x="36" y="355"/>
                </a:lnTo>
                <a:lnTo>
                  <a:pt x="37" y="362"/>
                </a:lnTo>
                <a:lnTo>
                  <a:pt x="39" y="368"/>
                </a:lnTo>
                <a:lnTo>
                  <a:pt x="39" y="368"/>
                </a:lnTo>
                <a:lnTo>
                  <a:pt x="37" y="370"/>
                </a:lnTo>
                <a:lnTo>
                  <a:pt x="37" y="372"/>
                </a:lnTo>
                <a:lnTo>
                  <a:pt x="37" y="373"/>
                </a:lnTo>
                <a:lnTo>
                  <a:pt x="37" y="373"/>
                </a:lnTo>
                <a:lnTo>
                  <a:pt x="37" y="373"/>
                </a:lnTo>
                <a:lnTo>
                  <a:pt x="36" y="373"/>
                </a:lnTo>
                <a:lnTo>
                  <a:pt x="36" y="373"/>
                </a:lnTo>
                <a:lnTo>
                  <a:pt x="35" y="373"/>
                </a:lnTo>
                <a:lnTo>
                  <a:pt x="35" y="374"/>
                </a:lnTo>
                <a:lnTo>
                  <a:pt x="34" y="378"/>
                </a:lnTo>
                <a:lnTo>
                  <a:pt x="34" y="378"/>
                </a:lnTo>
                <a:lnTo>
                  <a:pt x="34" y="377"/>
                </a:lnTo>
                <a:lnTo>
                  <a:pt x="34" y="375"/>
                </a:lnTo>
                <a:lnTo>
                  <a:pt x="34" y="374"/>
                </a:lnTo>
                <a:lnTo>
                  <a:pt x="33" y="374"/>
                </a:lnTo>
                <a:lnTo>
                  <a:pt x="33" y="374"/>
                </a:lnTo>
                <a:lnTo>
                  <a:pt x="33" y="373"/>
                </a:lnTo>
                <a:lnTo>
                  <a:pt x="34" y="373"/>
                </a:lnTo>
                <a:lnTo>
                  <a:pt x="35" y="372"/>
                </a:lnTo>
                <a:lnTo>
                  <a:pt x="35" y="372"/>
                </a:lnTo>
                <a:lnTo>
                  <a:pt x="35" y="370"/>
                </a:lnTo>
                <a:lnTo>
                  <a:pt x="36" y="370"/>
                </a:lnTo>
                <a:lnTo>
                  <a:pt x="36" y="369"/>
                </a:lnTo>
                <a:lnTo>
                  <a:pt x="36" y="369"/>
                </a:lnTo>
                <a:lnTo>
                  <a:pt x="36" y="367"/>
                </a:lnTo>
                <a:lnTo>
                  <a:pt x="36" y="367"/>
                </a:lnTo>
                <a:lnTo>
                  <a:pt x="37" y="367"/>
                </a:lnTo>
                <a:lnTo>
                  <a:pt x="37" y="367"/>
                </a:lnTo>
                <a:lnTo>
                  <a:pt x="37" y="367"/>
                </a:lnTo>
                <a:lnTo>
                  <a:pt x="37" y="365"/>
                </a:lnTo>
                <a:lnTo>
                  <a:pt x="36" y="367"/>
                </a:lnTo>
                <a:lnTo>
                  <a:pt x="36" y="367"/>
                </a:lnTo>
                <a:lnTo>
                  <a:pt x="36" y="367"/>
                </a:lnTo>
                <a:lnTo>
                  <a:pt x="35" y="369"/>
                </a:lnTo>
                <a:lnTo>
                  <a:pt x="35" y="369"/>
                </a:lnTo>
                <a:lnTo>
                  <a:pt x="34" y="368"/>
                </a:lnTo>
                <a:lnTo>
                  <a:pt x="34" y="368"/>
                </a:lnTo>
                <a:lnTo>
                  <a:pt x="34" y="370"/>
                </a:lnTo>
                <a:lnTo>
                  <a:pt x="34" y="372"/>
                </a:lnTo>
                <a:lnTo>
                  <a:pt x="33" y="372"/>
                </a:lnTo>
                <a:lnTo>
                  <a:pt x="33" y="372"/>
                </a:lnTo>
                <a:lnTo>
                  <a:pt x="35" y="360"/>
                </a:lnTo>
                <a:lnTo>
                  <a:pt x="35" y="360"/>
                </a:lnTo>
                <a:close/>
                <a:moveTo>
                  <a:pt x="36" y="362"/>
                </a:moveTo>
                <a:lnTo>
                  <a:pt x="36" y="362"/>
                </a:lnTo>
                <a:lnTo>
                  <a:pt x="35" y="363"/>
                </a:lnTo>
                <a:lnTo>
                  <a:pt x="35" y="365"/>
                </a:lnTo>
                <a:lnTo>
                  <a:pt x="35" y="365"/>
                </a:lnTo>
                <a:lnTo>
                  <a:pt x="36" y="364"/>
                </a:lnTo>
                <a:lnTo>
                  <a:pt x="36" y="364"/>
                </a:lnTo>
                <a:lnTo>
                  <a:pt x="36" y="363"/>
                </a:lnTo>
                <a:lnTo>
                  <a:pt x="36" y="362"/>
                </a:lnTo>
                <a:lnTo>
                  <a:pt x="36" y="362"/>
                </a:lnTo>
                <a:close/>
                <a:moveTo>
                  <a:pt x="159" y="682"/>
                </a:moveTo>
                <a:lnTo>
                  <a:pt x="159" y="682"/>
                </a:lnTo>
                <a:lnTo>
                  <a:pt x="158" y="682"/>
                </a:lnTo>
                <a:lnTo>
                  <a:pt x="157" y="682"/>
                </a:lnTo>
                <a:lnTo>
                  <a:pt x="156" y="682"/>
                </a:lnTo>
                <a:lnTo>
                  <a:pt x="155" y="682"/>
                </a:lnTo>
                <a:lnTo>
                  <a:pt x="155" y="682"/>
                </a:lnTo>
                <a:lnTo>
                  <a:pt x="157" y="679"/>
                </a:lnTo>
                <a:lnTo>
                  <a:pt x="159" y="681"/>
                </a:lnTo>
                <a:lnTo>
                  <a:pt x="159" y="681"/>
                </a:lnTo>
                <a:lnTo>
                  <a:pt x="162" y="678"/>
                </a:lnTo>
                <a:lnTo>
                  <a:pt x="163" y="678"/>
                </a:lnTo>
                <a:lnTo>
                  <a:pt x="164" y="679"/>
                </a:lnTo>
                <a:lnTo>
                  <a:pt x="164" y="679"/>
                </a:lnTo>
                <a:lnTo>
                  <a:pt x="164" y="679"/>
                </a:lnTo>
                <a:lnTo>
                  <a:pt x="164" y="679"/>
                </a:lnTo>
                <a:lnTo>
                  <a:pt x="161" y="679"/>
                </a:lnTo>
                <a:lnTo>
                  <a:pt x="161" y="679"/>
                </a:lnTo>
                <a:lnTo>
                  <a:pt x="161" y="681"/>
                </a:lnTo>
                <a:lnTo>
                  <a:pt x="159" y="682"/>
                </a:lnTo>
                <a:lnTo>
                  <a:pt x="159" y="682"/>
                </a:lnTo>
                <a:close/>
                <a:moveTo>
                  <a:pt x="33" y="343"/>
                </a:moveTo>
                <a:lnTo>
                  <a:pt x="33" y="343"/>
                </a:lnTo>
                <a:lnTo>
                  <a:pt x="34" y="342"/>
                </a:lnTo>
                <a:lnTo>
                  <a:pt x="34" y="340"/>
                </a:lnTo>
                <a:lnTo>
                  <a:pt x="35" y="340"/>
                </a:lnTo>
                <a:lnTo>
                  <a:pt x="36" y="342"/>
                </a:lnTo>
                <a:lnTo>
                  <a:pt x="36" y="342"/>
                </a:lnTo>
                <a:lnTo>
                  <a:pt x="35" y="340"/>
                </a:lnTo>
                <a:lnTo>
                  <a:pt x="35" y="342"/>
                </a:lnTo>
                <a:lnTo>
                  <a:pt x="34" y="343"/>
                </a:lnTo>
                <a:lnTo>
                  <a:pt x="33" y="343"/>
                </a:lnTo>
                <a:lnTo>
                  <a:pt x="33" y="343"/>
                </a:lnTo>
                <a:close/>
                <a:moveTo>
                  <a:pt x="37" y="348"/>
                </a:moveTo>
                <a:lnTo>
                  <a:pt x="37" y="345"/>
                </a:lnTo>
                <a:lnTo>
                  <a:pt x="37" y="345"/>
                </a:lnTo>
                <a:lnTo>
                  <a:pt x="39" y="345"/>
                </a:lnTo>
                <a:lnTo>
                  <a:pt x="39" y="347"/>
                </a:lnTo>
                <a:lnTo>
                  <a:pt x="37" y="348"/>
                </a:lnTo>
                <a:lnTo>
                  <a:pt x="37" y="348"/>
                </a:lnTo>
                <a:lnTo>
                  <a:pt x="37" y="348"/>
                </a:lnTo>
                <a:close/>
                <a:moveTo>
                  <a:pt x="152" y="691"/>
                </a:moveTo>
                <a:lnTo>
                  <a:pt x="153" y="691"/>
                </a:lnTo>
                <a:lnTo>
                  <a:pt x="155" y="693"/>
                </a:lnTo>
                <a:lnTo>
                  <a:pt x="152" y="693"/>
                </a:lnTo>
                <a:lnTo>
                  <a:pt x="152" y="693"/>
                </a:lnTo>
                <a:lnTo>
                  <a:pt x="152" y="692"/>
                </a:lnTo>
                <a:lnTo>
                  <a:pt x="152" y="691"/>
                </a:lnTo>
                <a:lnTo>
                  <a:pt x="152" y="691"/>
                </a:lnTo>
                <a:close/>
                <a:moveTo>
                  <a:pt x="33" y="379"/>
                </a:moveTo>
                <a:lnTo>
                  <a:pt x="33" y="379"/>
                </a:lnTo>
                <a:lnTo>
                  <a:pt x="31" y="378"/>
                </a:lnTo>
                <a:lnTo>
                  <a:pt x="29" y="377"/>
                </a:lnTo>
                <a:lnTo>
                  <a:pt x="29" y="377"/>
                </a:lnTo>
                <a:lnTo>
                  <a:pt x="30" y="369"/>
                </a:lnTo>
                <a:lnTo>
                  <a:pt x="30" y="364"/>
                </a:lnTo>
                <a:lnTo>
                  <a:pt x="30" y="364"/>
                </a:lnTo>
                <a:lnTo>
                  <a:pt x="31" y="367"/>
                </a:lnTo>
                <a:lnTo>
                  <a:pt x="31" y="369"/>
                </a:lnTo>
                <a:lnTo>
                  <a:pt x="30" y="375"/>
                </a:lnTo>
                <a:lnTo>
                  <a:pt x="30" y="375"/>
                </a:lnTo>
                <a:lnTo>
                  <a:pt x="31" y="377"/>
                </a:lnTo>
                <a:lnTo>
                  <a:pt x="33" y="379"/>
                </a:lnTo>
                <a:lnTo>
                  <a:pt x="33" y="379"/>
                </a:lnTo>
                <a:close/>
                <a:moveTo>
                  <a:pt x="14" y="569"/>
                </a:moveTo>
                <a:lnTo>
                  <a:pt x="14" y="569"/>
                </a:lnTo>
                <a:lnTo>
                  <a:pt x="13" y="567"/>
                </a:lnTo>
                <a:lnTo>
                  <a:pt x="13" y="566"/>
                </a:lnTo>
                <a:lnTo>
                  <a:pt x="13" y="559"/>
                </a:lnTo>
                <a:lnTo>
                  <a:pt x="13" y="559"/>
                </a:lnTo>
                <a:lnTo>
                  <a:pt x="14" y="561"/>
                </a:lnTo>
                <a:lnTo>
                  <a:pt x="14" y="562"/>
                </a:lnTo>
                <a:lnTo>
                  <a:pt x="13" y="564"/>
                </a:lnTo>
                <a:lnTo>
                  <a:pt x="13" y="564"/>
                </a:lnTo>
                <a:lnTo>
                  <a:pt x="14" y="567"/>
                </a:lnTo>
                <a:lnTo>
                  <a:pt x="14" y="569"/>
                </a:lnTo>
                <a:lnTo>
                  <a:pt x="14" y="569"/>
                </a:lnTo>
                <a:close/>
                <a:moveTo>
                  <a:pt x="193" y="679"/>
                </a:moveTo>
                <a:lnTo>
                  <a:pt x="193" y="679"/>
                </a:lnTo>
                <a:lnTo>
                  <a:pt x="192" y="679"/>
                </a:lnTo>
                <a:lnTo>
                  <a:pt x="193" y="681"/>
                </a:lnTo>
                <a:lnTo>
                  <a:pt x="193" y="682"/>
                </a:lnTo>
                <a:lnTo>
                  <a:pt x="192" y="682"/>
                </a:lnTo>
                <a:lnTo>
                  <a:pt x="192" y="682"/>
                </a:lnTo>
                <a:lnTo>
                  <a:pt x="193" y="683"/>
                </a:lnTo>
                <a:lnTo>
                  <a:pt x="193" y="683"/>
                </a:lnTo>
                <a:lnTo>
                  <a:pt x="193" y="683"/>
                </a:lnTo>
                <a:lnTo>
                  <a:pt x="192" y="683"/>
                </a:lnTo>
                <a:lnTo>
                  <a:pt x="191" y="683"/>
                </a:lnTo>
                <a:lnTo>
                  <a:pt x="191" y="683"/>
                </a:lnTo>
                <a:lnTo>
                  <a:pt x="188" y="683"/>
                </a:lnTo>
                <a:lnTo>
                  <a:pt x="188" y="683"/>
                </a:lnTo>
                <a:lnTo>
                  <a:pt x="187" y="682"/>
                </a:lnTo>
                <a:lnTo>
                  <a:pt x="187" y="682"/>
                </a:lnTo>
                <a:lnTo>
                  <a:pt x="191" y="683"/>
                </a:lnTo>
                <a:lnTo>
                  <a:pt x="191" y="683"/>
                </a:lnTo>
                <a:lnTo>
                  <a:pt x="191" y="682"/>
                </a:lnTo>
                <a:lnTo>
                  <a:pt x="191" y="682"/>
                </a:lnTo>
                <a:lnTo>
                  <a:pt x="190" y="681"/>
                </a:lnTo>
                <a:lnTo>
                  <a:pt x="190" y="681"/>
                </a:lnTo>
                <a:lnTo>
                  <a:pt x="191" y="681"/>
                </a:lnTo>
                <a:lnTo>
                  <a:pt x="192" y="679"/>
                </a:lnTo>
                <a:lnTo>
                  <a:pt x="192" y="678"/>
                </a:lnTo>
                <a:lnTo>
                  <a:pt x="192" y="678"/>
                </a:lnTo>
                <a:lnTo>
                  <a:pt x="193" y="678"/>
                </a:lnTo>
                <a:lnTo>
                  <a:pt x="194" y="678"/>
                </a:lnTo>
                <a:lnTo>
                  <a:pt x="196" y="678"/>
                </a:lnTo>
                <a:lnTo>
                  <a:pt x="197" y="678"/>
                </a:lnTo>
                <a:lnTo>
                  <a:pt x="197" y="678"/>
                </a:lnTo>
                <a:lnTo>
                  <a:pt x="197" y="679"/>
                </a:lnTo>
                <a:lnTo>
                  <a:pt x="197" y="679"/>
                </a:lnTo>
                <a:lnTo>
                  <a:pt x="194" y="679"/>
                </a:lnTo>
                <a:lnTo>
                  <a:pt x="193" y="679"/>
                </a:lnTo>
                <a:lnTo>
                  <a:pt x="193" y="679"/>
                </a:lnTo>
                <a:lnTo>
                  <a:pt x="193" y="679"/>
                </a:lnTo>
                <a:close/>
                <a:moveTo>
                  <a:pt x="30" y="390"/>
                </a:moveTo>
                <a:lnTo>
                  <a:pt x="30" y="390"/>
                </a:lnTo>
                <a:lnTo>
                  <a:pt x="29" y="389"/>
                </a:lnTo>
                <a:lnTo>
                  <a:pt x="30" y="387"/>
                </a:lnTo>
                <a:lnTo>
                  <a:pt x="30" y="387"/>
                </a:lnTo>
                <a:lnTo>
                  <a:pt x="29" y="387"/>
                </a:lnTo>
                <a:lnTo>
                  <a:pt x="29" y="387"/>
                </a:lnTo>
                <a:lnTo>
                  <a:pt x="29" y="387"/>
                </a:lnTo>
                <a:lnTo>
                  <a:pt x="29" y="385"/>
                </a:lnTo>
                <a:lnTo>
                  <a:pt x="29" y="384"/>
                </a:lnTo>
                <a:lnTo>
                  <a:pt x="28" y="382"/>
                </a:lnTo>
                <a:lnTo>
                  <a:pt x="28" y="382"/>
                </a:lnTo>
                <a:lnTo>
                  <a:pt x="28" y="380"/>
                </a:lnTo>
                <a:lnTo>
                  <a:pt x="29" y="380"/>
                </a:lnTo>
                <a:lnTo>
                  <a:pt x="29" y="379"/>
                </a:lnTo>
                <a:lnTo>
                  <a:pt x="29" y="379"/>
                </a:lnTo>
                <a:lnTo>
                  <a:pt x="29" y="382"/>
                </a:lnTo>
                <a:lnTo>
                  <a:pt x="30" y="383"/>
                </a:lnTo>
                <a:lnTo>
                  <a:pt x="31" y="385"/>
                </a:lnTo>
                <a:lnTo>
                  <a:pt x="31" y="385"/>
                </a:lnTo>
                <a:lnTo>
                  <a:pt x="30" y="388"/>
                </a:lnTo>
                <a:lnTo>
                  <a:pt x="30" y="390"/>
                </a:lnTo>
                <a:lnTo>
                  <a:pt x="30" y="390"/>
                </a:lnTo>
                <a:close/>
                <a:moveTo>
                  <a:pt x="48" y="111"/>
                </a:moveTo>
                <a:lnTo>
                  <a:pt x="48" y="111"/>
                </a:lnTo>
                <a:lnTo>
                  <a:pt x="50" y="113"/>
                </a:lnTo>
                <a:lnTo>
                  <a:pt x="51" y="114"/>
                </a:lnTo>
                <a:lnTo>
                  <a:pt x="51" y="116"/>
                </a:lnTo>
                <a:lnTo>
                  <a:pt x="48" y="116"/>
                </a:lnTo>
                <a:lnTo>
                  <a:pt x="48" y="116"/>
                </a:lnTo>
                <a:lnTo>
                  <a:pt x="50" y="116"/>
                </a:lnTo>
                <a:lnTo>
                  <a:pt x="50" y="114"/>
                </a:lnTo>
                <a:lnTo>
                  <a:pt x="50" y="114"/>
                </a:lnTo>
                <a:lnTo>
                  <a:pt x="50" y="114"/>
                </a:lnTo>
                <a:lnTo>
                  <a:pt x="50" y="114"/>
                </a:lnTo>
                <a:lnTo>
                  <a:pt x="48" y="115"/>
                </a:lnTo>
                <a:lnTo>
                  <a:pt x="48" y="115"/>
                </a:lnTo>
                <a:lnTo>
                  <a:pt x="48" y="116"/>
                </a:lnTo>
                <a:lnTo>
                  <a:pt x="50" y="118"/>
                </a:lnTo>
                <a:lnTo>
                  <a:pt x="51" y="119"/>
                </a:lnTo>
                <a:lnTo>
                  <a:pt x="51" y="120"/>
                </a:lnTo>
                <a:lnTo>
                  <a:pt x="51" y="120"/>
                </a:lnTo>
                <a:lnTo>
                  <a:pt x="48" y="118"/>
                </a:lnTo>
                <a:lnTo>
                  <a:pt x="47" y="115"/>
                </a:lnTo>
                <a:lnTo>
                  <a:pt x="47" y="115"/>
                </a:lnTo>
                <a:lnTo>
                  <a:pt x="47" y="114"/>
                </a:lnTo>
                <a:lnTo>
                  <a:pt x="48" y="111"/>
                </a:lnTo>
                <a:lnTo>
                  <a:pt x="48" y="111"/>
                </a:lnTo>
                <a:close/>
                <a:moveTo>
                  <a:pt x="46" y="161"/>
                </a:moveTo>
                <a:lnTo>
                  <a:pt x="46" y="161"/>
                </a:lnTo>
                <a:lnTo>
                  <a:pt x="46" y="164"/>
                </a:lnTo>
                <a:lnTo>
                  <a:pt x="46" y="165"/>
                </a:lnTo>
                <a:lnTo>
                  <a:pt x="45" y="165"/>
                </a:lnTo>
                <a:lnTo>
                  <a:pt x="45" y="165"/>
                </a:lnTo>
                <a:lnTo>
                  <a:pt x="45" y="164"/>
                </a:lnTo>
                <a:lnTo>
                  <a:pt x="46" y="163"/>
                </a:lnTo>
                <a:lnTo>
                  <a:pt x="46" y="163"/>
                </a:lnTo>
                <a:lnTo>
                  <a:pt x="45" y="163"/>
                </a:lnTo>
                <a:lnTo>
                  <a:pt x="43" y="164"/>
                </a:lnTo>
                <a:lnTo>
                  <a:pt x="43" y="164"/>
                </a:lnTo>
                <a:lnTo>
                  <a:pt x="42" y="164"/>
                </a:lnTo>
                <a:lnTo>
                  <a:pt x="42" y="164"/>
                </a:lnTo>
                <a:lnTo>
                  <a:pt x="43" y="160"/>
                </a:lnTo>
                <a:lnTo>
                  <a:pt x="43" y="159"/>
                </a:lnTo>
                <a:lnTo>
                  <a:pt x="42" y="159"/>
                </a:lnTo>
                <a:lnTo>
                  <a:pt x="42" y="159"/>
                </a:lnTo>
                <a:lnTo>
                  <a:pt x="42" y="159"/>
                </a:lnTo>
                <a:lnTo>
                  <a:pt x="42" y="158"/>
                </a:lnTo>
                <a:lnTo>
                  <a:pt x="45" y="156"/>
                </a:lnTo>
                <a:lnTo>
                  <a:pt x="45" y="156"/>
                </a:lnTo>
                <a:lnTo>
                  <a:pt x="45" y="159"/>
                </a:lnTo>
                <a:lnTo>
                  <a:pt x="45" y="159"/>
                </a:lnTo>
                <a:lnTo>
                  <a:pt x="46" y="159"/>
                </a:lnTo>
                <a:lnTo>
                  <a:pt x="46" y="159"/>
                </a:lnTo>
                <a:lnTo>
                  <a:pt x="46" y="161"/>
                </a:lnTo>
                <a:lnTo>
                  <a:pt x="46" y="161"/>
                </a:lnTo>
                <a:close/>
                <a:moveTo>
                  <a:pt x="53" y="153"/>
                </a:moveTo>
                <a:lnTo>
                  <a:pt x="53" y="153"/>
                </a:lnTo>
                <a:lnTo>
                  <a:pt x="54" y="155"/>
                </a:lnTo>
                <a:lnTo>
                  <a:pt x="54" y="158"/>
                </a:lnTo>
                <a:lnTo>
                  <a:pt x="53" y="161"/>
                </a:lnTo>
                <a:lnTo>
                  <a:pt x="53" y="161"/>
                </a:lnTo>
                <a:lnTo>
                  <a:pt x="52" y="161"/>
                </a:lnTo>
                <a:lnTo>
                  <a:pt x="50" y="160"/>
                </a:lnTo>
                <a:lnTo>
                  <a:pt x="50" y="160"/>
                </a:lnTo>
                <a:lnTo>
                  <a:pt x="50" y="160"/>
                </a:lnTo>
                <a:lnTo>
                  <a:pt x="51" y="159"/>
                </a:lnTo>
                <a:lnTo>
                  <a:pt x="52" y="159"/>
                </a:lnTo>
                <a:lnTo>
                  <a:pt x="52" y="159"/>
                </a:lnTo>
                <a:lnTo>
                  <a:pt x="52" y="159"/>
                </a:lnTo>
                <a:lnTo>
                  <a:pt x="52" y="159"/>
                </a:lnTo>
                <a:lnTo>
                  <a:pt x="51" y="159"/>
                </a:lnTo>
                <a:lnTo>
                  <a:pt x="51" y="159"/>
                </a:lnTo>
                <a:lnTo>
                  <a:pt x="51" y="158"/>
                </a:lnTo>
                <a:lnTo>
                  <a:pt x="51" y="158"/>
                </a:lnTo>
                <a:lnTo>
                  <a:pt x="51" y="158"/>
                </a:lnTo>
                <a:lnTo>
                  <a:pt x="50" y="156"/>
                </a:lnTo>
                <a:lnTo>
                  <a:pt x="48" y="158"/>
                </a:lnTo>
                <a:lnTo>
                  <a:pt x="48" y="158"/>
                </a:lnTo>
                <a:lnTo>
                  <a:pt x="48" y="158"/>
                </a:lnTo>
                <a:lnTo>
                  <a:pt x="50" y="158"/>
                </a:lnTo>
                <a:lnTo>
                  <a:pt x="50" y="158"/>
                </a:lnTo>
                <a:lnTo>
                  <a:pt x="47" y="160"/>
                </a:lnTo>
                <a:lnTo>
                  <a:pt x="47" y="161"/>
                </a:lnTo>
                <a:lnTo>
                  <a:pt x="47" y="161"/>
                </a:lnTo>
                <a:lnTo>
                  <a:pt x="47" y="161"/>
                </a:lnTo>
                <a:lnTo>
                  <a:pt x="46" y="160"/>
                </a:lnTo>
                <a:lnTo>
                  <a:pt x="46" y="159"/>
                </a:lnTo>
                <a:lnTo>
                  <a:pt x="47" y="158"/>
                </a:lnTo>
                <a:lnTo>
                  <a:pt x="47" y="158"/>
                </a:lnTo>
                <a:lnTo>
                  <a:pt x="47" y="155"/>
                </a:lnTo>
                <a:lnTo>
                  <a:pt x="46" y="154"/>
                </a:lnTo>
                <a:lnTo>
                  <a:pt x="47" y="153"/>
                </a:lnTo>
                <a:lnTo>
                  <a:pt x="47" y="153"/>
                </a:lnTo>
                <a:lnTo>
                  <a:pt x="47" y="153"/>
                </a:lnTo>
                <a:lnTo>
                  <a:pt x="48" y="154"/>
                </a:lnTo>
                <a:lnTo>
                  <a:pt x="48" y="156"/>
                </a:lnTo>
                <a:lnTo>
                  <a:pt x="50" y="156"/>
                </a:lnTo>
                <a:lnTo>
                  <a:pt x="50" y="156"/>
                </a:lnTo>
                <a:lnTo>
                  <a:pt x="48" y="154"/>
                </a:lnTo>
                <a:lnTo>
                  <a:pt x="48" y="153"/>
                </a:lnTo>
                <a:lnTo>
                  <a:pt x="50" y="151"/>
                </a:lnTo>
                <a:lnTo>
                  <a:pt x="50" y="151"/>
                </a:lnTo>
                <a:lnTo>
                  <a:pt x="48" y="150"/>
                </a:lnTo>
                <a:lnTo>
                  <a:pt x="47" y="150"/>
                </a:lnTo>
                <a:lnTo>
                  <a:pt x="47" y="150"/>
                </a:lnTo>
                <a:lnTo>
                  <a:pt x="48" y="149"/>
                </a:lnTo>
                <a:lnTo>
                  <a:pt x="48" y="148"/>
                </a:lnTo>
                <a:lnTo>
                  <a:pt x="48" y="148"/>
                </a:lnTo>
                <a:lnTo>
                  <a:pt x="48" y="146"/>
                </a:lnTo>
                <a:lnTo>
                  <a:pt x="47" y="145"/>
                </a:lnTo>
                <a:lnTo>
                  <a:pt x="47" y="144"/>
                </a:lnTo>
                <a:lnTo>
                  <a:pt x="47" y="144"/>
                </a:lnTo>
                <a:lnTo>
                  <a:pt x="50" y="145"/>
                </a:lnTo>
                <a:lnTo>
                  <a:pt x="50" y="148"/>
                </a:lnTo>
                <a:lnTo>
                  <a:pt x="50" y="148"/>
                </a:lnTo>
                <a:lnTo>
                  <a:pt x="52" y="150"/>
                </a:lnTo>
                <a:lnTo>
                  <a:pt x="54" y="150"/>
                </a:lnTo>
                <a:lnTo>
                  <a:pt x="54" y="150"/>
                </a:lnTo>
                <a:lnTo>
                  <a:pt x="54" y="151"/>
                </a:lnTo>
                <a:lnTo>
                  <a:pt x="53" y="151"/>
                </a:lnTo>
                <a:lnTo>
                  <a:pt x="52" y="151"/>
                </a:lnTo>
                <a:lnTo>
                  <a:pt x="52" y="153"/>
                </a:lnTo>
                <a:lnTo>
                  <a:pt x="52" y="153"/>
                </a:lnTo>
                <a:lnTo>
                  <a:pt x="53" y="154"/>
                </a:lnTo>
                <a:lnTo>
                  <a:pt x="53" y="153"/>
                </a:lnTo>
                <a:lnTo>
                  <a:pt x="53" y="153"/>
                </a:lnTo>
                <a:close/>
                <a:moveTo>
                  <a:pt x="41" y="120"/>
                </a:moveTo>
                <a:lnTo>
                  <a:pt x="41" y="120"/>
                </a:lnTo>
                <a:lnTo>
                  <a:pt x="41" y="119"/>
                </a:lnTo>
                <a:lnTo>
                  <a:pt x="42" y="118"/>
                </a:lnTo>
                <a:lnTo>
                  <a:pt x="42" y="118"/>
                </a:lnTo>
                <a:lnTo>
                  <a:pt x="41" y="115"/>
                </a:lnTo>
                <a:lnTo>
                  <a:pt x="41" y="115"/>
                </a:lnTo>
                <a:lnTo>
                  <a:pt x="42" y="113"/>
                </a:lnTo>
                <a:lnTo>
                  <a:pt x="43" y="110"/>
                </a:lnTo>
                <a:lnTo>
                  <a:pt x="43" y="110"/>
                </a:lnTo>
                <a:lnTo>
                  <a:pt x="45" y="113"/>
                </a:lnTo>
                <a:lnTo>
                  <a:pt x="45" y="114"/>
                </a:lnTo>
                <a:lnTo>
                  <a:pt x="43" y="115"/>
                </a:lnTo>
                <a:lnTo>
                  <a:pt x="43" y="118"/>
                </a:lnTo>
                <a:lnTo>
                  <a:pt x="43" y="118"/>
                </a:lnTo>
                <a:lnTo>
                  <a:pt x="41" y="120"/>
                </a:lnTo>
                <a:lnTo>
                  <a:pt x="41" y="120"/>
                </a:lnTo>
                <a:close/>
                <a:moveTo>
                  <a:pt x="43" y="128"/>
                </a:moveTo>
                <a:lnTo>
                  <a:pt x="43" y="128"/>
                </a:lnTo>
                <a:lnTo>
                  <a:pt x="42" y="128"/>
                </a:lnTo>
                <a:lnTo>
                  <a:pt x="42" y="126"/>
                </a:lnTo>
                <a:lnTo>
                  <a:pt x="42" y="125"/>
                </a:lnTo>
                <a:lnTo>
                  <a:pt x="42" y="125"/>
                </a:lnTo>
                <a:lnTo>
                  <a:pt x="42" y="125"/>
                </a:lnTo>
                <a:lnTo>
                  <a:pt x="41" y="123"/>
                </a:lnTo>
                <a:lnTo>
                  <a:pt x="41" y="120"/>
                </a:lnTo>
                <a:lnTo>
                  <a:pt x="41" y="120"/>
                </a:lnTo>
                <a:lnTo>
                  <a:pt x="42" y="121"/>
                </a:lnTo>
                <a:lnTo>
                  <a:pt x="42" y="121"/>
                </a:lnTo>
                <a:lnTo>
                  <a:pt x="43" y="119"/>
                </a:lnTo>
                <a:lnTo>
                  <a:pt x="43" y="119"/>
                </a:lnTo>
                <a:lnTo>
                  <a:pt x="45" y="121"/>
                </a:lnTo>
                <a:lnTo>
                  <a:pt x="45" y="123"/>
                </a:lnTo>
                <a:lnTo>
                  <a:pt x="43" y="125"/>
                </a:lnTo>
                <a:lnTo>
                  <a:pt x="45" y="128"/>
                </a:lnTo>
                <a:lnTo>
                  <a:pt x="45" y="128"/>
                </a:lnTo>
                <a:lnTo>
                  <a:pt x="43" y="128"/>
                </a:lnTo>
                <a:lnTo>
                  <a:pt x="43" y="128"/>
                </a:lnTo>
                <a:close/>
                <a:moveTo>
                  <a:pt x="45" y="181"/>
                </a:moveTo>
                <a:lnTo>
                  <a:pt x="45" y="180"/>
                </a:lnTo>
                <a:lnTo>
                  <a:pt x="45" y="180"/>
                </a:lnTo>
                <a:lnTo>
                  <a:pt x="47" y="180"/>
                </a:lnTo>
                <a:lnTo>
                  <a:pt x="48" y="183"/>
                </a:lnTo>
                <a:lnTo>
                  <a:pt x="48" y="183"/>
                </a:lnTo>
                <a:lnTo>
                  <a:pt x="46" y="181"/>
                </a:lnTo>
                <a:lnTo>
                  <a:pt x="45" y="181"/>
                </a:lnTo>
                <a:lnTo>
                  <a:pt x="45" y="181"/>
                </a:lnTo>
                <a:close/>
                <a:moveTo>
                  <a:pt x="53" y="181"/>
                </a:moveTo>
                <a:lnTo>
                  <a:pt x="53" y="181"/>
                </a:lnTo>
                <a:lnTo>
                  <a:pt x="53" y="180"/>
                </a:lnTo>
                <a:lnTo>
                  <a:pt x="54" y="178"/>
                </a:lnTo>
                <a:lnTo>
                  <a:pt x="54" y="178"/>
                </a:lnTo>
                <a:lnTo>
                  <a:pt x="53" y="178"/>
                </a:lnTo>
                <a:lnTo>
                  <a:pt x="53" y="176"/>
                </a:lnTo>
                <a:lnTo>
                  <a:pt x="53" y="176"/>
                </a:lnTo>
                <a:lnTo>
                  <a:pt x="54" y="176"/>
                </a:lnTo>
                <a:lnTo>
                  <a:pt x="54" y="175"/>
                </a:lnTo>
                <a:lnTo>
                  <a:pt x="54" y="175"/>
                </a:lnTo>
                <a:lnTo>
                  <a:pt x="56" y="179"/>
                </a:lnTo>
                <a:lnTo>
                  <a:pt x="54" y="180"/>
                </a:lnTo>
                <a:lnTo>
                  <a:pt x="53" y="181"/>
                </a:lnTo>
                <a:lnTo>
                  <a:pt x="53" y="181"/>
                </a:lnTo>
                <a:close/>
                <a:moveTo>
                  <a:pt x="54" y="175"/>
                </a:moveTo>
                <a:lnTo>
                  <a:pt x="54" y="175"/>
                </a:lnTo>
                <a:lnTo>
                  <a:pt x="53" y="174"/>
                </a:lnTo>
                <a:lnTo>
                  <a:pt x="53" y="173"/>
                </a:lnTo>
                <a:lnTo>
                  <a:pt x="53" y="171"/>
                </a:lnTo>
                <a:lnTo>
                  <a:pt x="53" y="170"/>
                </a:lnTo>
                <a:lnTo>
                  <a:pt x="53" y="170"/>
                </a:lnTo>
                <a:lnTo>
                  <a:pt x="52" y="170"/>
                </a:lnTo>
                <a:lnTo>
                  <a:pt x="53" y="168"/>
                </a:lnTo>
                <a:lnTo>
                  <a:pt x="53" y="165"/>
                </a:lnTo>
                <a:lnTo>
                  <a:pt x="52" y="164"/>
                </a:lnTo>
                <a:lnTo>
                  <a:pt x="52" y="164"/>
                </a:lnTo>
                <a:lnTo>
                  <a:pt x="53" y="164"/>
                </a:lnTo>
                <a:lnTo>
                  <a:pt x="54" y="165"/>
                </a:lnTo>
                <a:lnTo>
                  <a:pt x="54" y="169"/>
                </a:lnTo>
                <a:lnTo>
                  <a:pt x="54" y="169"/>
                </a:lnTo>
                <a:lnTo>
                  <a:pt x="54" y="173"/>
                </a:lnTo>
                <a:lnTo>
                  <a:pt x="54" y="175"/>
                </a:lnTo>
                <a:lnTo>
                  <a:pt x="54" y="175"/>
                </a:lnTo>
                <a:close/>
                <a:moveTo>
                  <a:pt x="51" y="176"/>
                </a:moveTo>
                <a:lnTo>
                  <a:pt x="51" y="176"/>
                </a:lnTo>
                <a:lnTo>
                  <a:pt x="51" y="176"/>
                </a:lnTo>
                <a:lnTo>
                  <a:pt x="51" y="175"/>
                </a:lnTo>
                <a:lnTo>
                  <a:pt x="51" y="175"/>
                </a:lnTo>
                <a:lnTo>
                  <a:pt x="50" y="175"/>
                </a:lnTo>
                <a:lnTo>
                  <a:pt x="48" y="176"/>
                </a:lnTo>
                <a:lnTo>
                  <a:pt x="48" y="176"/>
                </a:lnTo>
                <a:lnTo>
                  <a:pt x="48" y="175"/>
                </a:lnTo>
                <a:lnTo>
                  <a:pt x="47" y="174"/>
                </a:lnTo>
                <a:lnTo>
                  <a:pt x="47" y="175"/>
                </a:lnTo>
                <a:lnTo>
                  <a:pt x="47" y="175"/>
                </a:lnTo>
                <a:lnTo>
                  <a:pt x="46" y="175"/>
                </a:lnTo>
                <a:lnTo>
                  <a:pt x="46" y="174"/>
                </a:lnTo>
                <a:lnTo>
                  <a:pt x="47" y="173"/>
                </a:lnTo>
                <a:lnTo>
                  <a:pt x="47" y="173"/>
                </a:lnTo>
                <a:lnTo>
                  <a:pt x="47" y="170"/>
                </a:lnTo>
                <a:lnTo>
                  <a:pt x="47" y="170"/>
                </a:lnTo>
                <a:lnTo>
                  <a:pt x="48" y="170"/>
                </a:lnTo>
                <a:lnTo>
                  <a:pt x="48" y="170"/>
                </a:lnTo>
                <a:lnTo>
                  <a:pt x="50" y="169"/>
                </a:lnTo>
                <a:lnTo>
                  <a:pt x="50" y="168"/>
                </a:lnTo>
                <a:lnTo>
                  <a:pt x="50" y="168"/>
                </a:lnTo>
                <a:lnTo>
                  <a:pt x="50" y="166"/>
                </a:lnTo>
                <a:lnTo>
                  <a:pt x="51" y="165"/>
                </a:lnTo>
                <a:lnTo>
                  <a:pt x="51" y="165"/>
                </a:lnTo>
                <a:lnTo>
                  <a:pt x="51" y="165"/>
                </a:lnTo>
                <a:lnTo>
                  <a:pt x="50" y="171"/>
                </a:lnTo>
                <a:lnTo>
                  <a:pt x="50" y="171"/>
                </a:lnTo>
                <a:lnTo>
                  <a:pt x="48" y="173"/>
                </a:lnTo>
                <a:lnTo>
                  <a:pt x="48" y="174"/>
                </a:lnTo>
                <a:lnTo>
                  <a:pt x="48" y="174"/>
                </a:lnTo>
                <a:lnTo>
                  <a:pt x="48" y="174"/>
                </a:lnTo>
                <a:lnTo>
                  <a:pt x="50" y="173"/>
                </a:lnTo>
                <a:lnTo>
                  <a:pt x="51" y="171"/>
                </a:lnTo>
                <a:lnTo>
                  <a:pt x="52" y="171"/>
                </a:lnTo>
                <a:lnTo>
                  <a:pt x="52" y="171"/>
                </a:lnTo>
                <a:lnTo>
                  <a:pt x="52" y="173"/>
                </a:lnTo>
                <a:lnTo>
                  <a:pt x="51" y="174"/>
                </a:lnTo>
                <a:lnTo>
                  <a:pt x="51" y="175"/>
                </a:lnTo>
                <a:lnTo>
                  <a:pt x="51" y="176"/>
                </a:lnTo>
                <a:lnTo>
                  <a:pt x="51" y="176"/>
                </a:lnTo>
                <a:close/>
                <a:moveTo>
                  <a:pt x="42" y="111"/>
                </a:moveTo>
                <a:lnTo>
                  <a:pt x="42" y="111"/>
                </a:lnTo>
                <a:lnTo>
                  <a:pt x="42" y="113"/>
                </a:lnTo>
                <a:lnTo>
                  <a:pt x="42" y="111"/>
                </a:lnTo>
                <a:lnTo>
                  <a:pt x="42" y="111"/>
                </a:lnTo>
                <a:lnTo>
                  <a:pt x="42" y="106"/>
                </a:lnTo>
                <a:lnTo>
                  <a:pt x="42" y="99"/>
                </a:lnTo>
                <a:lnTo>
                  <a:pt x="42" y="99"/>
                </a:lnTo>
                <a:lnTo>
                  <a:pt x="42" y="98"/>
                </a:lnTo>
                <a:lnTo>
                  <a:pt x="42" y="99"/>
                </a:lnTo>
                <a:lnTo>
                  <a:pt x="42" y="99"/>
                </a:lnTo>
                <a:lnTo>
                  <a:pt x="43" y="105"/>
                </a:lnTo>
                <a:lnTo>
                  <a:pt x="42" y="111"/>
                </a:lnTo>
                <a:lnTo>
                  <a:pt x="42" y="111"/>
                </a:lnTo>
                <a:close/>
                <a:moveTo>
                  <a:pt x="43" y="173"/>
                </a:moveTo>
                <a:lnTo>
                  <a:pt x="43" y="173"/>
                </a:lnTo>
                <a:lnTo>
                  <a:pt x="42" y="171"/>
                </a:lnTo>
                <a:lnTo>
                  <a:pt x="41" y="171"/>
                </a:lnTo>
                <a:lnTo>
                  <a:pt x="41" y="169"/>
                </a:lnTo>
                <a:lnTo>
                  <a:pt x="41" y="169"/>
                </a:lnTo>
                <a:lnTo>
                  <a:pt x="41" y="170"/>
                </a:lnTo>
                <a:lnTo>
                  <a:pt x="42" y="170"/>
                </a:lnTo>
                <a:lnTo>
                  <a:pt x="43" y="170"/>
                </a:lnTo>
                <a:lnTo>
                  <a:pt x="43" y="170"/>
                </a:lnTo>
                <a:lnTo>
                  <a:pt x="43" y="170"/>
                </a:lnTo>
                <a:lnTo>
                  <a:pt x="45" y="169"/>
                </a:lnTo>
                <a:lnTo>
                  <a:pt x="45" y="169"/>
                </a:lnTo>
                <a:lnTo>
                  <a:pt x="46" y="169"/>
                </a:lnTo>
                <a:lnTo>
                  <a:pt x="46" y="169"/>
                </a:lnTo>
                <a:lnTo>
                  <a:pt x="45" y="170"/>
                </a:lnTo>
                <a:lnTo>
                  <a:pt x="45" y="173"/>
                </a:lnTo>
                <a:lnTo>
                  <a:pt x="45" y="176"/>
                </a:lnTo>
                <a:lnTo>
                  <a:pt x="45" y="176"/>
                </a:lnTo>
                <a:lnTo>
                  <a:pt x="43" y="176"/>
                </a:lnTo>
                <a:lnTo>
                  <a:pt x="43" y="176"/>
                </a:lnTo>
                <a:lnTo>
                  <a:pt x="43" y="178"/>
                </a:lnTo>
                <a:lnTo>
                  <a:pt x="42" y="178"/>
                </a:lnTo>
                <a:lnTo>
                  <a:pt x="42" y="178"/>
                </a:lnTo>
                <a:lnTo>
                  <a:pt x="42" y="175"/>
                </a:lnTo>
                <a:lnTo>
                  <a:pt x="42" y="175"/>
                </a:lnTo>
                <a:lnTo>
                  <a:pt x="43" y="174"/>
                </a:lnTo>
                <a:lnTo>
                  <a:pt x="43" y="173"/>
                </a:lnTo>
                <a:lnTo>
                  <a:pt x="43" y="173"/>
                </a:lnTo>
                <a:close/>
                <a:moveTo>
                  <a:pt x="37" y="171"/>
                </a:moveTo>
                <a:lnTo>
                  <a:pt x="37" y="171"/>
                </a:lnTo>
                <a:lnTo>
                  <a:pt x="37" y="171"/>
                </a:lnTo>
                <a:lnTo>
                  <a:pt x="37" y="170"/>
                </a:lnTo>
                <a:lnTo>
                  <a:pt x="37" y="168"/>
                </a:lnTo>
                <a:lnTo>
                  <a:pt x="36" y="166"/>
                </a:lnTo>
                <a:lnTo>
                  <a:pt x="36" y="166"/>
                </a:lnTo>
                <a:lnTo>
                  <a:pt x="37" y="165"/>
                </a:lnTo>
                <a:lnTo>
                  <a:pt x="37" y="163"/>
                </a:lnTo>
                <a:lnTo>
                  <a:pt x="37" y="163"/>
                </a:lnTo>
                <a:lnTo>
                  <a:pt x="39" y="166"/>
                </a:lnTo>
                <a:lnTo>
                  <a:pt x="39" y="169"/>
                </a:lnTo>
                <a:lnTo>
                  <a:pt x="39" y="169"/>
                </a:lnTo>
                <a:lnTo>
                  <a:pt x="39" y="169"/>
                </a:lnTo>
                <a:lnTo>
                  <a:pt x="37" y="169"/>
                </a:lnTo>
                <a:lnTo>
                  <a:pt x="37" y="171"/>
                </a:lnTo>
                <a:lnTo>
                  <a:pt x="37" y="171"/>
                </a:lnTo>
                <a:close/>
                <a:moveTo>
                  <a:pt x="48" y="129"/>
                </a:moveTo>
                <a:lnTo>
                  <a:pt x="48" y="129"/>
                </a:lnTo>
                <a:lnTo>
                  <a:pt x="47" y="128"/>
                </a:lnTo>
                <a:lnTo>
                  <a:pt x="47" y="128"/>
                </a:lnTo>
                <a:lnTo>
                  <a:pt x="47" y="128"/>
                </a:lnTo>
                <a:lnTo>
                  <a:pt x="47" y="126"/>
                </a:lnTo>
                <a:lnTo>
                  <a:pt x="48" y="125"/>
                </a:lnTo>
                <a:lnTo>
                  <a:pt x="48" y="125"/>
                </a:lnTo>
                <a:lnTo>
                  <a:pt x="51" y="126"/>
                </a:lnTo>
                <a:lnTo>
                  <a:pt x="52" y="126"/>
                </a:lnTo>
                <a:lnTo>
                  <a:pt x="52" y="128"/>
                </a:lnTo>
                <a:lnTo>
                  <a:pt x="52" y="128"/>
                </a:lnTo>
                <a:lnTo>
                  <a:pt x="51" y="128"/>
                </a:lnTo>
                <a:lnTo>
                  <a:pt x="48" y="126"/>
                </a:lnTo>
                <a:lnTo>
                  <a:pt x="48" y="126"/>
                </a:lnTo>
                <a:lnTo>
                  <a:pt x="50" y="129"/>
                </a:lnTo>
                <a:lnTo>
                  <a:pt x="51" y="129"/>
                </a:lnTo>
                <a:lnTo>
                  <a:pt x="51" y="129"/>
                </a:lnTo>
                <a:lnTo>
                  <a:pt x="51" y="129"/>
                </a:lnTo>
                <a:lnTo>
                  <a:pt x="52" y="129"/>
                </a:lnTo>
                <a:lnTo>
                  <a:pt x="51" y="129"/>
                </a:lnTo>
                <a:lnTo>
                  <a:pt x="51" y="130"/>
                </a:lnTo>
                <a:lnTo>
                  <a:pt x="51" y="130"/>
                </a:lnTo>
                <a:lnTo>
                  <a:pt x="51" y="130"/>
                </a:lnTo>
                <a:lnTo>
                  <a:pt x="50" y="130"/>
                </a:lnTo>
                <a:lnTo>
                  <a:pt x="50" y="129"/>
                </a:lnTo>
                <a:lnTo>
                  <a:pt x="48" y="129"/>
                </a:lnTo>
                <a:lnTo>
                  <a:pt x="48" y="129"/>
                </a:lnTo>
                <a:lnTo>
                  <a:pt x="50" y="133"/>
                </a:lnTo>
                <a:lnTo>
                  <a:pt x="48" y="135"/>
                </a:lnTo>
                <a:lnTo>
                  <a:pt x="48" y="135"/>
                </a:lnTo>
                <a:lnTo>
                  <a:pt x="47" y="134"/>
                </a:lnTo>
                <a:lnTo>
                  <a:pt x="46" y="133"/>
                </a:lnTo>
                <a:lnTo>
                  <a:pt x="46" y="133"/>
                </a:lnTo>
                <a:lnTo>
                  <a:pt x="47" y="130"/>
                </a:lnTo>
                <a:lnTo>
                  <a:pt x="48" y="129"/>
                </a:lnTo>
                <a:lnTo>
                  <a:pt x="48" y="129"/>
                </a:lnTo>
                <a:close/>
                <a:moveTo>
                  <a:pt x="43" y="58"/>
                </a:moveTo>
                <a:lnTo>
                  <a:pt x="43" y="58"/>
                </a:lnTo>
                <a:lnTo>
                  <a:pt x="42" y="58"/>
                </a:lnTo>
                <a:lnTo>
                  <a:pt x="42" y="55"/>
                </a:lnTo>
                <a:lnTo>
                  <a:pt x="42" y="51"/>
                </a:lnTo>
                <a:lnTo>
                  <a:pt x="42" y="51"/>
                </a:lnTo>
                <a:lnTo>
                  <a:pt x="43" y="53"/>
                </a:lnTo>
                <a:lnTo>
                  <a:pt x="43" y="54"/>
                </a:lnTo>
                <a:lnTo>
                  <a:pt x="43" y="58"/>
                </a:lnTo>
                <a:lnTo>
                  <a:pt x="43" y="58"/>
                </a:lnTo>
                <a:close/>
                <a:moveTo>
                  <a:pt x="54" y="81"/>
                </a:moveTo>
                <a:lnTo>
                  <a:pt x="54" y="81"/>
                </a:lnTo>
                <a:lnTo>
                  <a:pt x="56" y="80"/>
                </a:lnTo>
                <a:lnTo>
                  <a:pt x="56" y="76"/>
                </a:lnTo>
                <a:lnTo>
                  <a:pt x="56" y="76"/>
                </a:lnTo>
                <a:lnTo>
                  <a:pt x="57" y="78"/>
                </a:lnTo>
                <a:lnTo>
                  <a:pt x="57" y="79"/>
                </a:lnTo>
                <a:lnTo>
                  <a:pt x="57" y="80"/>
                </a:lnTo>
                <a:lnTo>
                  <a:pt x="57" y="81"/>
                </a:lnTo>
                <a:lnTo>
                  <a:pt x="57" y="81"/>
                </a:lnTo>
                <a:lnTo>
                  <a:pt x="57" y="83"/>
                </a:lnTo>
                <a:lnTo>
                  <a:pt x="58" y="84"/>
                </a:lnTo>
                <a:lnTo>
                  <a:pt x="58" y="84"/>
                </a:lnTo>
                <a:lnTo>
                  <a:pt x="59" y="83"/>
                </a:lnTo>
                <a:lnTo>
                  <a:pt x="58" y="80"/>
                </a:lnTo>
                <a:lnTo>
                  <a:pt x="58" y="78"/>
                </a:lnTo>
                <a:lnTo>
                  <a:pt x="58" y="78"/>
                </a:lnTo>
                <a:lnTo>
                  <a:pt x="58" y="78"/>
                </a:lnTo>
                <a:lnTo>
                  <a:pt x="58" y="78"/>
                </a:lnTo>
                <a:lnTo>
                  <a:pt x="58" y="76"/>
                </a:lnTo>
                <a:lnTo>
                  <a:pt x="57" y="75"/>
                </a:lnTo>
                <a:lnTo>
                  <a:pt x="57" y="75"/>
                </a:lnTo>
                <a:lnTo>
                  <a:pt x="57" y="74"/>
                </a:lnTo>
                <a:lnTo>
                  <a:pt x="58" y="73"/>
                </a:lnTo>
                <a:lnTo>
                  <a:pt x="58" y="73"/>
                </a:lnTo>
                <a:lnTo>
                  <a:pt x="57" y="69"/>
                </a:lnTo>
                <a:lnTo>
                  <a:pt x="57" y="69"/>
                </a:lnTo>
                <a:lnTo>
                  <a:pt x="57" y="68"/>
                </a:lnTo>
                <a:lnTo>
                  <a:pt x="58" y="68"/>
                </a:lnTo>
                <a:lnTo>
                  <a:pt x="59" y="68"/>
                </a:lnTo>
                <a:lnTo>
                  <a:pt x="59" y="66"/>
                </a:lnTo>
                <a:lnTo>
                  <a:pt x="59" y="66"/>
                </a:lnTo>
                <a:lnTo>
                  <a:pt x="58" y="66"/>
                </a:lnTo>
                <a:lnTo>
                  <a:pt x="58" y="68"/>
                </a:lnTo>
                <a:lnTo>
                  <a:pt x="58" y="68"/>
                </a:lnTo>
                <a:lnTo>
                  <a:pt x="57" y="66"/>
                </a:lnTo>
                <a:lnTo>
                  <a:pt x="57" y="65"/>
                </a:lnTo>
                <a:lnTo>
                  <a:pt x="57" y="63"/>
                </a:lnTo>
                <a:lnTo>
                  <a:pt x="57" y="63"/>
                </a:lnTo>
                <a:lnTo>
                  <a:pt x="59" y="65"/>
                </a:lnTo>
                <a:lnTo>
                  <a:pt x="59" y="65"/>
                </a:lnTo>
                <a:lnTo>
                  <a:pt x="60" y="65"/>
                </a:lnTo>
                <a:lnTo>
                  <a:pt x="60" y="65"/>
                </a:lnTo>
                <a:lnTo>
                  <a:pt x="58" y="61"/>
                </a:lnTo>
                <a:lnTo>
                  <a:pt x="58" y="61"/>
                </a:lnTo>
                <a:lnTo>
                  <a:pt x="59" y="61"/>
                </a:lnTo>
                <a:lnTo>
                  <a:pt x="59" y="59"/>
                </a:lnTo>
                <a:lnTo>
                  <a:pt x="60" y="55"/>
                </a:lnTo>
                <a:lnTo>
                  <a:pt x="60" y="55"/>
                </a:lnTo>
                <a:lnTo>
                  <a:pt x="62" y="59"/>
                </a:lnTo>
                <a:lnTo>
                  <a:pt x="62" y="59"/>
                </a:lnTo>
                <a:lnTo>
                  <a:pt x="63" y="59"/>
                </a:lnTo>
                <a:lnTo>
                  <a:pt x="63" y="56"/>
                </a:lnTo>
                <a:lnTo>
                  <a:pt x="63" y="56"/>
                </a:lnTo>
                <a:lnTo>
                  <a:pt x="64" y="59"/>
                </a:lnTo>
                <a:lnTo>
                  <a:pt x="64" y="63"/>
                </a:lnTo>
                <a:lnTo>
                  <a:pt x="64" y="70"/>
                </a:lnTo>
                <a:lnTo>
                  <a:pt x="64" y="70"/>
                </a:lnTo>
                <a:lnTo>
                  <a:pt x="64" y="70"/>
                </a:lnTo>
                <a:lnTo>
                  <a:pt x="63" y="71"/>
                </a:lnTo>
                <a:lnTo>
                  <a:pt x="63" y="71"/>
                </a:lnTo>
                <a:lnTo>
                  <a:pt x="64" y="73"/>
                </a:lnTo>
                <a:lnTo>
                  <a:pt x="64" y="73"/>
                </a:lnTo>
                <a:lnTo>
                  <a:pt x="64" y="73"/>
                </a:lnTo>
                <a:lnTo>
                  <a:pt x="63" y="73"/>
                </a:lnTo>
                <a:lnTo>
                  <a:pt x="63" y="73"/>
                </a:lnTo>
                <a:lnTo>
                  <a:pt x="64" y="75"/>
                </a:lnTo>
                <a:lnTo>
                  <a:pt x="64" y="75"/>
                </a:lnTo>
                <a:lnTo>
                  <a:pt x="64" y="78"/>
                </a:lnTo>
                <a:lnTo>
                  <a:pt x="63" y="80"/>
                </a:lnTo>
                <a:lnTo>
                  <a:pt x="63" y="80"/>
                </a:lnTo>
                <a:lnTo>
                  <a:pt x="64" y="88"/>
                </a:lnTo>
                <a:lnTo>
                  <a:pt x="64" y="88"/>
                </a:lnTo>
                <a:lnTo>
                  <a:pt x="62" y="95"/>
                </a:lnTo>
                <a:lnTo>
                  <a:pt x="62" y="95"/>
                </a:lnTo>
                <a:lnTo>
                  <a:pt x="63" y="96"/>
                </a:lnTo>
                <a:lnTo>
                  <a:pt x="63" y="96"/>
                </a:lnTo>
                <a:lnTo>
                  <a:pt x="62" y="103"/>
                </a:lnTo>
                <a:lnTo>
                  <a:pt x="62" y="105"/>
                </a:lnTo>
                <a:lnTo>
                  <a:pt x="62" y="108"/>
                </a:lnTo>
                <a:lnTo>
                  <a:pt x="62" y="108"/>
                </a:lnTo>
                <a:lnTo>
                  <a:pt x="60" y="110"/>
                </a:lnTo>
                <a:lnTo>
                  <a:pt x="60" y="110"/>
                </a:lnTo>
                <a:lnTo>
                  <a:pt x="60" y="109"/>
                </a:lnTo>
                <a:lnTo>
                  <a:pt x="60" y="108"/>
                </a:lnTo>
                <a:lnTo>
                  <a:pt x="60" y="106"/>
                </a:lnTo>
                <a:lnTo>
                  <a:pt x="59" y="106"/>
                </a:lnTo>
                <a:lnTo>
                  <a:pt x="59" y="106"/>
                </a:lnTo>
                <a:lnTo>
                  <a:pt x="62" y="111"/>
                </a:lnTo>
                <a:lnTo>
                  <a:pt x="62" y="111"/>
                </a:lnTo>
                <a:lnTo>
                  <a:pt x="60" y="114"/>
                </a:lnTo>
                <a:lnTo>
                  <a:pt x="60" y="118"/>
                </a:lnTo>
                <a:lnTo>
                  <a:pt x="60" y="124"/>
                </a:lnTo>
                <a:lnTo>
                  <a:pt x="60" y="124"/>
                </a:lnTo>
                <a:lnTo>
                  <a:pt x="59" y="125"/>
                </a:lnTo>
                <a:lnTo>
                  <a:pt x="58" y="126"/>
                </a:lnTo>
                <a:lnTo>
                  <a:pt x="58" y="126"/>
                </a:lnTo>
                <a:lnTo>
                  <a:pt x="58" y="129"/>
                </a:lnTo>
                <a:lnTo>
                  <a:pt x="57" y="129"/>
                </a:lnTo>
                <a:lnTo>
                  <a:pt x="57" y="130"/>
                </a:lnTo>
                <a:lnTo>
                  <a:pt x="57" y="130"/>
                </a:lnTo>
                <a:lnTo>
                  <a:pt x="56" y="129"/>
                </a:lnTo>
                <a:lnTo>
                  <a:pt x="56" y="128"/>
                </a:lnTo>
                <a:lnTo>
                  <a:pt x="56" y="125"/>
                </a:lnTo>
                <a:lnTo>
                  <a:pt x="56" y="125"/>
                </a:lnTo>
                <a:lnTo>
                  <a:pt x="56" y="120"/>
                </a:lnTo>
                <a:lnTo>
                  <a:pt x="56" y="120"/>
                </a:lnTo>
                <a:lnTo>
                  <a:pt x="56" y="119"/>
                </a:lnTo>
                <a:lnTo>
                  <a:pt x="56" y="119"/>
                </a:lnTo>
                <a:lnTo>
                  <a:pt x="57" y="116"/>
                </a:lnTo>
                <a:lnTo>
                  <a:pt x="57" y="116"/>
                </a:lnTo>
                <a:lnTo>
                  <a:pt x="57" y="114"/>
                </a:lnTo>
                <a:lnTo>
                  <a:pt x="57" y="114"/>
                </a:lnTo>
                <a:lnTo>
                  <a:pt x="57" y="111"/>
                </a:lnTo>
                <a:lnTo>
                  <a:pt x="56" y="109"/>
                </a:lnTo>
                <a:lnTo>
                  <a:pt x="56" y="109"/>
                </a:lnTo>
                <a:lnTo>
                  <a:pt x="58" y="110"/>
                </a:lnTo>
                <a:lnTo>
                  <a:pt x="58" y="110"/>
                </a:lnTo>
                <a:lnTo>
                  <a:pt x="58" y="109"/>
                </a:lnTo>
                <a:lnTo>
                  <a:pt x="58" y="109"/>
                </a:lnTo>
                <a:lnTo>
                  <a:pt x="58" y="109"/>
                </a:lnTo>
                <a:lnTo>
                  <a:pt x="57" y="109"/>
                </a:lnTo>
                <a:lnTo>
                  <a:pt x="57" y="109"/>
                </a:lnTo>
                <a:lnTo>
                  <a:pt x="56" y="106"/>
                </a:lnTo>
                <a:lnTo>
                  <a:pt x="54" y="105"/>
                </a:lnTo>
                <a:lnTo>
                  <a:pt x="54" y="105"/>
                </a:lnTo>
                <a:lnTo>
                  <a:pt x="56" y="99"/>
                </a:lnTo>
                <a:lnTo>
                  <a:pt x="57" y="94"/>
                </a:lnTo>
                <a:lnTo>
                  <a:pt x="57" y="94"/>
                </a:lnTo>
                <a:lnTo>
                  <a:pt x="56" y="91"/>
                </a:lnTo>
                <a:lnTo>
                  <a:pt x="53" y="89"/>
                </a:lnTo>
                <a:lnTo>
                  <a:pt x="53" y="89"/>
                </a:lnTo>
                <a:lnTo>
                  <a:pt x="54" y="84"/>
                </a:lnTo>
                <a:lnTo>
                  <a:pt x="56" y="84"/>
                </a:lnTo>
                <a:lnTo>
                  <a:pt x="56" y="84"/>
                </a:lnTo>
                <a:lnTo>
                  <a:pt x="56" y="83"/>
                </a:lnTo>
                <a:lnTo>
                  <a:pt x="54" y="81"/>
                </a:lnTo>
                <a:lnTo>
                  <a:pt x="54" y="81"/>
                </a:lnTo>
                <a:close/>
                <a:moveTo>
                  <a:pt x="56" y="103"/>
                </a:moveTo>
                <a:lnTo>
                  <a:pt x="56" y="103"/>
                </a:lnTo>
                <a:lnTo>
                  <a:pt x="57" y="101"/>
                </a:lnTo>
                <a:lnTo>
                  <a:pt x="57" y="101"/>
                </a:lnTo>
                <a:lnTo>
                  <a:pt x="56" y="103"/>
                </a:lnTo>
                <a:lnTo>
                  <a:pt x="56" y="103"/>
                </a:lnTo>
                <a:lnTo>
                  <a:pt x="56" y="105"/>
                </a:lnTo>
                <a:lnTo>
                  <a:pt x="56" y="105"/>
                </a:lnTo>
                <a:lnTo>
                  <a:pt x="58" y="105"/>
                </a:lnTo>
                <a:lnTo>
                  <a:pt x="59" y="104"/>
                </a:lnTo>
                <a:lnTo>
                  <a:pt x="59" y="104"/>
                </a:lnTo>
                <a:lnTo>
                  <a:pt x="58" y="104"/>
                </a:lnTo>
                <a:lnTo>
                  <a:pt x="57" y="104"/>
                </a:lnTo>
                <a:lnTo>
                  <a:pt x="57" y="104"/>
                </a:lnTo>
                <a:lnTo>
                  <a:pt x="56" y="103"/>
                </a:lnTo>
                <a:lnTo>
                  <a:pt x="56" y="103"/>
                </a:lnTo>
                <a:close/>
                <a:moveTo>
                  <a:pt x="57" y="99"/>
                </a:moveTo>
                <a:lnTo>
                  <a:pt x="57" y="99"/>
                </a:lnTo>
                <a:lnTo>
                  <a:pt x="57" y="100"/>
                </a:lnTo>
                <a:lnTo>
                  <a:pt x="58" y="100"/>
                </a:lnTo>
                <a:lnTo>
                  <a:pt x="59" y="101"/>
                </a:lnTo>
                <a:lnTo>
                  <a:pt x="59" y="101"/>
                </a:lnTo>
                <a:lnTo>
                  <a:pt x="58" y="103"/>
                </a:lnTo>
                <a:lnTo>
                  <a:pt x="59" y="103"/>
                </a:lnTo>
                <a:lnTo>
                  <a:pt x="59" y="103"/>
                </a:lnTo>
                <a:lnTo>
                  <a:pt x="59" y="103"/>
                </a:lnTo>
                <a:lnTo>
                  <a:pt x="59" y="101"/>
                </a:lnTo>
                <a:lnTo>
                  <a:pt x="60" y="101"/>
                </a:lnTo>
                <a:lnTo>
                  <a:pt x="60" y="100"/>
                </a:lnTo>
                <a:lnTo>
                  <a:pt x="60" y="100"/>
                </a:lnTo>
                <a:lnTo>
                  <a:pt x="59" y="100"/>
                </a:lnTo>
                <a:lnTo>
                  <a:pt x="59" y="100"/>
                </a:lnTo>
                <a:lnTo>
                  <a:pt x="58" y="99"/>
                </a:lnTo>
                <a:lnTo>
                  <a:pt x="57" y="99"/>
                </a:lnTo>
                <a:lnTo>
                  <a:pt x="57" y="99"/>
                </a:lnTo>
                <a:close/>
                <a:moveTo>
                  <a:pt x="58" y="95"/>
                </a:moveTo>
                <a:lnTo>
                  <a:pt x="58" y="95"/>
                </a:lnTo>
                <a:lnTo>
                  <a:pt x="57" y="96"/>
                </a:lnTo>
                <a:lnTo>
                  <a:pt x="56" y="99"/>
                </a:lnTo>
                <a:lnTo>
                  <a:pt x="56" y="99"/>
                </a:lnTo>
                <a:lnTo>
                  <a:pt x="58" y="98"/>
                </a:lnTo>
                <a:lnTo>
                  <a:pt x="59" y="98"/>
                </a:lnTo>
                <a:lnTo>
                  <a:pt x="59" y="98"/>
                </a:lnTo>
                <a:lnTo>
                  <a:pt x="58" y="96"/>
                </a:lnTo>
                <a:lnTo>
                  <a:pt x="58" y="95"/>
                </a:lnTo>
                <a:lnTo>
                  <a:pt x="58" y="95"/>
                </a:lnTo>
                <a:close/>
                <a:moveTo>
                  <a:pt x="62" y="69"/>
                </a:moveTo>
                <a:lnTo>
                  <a:pt x="62" y="69"/>
                </a:lnTo>
                <a:lnTo>
                  <a:pt x="63" y="69"/>
                </a:lnTo>
                <a:lnTo>
                  <a:pt x="63" y="69"/>
                </a:lnTo>
                <a:lnTo>
                  <a:pt x="63" y="66"/>
                </a:lnTo>
                <a:lnTo>
                  <a:pt x="62" y="65"/>
                </a:lnTo>
                <a:lnTo>
                  <a:pt x="62" y="65"/>
                </a:lnTo>
                <a:lnTo>
                  <a:pt x="62" y="68"/>
                </a:lnTo>
                <a:lnTo>
                  <a:pt x="62" y="69"/>
                </a:lnTo>
                <a:lnTo>
                  <a:pt x="62" y="69"/>
                </a:lnTo>
                <a:close/>
                <a:moveTo>
                  <a:pt x="60" y="86"/>
                </a:moveTo>
                <a:lnTo>
                  <a:pt x="60" y="86"/>
                </a:lnTo>
                <a:lnTo>
                  <a:pt x="59" y="90"/>
                </a:lnTo>
                <a:lnTo>
                  <a:pt x="59" y="91"/>
                </a:lnTo>
                <a:lnTo>
                  <a:pt x="60" y="91"/>
                </a:lnTo>
                <a:lnTo>
                  <a:pt x="60" y="91"/>
                </a:lnTo>
                <a:lnTo>
                  <a:pt x="60" y="89"/>
                </a:lnTo>
                <a:lnTo>
                  <a:pt x="60" y="88"/>
                </a:lnTo>
                <a:lnTo>
                  <a:pt x="60" y="86"/>
                </a:lnTo>
                <a:lnTo>
                  <a:pt x="60" y="86"/>
                </a:lnTo>
                <a:close/>
                <a:moveTo>
                  <a:pt x="56" y="85"/>
                </a:moveTo>
                <a:lnTo>
                  <a:pt x="56" y="85"/>
                </a:lnTo>
                <a:lnTo>
                  <a:pt x="54" y="86"/>
                </a:lnTo>
                <a:lnTo>
                  <a:pt x="54" y="89"/>
                </a:lnTo>
                <a:lnTo>
                  <a:pt x="57" y="90"/>
                </a:lnTo>
                <a:lnTo>
                  <a:pt x="58" y="91"/>
                </a:lnTo>
                <a:lnTo>
                  <a:pt x="58" y="91"/>
                </a:lnTo>
                <a:lnTo>
                  <a:pt x="58" y="90"/>
                </a:lnTo>
                <a:lnTo>
                  <a:pt x="57" y="89"/>
                </a:lnTo>
                <a:lnTo>
                  <a:pt x="56" y="88"/>
                </a:lnTo>
                <a:lnTo>
                  <a:pt x="56" y="85"/>
                </a:lnTo>
                <a:lnTo>
                  <a:pt x="56" y="85"/>
                </a:lnTo>
                <a:close/>
                <a:moveTo>
                  <a:pt x="34" y="339"/>
                </a:moveTo>
                <a:lnTo>
                  <a:pt x="34" y="339"/>
                </a:lnTo>
                <a:lnTo>
                  <a:pt x="34" y="338"/>
                </a:lnTo>
                <a:lnTo>
                  <a:pt x="34" y="338"/>
                </a:lnTo>
                <a:lnTo>
                  <a:pt x="33" y="337"/>
                </a:lnTo>
                <a:lnTo>
                  <a:pt x="33" y="335"/>
                </a:lnTo>
                <a:lnTo>
                  <a:pt x="33" y="335"/>
                </a:lnTo>
                <a:lnTo>
                  <a:pt x="34" y="337"/>
                </a:lnTo>
                <a:lnTo>
                  <a:pt x="35" y="338"/>
                </a:lnTo>
                <a:lnTo>
                  <a:pt x="36" y="338"/>
                </a:lnTo>
                <a:lnTo>
                  <a:pt x="36" y="338"/>
                </a:lnTo>
                <a:lnTo>
                  <a:pt x="36" y="339"/>
                </a:lnTo>
                <a:lnTo>
                  <a:pt x="34" y="339"/>
                </a:lnTo>
                <a:lnTo>
                  <a:pt x="34" y="339"/>
                </a:lnTo>
                <a:close/>
                <a:moveTo>
                  <a:pt x="50" y="0"/>
                </a:moveTo>
                <a:lnTo>
                  <a:pt x="50" y="0"/>
                </a:lnTo>
                <a:lnTo>
                  <a:pt x="51" y="1"/>
                </a:lnTo>
                <a:lnTo>
                  <a:pt x="51" y="3"/>
                </a:lnTo>
                <a:lnTo>
                  <a:pt x="51" y="5"/>
                </a:lnTo>
                <a:lnTo>
                  <a:pt x="51" y="5"/>
                </a:lnTo>
                <a:lnTo>
                  <a:pt x="50" y="5"/>
                </a:lnTo>
                <a:lnTo>
                  <a:pt x="50" y="4"/>
                </a:lnTo>
                <a:lnTo>
                  <a:pt x="50" y="0"/>
                </a:lnTo>
                <a:lnTo>
                  <a:pt x="50" y="0"/>
                </a:lnTo>
                <a:close/>
                <a:moveTo>
                  <a:pt x="48" y="111"/>
                </a:moveTo>
                <a:lnTo>
                  <a:pt x="48" y="111"/>
                </a:lnTo>
                <a:lnTo>
                  <a:pt x="48" y="110"/>
                </a:lnTo>
                <a:lnTo>
                  <a:pt x="50" y="109"/>
                </a:lnTo>
                <a:lnTo>
                  <a:pt x="50" y="109"/>
                </a:lnTo>
                <a:lnTo>
                  <a:pt x="50" y="108"/>
                </a:lnTo>
                <a:lnTo>
                  <a:pt x="50" y="108"/>
                </a:lnTo>
                <a:lnTo>
                  <a:pt x="51" y="109"/>
                </a:lnTo>
                <a:lnTo>
                  <a:pt x="51" y="110"/>
                </a:lnTo>
                <a:lnTo>
                  <a:pt x="50" y="110"/>
                </a:lnTo>
                <a:lnTo>
                  <a:pt x="51" y="111"/>
                </a:lnTo>
                <a:lnTo>
                  <a:pt x="51" y="111"/>
                </a:lnTo>
                <a:lnTo>
                  <a:pt x="50" y="113"/>
                </a:lnTo>
                <a:lnTo>
                  <a:pt x="50" y="111"/>
                </a:lnTo>
                <a:lnTo>
                  <a:pt x="50" y="110"/>
                </a:lnTo>
                <a:lnTo>
                  <a:pt x="48" y="111"/>
                </a:lnTo>
                <a:lnTo>
                  <a:pt x="48" y="111"/>
                </a:lnTo>
                <a:close/>
                <a:moveTo>
                  <a:pt x="54" y="106"/>
                </a:moveTo>
                <a:lnTo>
                  <a:pt x="54" y="106"/>
                </a:lnTo>
                <a:lnTo>
                  <a:pt x="56" y="108"/>
                </a:lnTo>
                <a:lnTo>
                  <a:pt x="56" y="108"/>
                </a:lnTo>
                <a:lnTo>
                  <a:pt x="56" y="108"/>
                </a:lnTo>
                <a:lnTo>
                  <a:pt x="56" y="110"/>
                </a:lnTo>
                <a:lnTo>
                  <a:pt x="56" y="113"/>
                </a:lnTo>
                <a:lnTo>
                  <a:pt x="56" y="113"/>
                </a:lnTo>
                <a:lnTo>
                  <a:pt x="54" y="111"/>
                </a:lnTo>
                <a:lnTo>
                  <a:pt x="54" y="110"/>
                </a:lnTo>
                <a:lnTo>
                  <a:pt x="54" y="106"/>
                </a:lnTo>
                <a:lnTo>
                  <a:pt x="54" y="106"/>
                </a:lnTo>
                <a:close/>
                <a:moveTo>
                  <a:pt x="42" y="93"/>
                </a:moveTo>
                <a:lnTo>
                  <a:pt x="42" y="91"/>
                </a:lnTo>
                <a:lnTo>
                  <a:pt x="42" y="91"/>
                </a:lnTo>
                <a:lnTo>
                  <a:pt x="43" y="91"/>
                </a:lnTo>
                <a:lnTo>
                  <a:pt x="43" y="90"/>
                </a:lnTo>
                <a:lnTo>
                  <a:pt x="43" y="90"/>
                </a:lnTo>
                <a:lnTo>
                  <a:pt x="43" y="90"/>
                </a:lnTo>
                <a:lnTo>
                  <a:pt x="42" y="90"/>
                </a:lnTo>
                <a:lnTo>
                  <a:pt x="42" y="90"/>
                </a:lnTo>
                <a:lnTo>
                  <a:pt x="42" y="90"/>
                </a:lnTo>
                <a:lnTo>
                  <a:pt x="42" y="89"/>
                </a:lnTo>
                <a:lnTo>
                  <a:pt x="43" y="88"/>
                </a:lnTo>
                <a:lnTo>
                  <a:pt x="43" y="88"/>
                </a:lnTo>
                <a:lnTo>
                  <a:pt x="41" y="88"/>
                </a:lnTo>
                <a:lnTo>
                  <a:pt x="41" y="88"/>
                </a:lnTo>
                <a:lnTo>
                  <a:pt x="42" y="86"/>
                </a:lnTo>
                <a:lnTo>
                  <a:pt x="42" y="85"/>
                </a:lnTo>
                <a:lnTo>
                  <a:pt x="42" y="81"/>
                </a:lnTo>
                <a:lnTo>
                  <a:pt x="42" y="81"/>
                </a:lnTo>
                <a:lnTo>
                  <a:pt x="43" y="83"/>
                </a:lnTo>
                <a:lnTo>
                  <a:pt x="43" y="84"/>
                </a:lnTo>
                <a:lnTo>
                  <a:pt x="43" y="84"/>
                </a:lnTo>
                <a:lnTo>
                  <a:pt x="45" y="84"/>
                </a:lnTo>
                <a:lnTo>
                  <a:pt x="45" y="84"/>
                </a:lnTo>
                <a:lnTo>
                  <a:pt x="43" y="86"/>
                </a:lnTo>
                <a:lnTo>
                  <a:pt x="43" y="86"/>
                </a:lnTo>
                <a:lnTo>
                  <a:pt x="45" y="86"/>
                </a:lnTo>
                <a:lnTo>
                  <a:pt x="45" y="86"/>
                </a:lnTo>
                <a:lnTo>
                  <a:pt x="45" y="89"/>
                </a:lnTo>
                <a:lnTo>
                  <a:pt x="45" y="93"/>
                </a:lnTo>
                <a:lnTo>
                  <a:pt x="45" y="93"/>
                </a:lnTo>
                <a:lnTo>
                  <a:pt x="43" y="93"/>
                </a:lnTo>
                <a:lnTo>
                  <a:pt x="42" y="93"/>
                </a:lnTo>
                <a:lnTo>
                  <a:pt x="42" y="93"/>
                </a:lnTo>
                <a:close/>
                <a:moveTo>
                  <a:pt x="204" y="679"/>
                </a:moveTo>
                <a:lnTo>
                  <a:pt x="204" y="679"/>
                </a:lnTo>
                <a:lnTo>
                  <a:pt x="204" y="681"/>
                </a:lnTo>
                <a:lnTo>
                  <a:pt x="203" y="682"/>
                </a:lnTo>
                <a:lnTo>
                  <a:pt x="202" y="682"/>
                </a:lnTo>
                <a:lnTo>
                  <a:pt x="202" y="682"/>
                </a:lnTo>
                <a:lnTo>
                  <a:pt x="202" y="681"/>
                </a:lnTo>
                <a:lnTo>
                  <a:pt x="204" y="679"/>
                </a:lnTo>
                <a:lnTo>
                  <a:pt x="204" y="679"/>
                </a:lnTo>
                <a:close/>
                <a:moveTo>
                  <a:pt x="47" y="98"/>
                </a:moveTo>
                <a:lnTo>
                  <a:pt x="47" y="98"/>
                </a:lnTo>
                <a:lnTo>
                  <a:pt x="48" y="94"/>
                </a:lnTo>
                <a:lnTo>
                  <a:pt x="48" y="93"/>
                </a:lnTo>
                <a:lnTo>
                  <a:pt x="47" y="93"/>
                </a:lnTo>
                <a:lnTo>
                  <a:pt x="47" y="93"/>
                </a:lnTo>
                <a:lnTo>
                  <a:pt x="47" y="91"/>
                </a:lnTo>
                <a:lnTo>
                  <a:pt x="47" y="90"/>
                </a:lnTo>
                <a:lnTo>
                  <a:pt x="48" y="90"/>
                </a:lnTo>
                <a:lnTo>
                  <a:pt x="48" y="89"/>
                </a:lnTo>
                <a:lnTo>
                  <a:pt x="48" y="89"/>
                </a:lnTo>
                <a:lnTo>
                  <a:pt x="48" y="88"/>
                </a:lnTo>
                <a:lnTo>
                  <a:pt x="47" y="86"/>
                </a:lnTo>
                <a:lnTo>
                  <a:pt x="47" y="85"/>
                </a:lnTo>
                <a:lnTo>
                  <a:pt x="47" y="84"/>
                </a:lnTo>
                <a:lnTo>
                  <a:pt x="47" y="84"/>
                </a:lnTo>
                <a:lnTo>
                  <a:pt x="48" y="85"/>
                </a:lnTo>
                <a:lnTo>
                  <a:pt x="50" y="89"/>
                </a:lnTo>
                <a:lnTo>
                  <a:pt x="50" y="89"/>
                </a:lnTo>
                <a:lnTo>
                  <a:pt x="50" y="94"/>
                </a:lnTo>
                <a:lnTo>
                  <a:pt x="48" y="96"/>
                </a:lnTo>
                <a:lnTo>
                  <a:pt x="47" y="98"/>
                </a:lnTo>
                <a:lnTo>
                  <a:pt x="47" y="98"/>
                </a:lnTo>
                <a:close/>
                <a:moveTo>
                  <a:pt x="48" y="99"/>
                </a:moveTo>
                <a:lnTo>
                  <a:pt x="48" y="99"/>
                </a:lnTo>
                <a:lnTo>
                  <a:pt x="50" y="100"/>
                </a:lnTo>
                <a:lnTo>
                  <a:pt x="50" y="101"/>
                </a:lnTo>
                <a:lnTo>
                  <a:pt x="50" y="104"/>
                </a:lnTo>
                <a:lnTo>
                  <a:pt x="50" y="106"/>
                </a:lnTo>
                <a:lnTo>
                  <a:pt x="50" y="106"/>
                </a:lnTo>
                <a:lnTo>
                  <a:pt x="48" y="106"/>
                </a:lnTo>
                <a:lnTo>
                  <a:pt x="48" y="108"/>
                </a:lnTo>
                <a:lnTo>
                  <a:pt x="48" y="108"/>
                </a:lnTo>
                <a:lnTo>
                  <a:pt x="47" y="106"/>
                </a:lnTo>
                <a:lnTo>
                  <a:pt x="47" y="104"/>
                </a:lnTo>
                <a:lnTo>
                  <a:pt x="48" y="101"/>
                </a:lnTo>
                <a:lnTo>
                  <a:pt x="48" y="99"/>
                </a:lnTo>
                <a:lnTo>
                  <a:pt x="48" y="99"/>
                </a:lnTo>
                <a:close/>
                <a:moveTo>
                  <a:pt x="53" y="94"/>
                </a:moveTo>
                <a:lnTo>
                  <a:pt x="53" y="94"/>
                </a:lnTo>
                <a:lnTo>
                  <a:pt x="52" y="91"/>
                </a:lnTo>
                <a:lnTo>
                  <a:pt x="52" y="91"/>
                </a:lnTo>
                <a:lnTo>
                  <a:pt x="53" y="91"/>
                </a:lnTo>
                <a:lnTo>
                  <a:pt x="53" y="93"/>
                </a:lnTo>
                <a:lnTo>
                  <a:pt x="53" y="94"/>
                </a:lnTo>
                <a:lnTo>
                  <a:pt x="54" y="94"/>
                </a:lnTo>
                <a:lnTo>
                  <a:pt x="54" y="94"/>
                </a:lnTo>
                <a:lnTo>
                  <a:pt x="53" y="99"/>
                </a:lnTo>
                <a:lnTo>
                  <a:pt x="53" y="103"/>
                </a:lnTo>
                <a:lnTo>
                  <a:pt x="53" y="103"/>
                </a:lnTo>
                <a:lnTo>
                  <a:pt x="52" y="103"/>
                </a:lnTo>
                <a:lnTo>
                  <a:pt x="52" y="100"/>
                </a:lnTo>
                <a:lnTo>
                  <a:pt x="53" y="94"/>
                </a:lnTo>
                <a:lnTo>
                  <a:pt x="53" y="94"/>
                </a:lnTo>
                <a:close/>
                <a:moveTo>
                  <a:pt x="7" y="3"/>
                </a:moveTo>
                <a:lnTo>
                  <a:pt x="7" y="3"/>
                </a:lnTo>
                <a:lnTo>
                  <a:pt x="11" y="5"/>
                </a:lnTo>
                <a:lnTo>
                  <a:pt x="13" y="6"/>
                </a:lnTo>
                <a:lnTo>
                  <a:pt x="14" y="8"/>
                </a:lnTo>
                <a:lnTo>
                  <a:pt x="14" y="8"/>
                </a:lnTo>
                <a:lnTo>
                  <a:pt x="14" y="11"/>
                </a:lnTo>
                <a:lnTo>
                  <a:pt x="14" y="11"/>
                </a:lnTo>
                <a:lnTo>
                  <a:pt x="16" y="14"/>
                </a:lnTo>
                <a:lnTo>
                  <a:pt x="17" y="15"/>
                </a:lnTo>
                <a:lnTo>
                  <a:pt x="16" y="16"/>
                </a:lnTo>
                <a:lnTo>
                  <a:pt x="16" y="16"/>
                </a:lnTo>
                <a:lnTo>
                  <a:pt x="18" y="20"/>
                </a:lnTo>
                <a:lnTo>
                  <a:pt x="18" y="20"/>
                </a:lnTo>
                <a:lnTo>
                  <a:pt x="18" y="30"/>
                </a:lnTo>
                <a:lnTo>
                  <a:pt x="18" y="35"/>
                </a:lnTo>
                <a:lnTo>
                  <a:pt x="17" y="39"/>
                </a:lnTo>
                <a:lnTo>
                  <a:pt x="17" y="39"/>
                </a:lnTo>
                <a:lnTo>
                  <a:pt x="17" y="38"/>
                </a:lnTo>
                <a:lnTo>
                  <a:pt x="17" y="38"/>
                </a:lnTo>
                <a:lnTo>
                  <a:pt x="16" y="38"/>
                </a:lnTo>
                <a:lnTo>
                  <a:pt x="16" y="39"/>
                </a:lnTo>
                <a:lnTo>
                  <a:pt x="16" y="40"/>
                </a:lnTo>
                <a:lnTo>
                  <a:pt x="16" y="40"/>
                </a:lnTo>
                <a:lnTo>
                  <a:pt x="13" y="43"/>
                </a:lnTo>
                <a:lnTo>
                  <a:pt x="13" y="45"/>
                </a:lnTo>
                <a:lnTo>
                  <a:pt x="13" y="45"/>
                </a:lnTo>
                <a:lnTo>
                  <a:pt x="16" y="43"/>
                </a:lnTo>
                <a:lnTo>
                  <a:pt x="17" y="40"/>
                </a:lnTo>
                <a:lnTo>
                  <a:pt x="17" y="40"/>
                </a:lnTo>
                <a:lnTo>
                  <a:pt x="17" y="41"/>
                </a:lnTo>
                <a:lnTo>
                  <a:pt x="17" y="44"/>
                </a:lnTo>
                <a:lnTo>
                  <a:pt x="17" y="48"/>
                </a:lnTo>
                <a:lnTo>
                  <a:pt x="17" y="48"/>
                </a:lnTo>
                <a:lnTo>
                  <a:pt x="16" y="46"/>
                </a:lnTo>
                <a:lnTo>
                  <a:pt x="16" y="48"/>
                </a:lnTo>
                <a:lnTo>
                  <a:pt x="14" y="46"/>
                </a:lnTo>
                <a:lnTo>
                  <a:pt x="14" y="46"/>
                </a:lnTo>
                <a:lnTo>
                  <a:pt x="14" y="48"/>
                </a:lnTo>
                <a:lnTo>
                  <a:pt x="14" y="49"/>
                </a:lnTo>
                <a:lnTo>
                  <a:pt x="14" y="49"/>
                </a:lnTo>
                <a:lnTo>
                  <a:pt x="16" y="49"/>
                </a:lnTo>
                <a:lnTo>
                  <a:pt x="17" y="48"/>
                </a:lnTo>
                <a:lnTo>
                  <a:pt x="18" y="48"/>
                </a:lnTo>
                <a:lnTo>
                  <a:pt x="18" y="50"/>
                </a:lnTo>
                <a:lnTo>
                  <a:pt x="18" y="50"/>
                </a:lnTo>
                <a:lnTo>
                  <a:pt x="18" y="49"/>
                </a:lnTo>
                <a:lnTo>
                  <a:pt x="17" y="50"/>
                </a:lnTo>
                <a:lnTo>
                  <a:pt x="16" y="51"/>
                </a:lnTo>
                <a:lnTo>
                  <a:pt x="16" y="53"/>
                </a:lnTo>
                <a:lnTo>
                  <a:pt x="16" y="53"/>
                </a:lnTo>
                <a:lnTo>
                  <a:pt x="17" y="53"/>
                </a:lnTo>
                <a:lnTo>
                  <a:pt x="17" y="51"/>
                </a:lnTo>
                <a:lnTo>
                  <a:pt x="17" y="51"/>
                </a:lnTo>
                <a:lnTo>
                  <a:pt x="17" y="51"/>
                </a:lnTo>
                <a:lnTo>
                  <a:pt x="17" y="53"/>
                </a:lnTo>
                <a:lnTo>
                  <a:pt x="18" y="56"/>
                </a:lnTo>
                <a:lnTo>
                  <a:pt x="18" y="56"/>
                </a:lnTo>
                <a:lnTo>
                  <a:pt x="17" y="56"/>
                </a:lnTo>
                <a:lnTo>
                  <a:pt x="16" y="58"/>
                </a:lnTo>
                <a:lnTo>
                  <a:pt x="16" y="58"/>
                </a:lnTo>
                <a:lnTo>
                  <a:pt x="17" y="59"/>
                </a:lnTo>
                <a:lnTo>
                  <a:pt x="16" y="60"/>
                </a:lnTo>
                <a:lnTo>
                  <a:pt x="14" y="64"/>
                </a:lnTo>
                <a:lnTo>
                  <a:pt x="14" y="64"/>
                </a:lnTo>
                <a:lnTo>
                  <a:pt x="13" y="59"/>
                </a:lnTo>
                <a:lnTo>
                  <a:pt x="12" y="58"/>
                </a:lnTo>
                <a:lnTo>
                  <a:pt x="10" y="56"/>
                </a:lnTo>
                <a:lnTo>
                  <a:pt x="10" y="56"/>
                </a:lnTo>
                <a:lnTo>
                  <a:pt x="11" y="56"/>
                </a:lnTo>
                <a:lnTo>
                  <a:pt x="11" y="55"/>
                </a:lnTo>
                <a:lnTo>
                  <a:pt x="11" y="55"/>
                </a:lnTo>
                <a:lnTo>
                  <a:pt x="11" y="55"/>
                </a:lnTo>
                <a:lnTo>
                  <a:pt x="10" y="55"/>
                </a:lnTo>
                <a:lnTo>
                  <a:pt x="8" y="55"/>
                </a:lnTo>
                <a:lnTo>
                  <a:pt x="8" y="55"/>
                </a:lnTo>
                <a:lnTo>
                  <a:pt x="8" y="53"/>
                </a:lnTo>
                <a:lnTo>
                  <a:pt x="8" y="50"/>
                </a:lnTo>
                <a:lnTo>
                  <a:pt x="8" y="50"/>
                </a:lnTo>
                <a:lnTo>
                  <a:pt x="8" y="50"/>
                </a:lnTo>
                <a:lnTo>
                  <a:pt x="10" y="51"/>
                </a:lnTo>
                <a:lnTo>
                  <a:pt x="10" y="53"/>
                </a:lnTo>
                <a:lnTo>
                  <a:pt x="10" y="53"/>
                </a:lnTo>
                <a:lnTo>
                  <a:pt x="11" y="53"/>
                </a:lnTo>
                <a:lnTo>
                  <a:pt x="11" y="51"/>
                </a:lnTo>
                <a:lnTo>
                  <a:pt x="10" y="48"/>
                </a:lnTo>
                <a:lnTo>
                  <a:pt x="10" y="48"/>
                </a:lnTo>
                <a:lnTo>
                  <a:pt x="10" y="48"/>
                </a:lnTo>
                <a:lnTo>
                  <a:pt x="10" y="46"/>
                </a:lnTo>
                <a:lnTo>
                  <a:pt x="11" y="46"/>
                </a:lnTo>
                <a:lnTo>
                  <a:pt x="11" y="45"/>
                </a:lnTo>
                <a:lnTo>
                  <a:pt x="8" y="43"/>
                </a:lnTo>
                <a:lnTo>
                  <a:pt x="8" y="43"/>
                </a:lnTo>
                <a:lnTo>
                  <a:pt x="8" y="43"/>
                </a:lnTo>
                <a:lnTo>
                  <a:pt x="8" y="44"/>
                </a:lnTo>
                <a:lnTo>
                  <a:pt x="8" y="45"/>
                </a:lnTo>
                <a:lnTo>
                  <a:pt x="8" y="45"/>
                </a:lnTo>
                <a:lnTo>
                  <a:pt x="7" y="46"/>
                </a:lnTo>
                <a:lnTo>
                  <a:pt x="7" y="46"/>
                </a:lnTo>
                <a:lnTo>
                  <a:pt x="7" y="49"/>
                </a:lnTo>
                <a:lnTo>
                  <a:pt x="7" y="51"/>
                </a:lnTo>
                <a:lnTo>
                  <a:pt x="7" y="51"/>
                </a:lnTo>
                <a:lnTo>
                  <a:pt x="6" y="35"/>
                </a:lnTo>
                <a:lnTo>
                  <a:pt x="6" y="35"/>
                </a:lnTo>
                <a:lnTo>
                  <a:pt x="10" y="35"/>
                </a:lnTo>
                <a:lnTo>
                  <a:pt x="12" y="35"/>
                </a:lnTo>
                <a:lnTo>
                  <a:pt x="12" y="35"/>
                </a:lnTo>
                <a:lnTo>
                  <a:pt x="12" y="33"/>
                </a:lnTo>
                <a:lnTo>
                  <a:pt x="11" y="31"/>
                </a:lnTo>
                <a:lnTo>
                  <a:pt x="11" y="31"/>
                </a:lnTo>
                <a:lnTo>
                  <a:pt x="11" y="31"/>
                </a:lnTo>
                <a:lnTo>
                  <a:pt x="10" y="31"/>
                </a:lnTo>
                <a:lnTo>
                  <a:pt x="10" y="33"/>
                </a:lnTo>
                <a:lnTo>
                  <a:pt x="8" y="31"/>
                </a:lnTo>
                <a:lnTo>
                  <a:pt x="8" y="29"/>
                </a:lnTo>
                <a:lnTo>
                  <a:pt x="8" y="29"/>
                </a:lnTo>
                <a:lnTo>
                  <a:pt x="7" y="29"/>
                </a:lnTo>
                <a:lnTo>
                  <a:pt x="6" y="30"/>
                </a:lnTo>
                <a:lnTo>
                  <a:pt x="6" y="33"/>
                </a:lnTo>
                <a:lnTo>
                  <a:pt x="6" y="33"/>
                </a:lnTo>
                <a:lnTo>
                  <a:pt x="5" y="31"/>
                </a:lnTo>
                <a:lnTo>
                  <a:pt x="5" y="29"/>
                </a:lnTo>
                <a:lnTo>
                  <a:pt x="5" y="24"/>
                </a:lnTo>
                <a:lnTo>
                  <a:pt x="5" y="24"/>
                </a:lnTo>
                <a:lnTo>
                  <a:pt x="6" y="25"/>
                </a:lnTo>
                <a:lnTo>
                  <a:pt x="6" y="25"/>
                </a:lnTo>
                <a:lnTo>
                  <a:pt x="6" y="23"/>
                </a:lnTo>
                <a:lnTo>
                  <a:pt x="5" y="21"/>
                </a:lnTo>
                <a:lnTo>
                  <a:pt x="5" y="21"/>
                </a:lnTo>
                <a:lnTo>
                  <a:pt x="4" y="23"/>
                </a:lnTo>
                <a:lnTo>
                  <a:pt x="4" y="23"/>
                </a:lnTo>
                <a:lnTo>
                  <a:pt x="2" y="18"/>
                </a:lnTo>
                <a:lnTo>
                  <a:pt x="1" y="13"/>
                </a:lnTo>
                <a:lnTo>
                  <a:pt x="1" y="13"/>
                </a:lnTo>
                <a:lnTo>
                  <a:pt x="2" y="13"/>
                </a:lnTo>
                <a:lnTo>
                  <a:pt x="4" y="11"/>
                </a:lnTo>
                <a:lnTo>
                  <a:pt x="4" y="11"/>
                </a:lnTo>
                <a:lnTo>
                  <a:pt x="4" y="10"/>
                </a:lnTo>
                <a:lnTo>
                  <a:pt x="2" y="10"/>
                </a:lnTo>
                <a:lnTo>
                  <a:pt x="1" y="10"/>
                </a:lnTo>
                <a:lnTo>
                  <a:pt x="1" y="10"/>
                </a:lnTo>
                <a:lnTo>
                  <a:pt x="1" y="10"/>
                </a:lnTo>
                <a:lnTo>
                  <a:pt x="0" y="10"/>
                </a:lnTo>
                <a:lnTo>
                  <a:pt x="0" y="9"/>
                </a:lnTo>
                <a:lnTo>
                  <a:pt x="1" y="6"/>
                </a:lnTo>
                <a:lnTo>
                  <a:pt x="1" y="6"/>
                </a:lnTo>
                <a:lnTo>
                  <a:pt x="4" y="5"/>
                </a:lnTo>
                <a:lnTo>
                  <a:pt x="7" y="3"/>
                </a:lnTo>
                <a:lnTo>
                  <a:pt x="7" y="3"/>
                </a:lnTo>
                <a:close/>
                <a:moveTo>
                  <a:pt x="13" y="46"/>
                </a:moveTo>
                <a:lnTo>
                  <a:pt x="13" y="46"/>
                </a:lnTo>
                <a:lnTo>
                  <a:pt x="12" y="46"/>
                </a:lnTo>
                <a:lnTo>
                  <a:pt x="11" y="48"/>
                </a:lnTo>
                <a:lnTo>
                  <a:pt x="11" y="50"/>
                </a:lnTo>
                <a:lnTo>
                  <a:pt x="12" y="50"/>
                </a:lnTo>
                <a:lnTo>
                  <a:pt x="12" y="50"/>
                </a:lnTo>
                <a:lnTo>
                  <a:pt x="12" y="49"/>
                </a:lnTo>
                <a:lnTo>
                  <a:pt x="13" y="46"/>
                </a:lnTo>
                <a:lnTo>
                  <a:pt x="13" y="46"/>
                </a:lnTo>
                <a:close/>
                <a:moveTo>
                  <a:pt x="12" y="35"/>
                </a:moveTo>
                <a:lnTo>
                  <a:pt x="12" y="35"/>
                </a:lnTo>
                <a:lnTo>
                  <a:pt x="11" y="36"/>
                </a:lnTo>
                <a:lnTo>
                  <a:pt x="7" y="36"/>
                </a:lnTo>
                <a:lnTo>
                  <a:pt x="7" y="36"/>
                </a:lnTo>
                <a:lnTo>
                  <a:pt x="8" y="38"/>
                </a:lnTo>
                <a:lnTo>
                  <a:pt x="10" y="39"/>
                </a:lnTo>
                <a:lnTo>
                  <a:pt x="11" y="39"/>
                </a:lnTo>
                <a:lnTo>
                  <a:pt x="11" y="39"/>
                </a:lnTo>
                <a:lnTo>
                  <a:pt x="10" y="40"/>
                </a:lnTo>
                <a:lnTo>
                  <a:pt x="10" y="41"/>
                </a:lnTo>
                <a:lnTo>
                  <a:pt x="11" y="44"/>
                </a:lnTo>
                <a:lnTo>
                  <a:pt x="12" y="44"/>
                </a:lnTo>
                <a:lnTo>
                  <a:pt x="12" y="44"/>
                </a:lnTo>
                <a:lnTo>
                  <a:pt x="12" y="43"/>
                </a:lnTo>
                <a:lnTo>
                  <a:pt x="11" y="41"/>
                </a:lnTo>
                <a:lnTo>
                  <a:pt x="11" y="41"/>
                </a:lnTo>
                <a:lnTo>
                  <a:pt x="13" y="38"/>
                </a:lnTo>
                <a:lnTo>
                  <a:pt x="13" y="36"/>
                </a:lnTo>
                <a:lnTo>
                  <a:pt x="12" y="35"/>
                </a:lnTo>
                <a:lnTo>
                  <a:pt x="12" y="35"/>
                </a:lnTo>
                <a:close/>
                <a:moveTo>
                  <a:pt x="10" y="23"/>
                </a:moveTo>
                <a:lnTo>
                  <a:pt x="10" y="23"/>
                </a:lnTo>
                <a:lnTo>
                  <a:pt x="8" y="25"/>
                </a:lnTo>
                <a:lnTo>
                  <a:pt x="10" y="26"/>
                </a:lnTo>
                <a:lnTo>
                  <a:pt x="10" y="26"/>
                </a:lnTo>
                <a:lnTo>
                  <a:pt x="10" y="29"/>
                </a:lnTo>
                <a:lnTo>
                  <a:pt x="10" y="30"/>
                </a:lnTo>
                <a:lnTo>
                  <a:pt x="11" y="30"/>
                </a:lnTo>
                <a:lnTo>
                  <a:pt x="11" y="30"/>
                </a:lnTo>
                <a:lnTo>
                  <a:pt x="11" y="29"/>
                </a:lnTo>
                <a:lnTo>
                  <a:pt x="11" y="28"/>
                </a:lnTo>
                <a:lnTo>
                  <a:pt x="12" y="26"/>
                </a:lnTo>
                <a:lnTo>
                  <a:pt x="12" y="26"/>
                </a:lnTo>
                <a:lnTo>
                  <a:pt x="11" y="26"/>
                </a:lnTo>
                <a:lnTo>
                  <a:pt x="10" y="25"/>
                </a:lnTo>
                <a:lnTo>
                  <a:pt x="10" y="23"/>
                </a:lnTo>
                <a:lnTo>
                  <a:pt x="10" y="23"/>
                </a:lnTo>
                <a:close/>
                <a:moveTo>
                  <a:pt x="12" y="24"/>
                </a:moveTo>
                <a:lnTo>
                  <a:pt x="12" y="24"/>
                </a:lnTo>
                <a:lnTo>
                  <a:pt x="13" y="23"/>
                </a:lnTo>
                <a:lnTo>
                  <a:pt x="14" y="21"/>
                </a:lnTo>
                <a:lnTo>
                  <a:pt x="14" y="21"/>
                </a:lnTo>
                <a:lnTo>
                  <a:pt x="13" y="21"/>
                </a:lnTo>
                <a:lnTo>
                  <a:pt x="12" y="21"/>
                </a:lnTo>
                <a:lnTo>
                  <a:pt x="12" y="24"/>
                </a:lnTo>
                <a:lnTo>
                  <a:pt x="12" y="24"/>
                </a:lnTo>
                <a:close/>
                <a:moveTo>
                  <a:pt x="8" y="19"/>
                </a:moveTo>
                <a:lnTo>
                  <a:pt x="8" y="19"/>
                </a:lnTo>
                <a:lnTo>
                  <a:pt x="8" y="21"/>
                </a:lnTo>
                <a:lnTo>
                  <a:pt x="10" y="21"/>
                </a:lnTo>
                <a:lnTo>
                  <a:pt x="10" y="21"/>
                </a:lnTo>
                <a:lnTo>
                  <a:pt x="10" y="20"/>
                </a:lnTo>
                <a:lnTo>
                  <a:pt x="11" y="19"/>
                </a:lnTo>
                <a:lnTo>
                  <a:pt x="8" y="19"/>
                </a:lnTo>
                <a:close/>
                <a:moveTo>
                  <a:pt x="6" y="18"/>
                </a:moveTo>
                <a:lnTo>
                  <a:pt x="6" y="18"/>
                </a:lnTo>
                <a:lnTo>
                  <a:pt x="8" y="18"/>
                </a:lnTo>
                <a:lnTo>
                  <a:pt x="10" y="18"/>
                </a:lnTo>
                <a:lnTo>
                  <a:pt x="10" y="16"/>
                </a:lnTo>
                <a:lnTo>
                  <a:pt x="10" y="16"/>
                </a:lnTo>
                <a:lnTo>
                  <a:pt x="7" y="16"/>
                </a:lnTo>
                <a:lnTo>
                  <a:pt x="6" y="16"/>
                </a:lnTo>
                <a:lnTo>
                  <a:pt x="6" y="18"/>
                </a:lnTo>
                <a:lnTo>
                  <a:pt x="6" y="18"/>
                </a:lnTo>
                <a:close/>
                <a:moveTo>
                  <a:pt x="4" y="9"/>
                </a:moveTo>
                <a:lnTo>
                  <a:pt x="4" y="9"/>
                </a:lnTo>
                <a:lnTo>
                  <a:pt x="4" y="9"/>
                </a:lnTo>
                <a:lnTo>
                  <a:pt x="4" y="10"/>
                </a:lnTo>
                <a:lnTo>
                  <a:pt x="4" y="10"/>
                </a:lnTo>
                <a:lnTo>
                  <a:pt x="6" y="9"/>
                </a:lnTo>
                <a:lnTo>
                  <a:pt x="6" y="8"/>
                </a:lnTo>
                <a:lnTo>
                  <a:pt x="6" y="8"/>
                </a:lnTo>
                <a:lnTo>
                  <a:pt x="6" y="8"/>
                </a:lnTo>
                <a:lnTo>
                  <a:pt x="5" y="8"/>
                </a:lnTo>
                <a:lnTo>
                  <a:pt x="5" y="9"/>
                </a:lnTo>
                <a:lnTo>
                  <a:pt x="4" y="9"/>
                </a:lnTo>
                <a:lnTo>
                  <a:pt x="4" y="9"/>
                </a:lnTo>
                <a:close/>
                <a:moveTo>
                  <a:pt x="35" y="294"/>
                </a:moveTo>
                <a:lnTo>
                  <a:pt x="35" y="294"/>
                </a:lnTo>
                <a:lnTo>
                  <a:pt x="35" y="297"/>
                </a:lnTo>
                <a:lnTo>
                  <a:pt x="34" y="298"/>
                </a:lnTo>
                <a:lnTo>
                  <a:pt x="34" y="299"/>
                </a:lnTo>
                <a:lnTo>
                  <a:pt x="34" y="299"/>
                </a:lnTo>
                <a:lnTo>
                  <a:pt x="34" y="295"/>
                </a:lnTo>
                <a:lnTo>
                  <a:pt x="34" y="293"/>
                </a:lnTo>
                <a:lnTo>
                  <a:pt x="34" y="293"/>
                </a:lnTo>
                <a:lnTo>
                  <a:pt x="35" y="293"/>
                </a:lnTo>
                <a:lnTo>
                  <a:pt x="35" y="294"/>
                </a:lnTo>
                <a:lnTo>
                  <a:pt x="35" y="294"/>
                </a:lnTo>
                <a:close/>
                <a:moveTo>
                  <a:pt x="33" y="295"/>
                </a:moveTo>
                <a:lnTo>
                  <a:pt x="33" y="295"/>
                </a:lnTo>
                <a:lnTo>
                  <a:pt x="31" y="297"/>
                </a:lnTo>
                <a:lnTo>
                  <a:pt x="31" y="295"/>
                </a:lnTo>
                <a:lnTo>
                  <a:pt x="31" y="293"/>
                </a:lnTo>
                <a:lnTo>
                  <a:pt x="31" y="292"/>
                </a:lnTo>
                <a:lnTo>
                  <a:pt x="31" y="292"/>
                </a:lnTo>
                <a:lnTo>
                  <a:pt x="33" y="293"/>
                </a:lnTo>
                <a:lnTo>
                  <a:pt x="31" y="294"/>
                </a:lnTo>
                <a:lnTo>
                  <a:pt x="31" y="295"/>
                </a:lnTo>
                <a:lnTo>
                  <a:pt x="33" y="295"/>
                </a:lnTo>
                <a:lnTo>
                  <a:pt x="33" y="295"/>
                </a:lnTo>
                <a:close/>
                <a:moveTo>
                  <a:pt x="31" y="275"/>
                </a:moveTo>
                <a:lnTo>
                  <a:pt x="31" y="275"/>
                </a:lnTo>
                <a:lnTo>
                  <a:pt x="34" y="279"/>
                </a:lnTo>
                <a:lnTo>
                  <a:pt x="34" y="282"/>
                </a:lnTo>
                <a:lnTo>
                  <a:pt x="33" y="283"/>
                </a:lnTo>
                <a:lnTo>
                  <a:pt x="33" y="283"/>
                </a:lnTo>
                <a:lnTo>
                  <a:pt x="34" y="287"/>
                </a:lnTo>
                <a:lnTo>
                  <a:pt x="34" y="287"/>
                </a:lnTo>
                <a:lnTo>
                  <a:pt x="34" y="287"/>
                </a:lnTo>
                <a:lnTo>
                  <a:pt x="34" y="287"/>
                </a:lnTo>
                <a:lnTo>
                  <a:pt x="33" y="287"/>
                </a:lnTo>
                <a:lnTo>
                  <a:pt x="33" y="287"/>
                </a:lnTo>
                <a:lnTo>
                  <a:pt x="33" y="284"/>
                </a:lnTo>
                <a:lnTo>
                  <a:pt x="33" y="282"/>
                </a:lnTo>
                <a:lnTo>
                  <a:pt x="33" y="280"/>
                </a:lnTo>
                <a:lnTo>
                  <a:pt x="33" y="279"/>
                </a:lnTo>
                <a:lnTo>
                  <a:pt x="31" y="279"/>
                </a:lnTo>
                <a:lnTo>
                  <a:pt x="31" y="279"/>
                </a:lnTo>
                <a:lnTo>
                  <a:pt x="31" y="278"/>
                </a:lnTo>
                <a:lnTo>
                  <a:pt x="31" y="275"/>
                </a:lnTo>
                <a:lnTo>
                  <a:pt x="31" y="275"/>
                </a:lnTo>
                <a:close/>
                <a:moveTo>
                  <a:pt x="34" y="300"/>
                </a:moveTo>
                <a:lnTo>
                  <a:pt x="34" y="300"/>
                </a:lnTo>
                <a:lnTo>
                  <a:pt x="34" y="303"/>
                </a:lnTo>
                <a:lnTo>
                  <a:pt x="34" y="304"/>
                </a:lnTo>
                <a:lnTo>
                  <a:pt x="35" y="305"/>
                </a:lnTo>
                <a:lnTo>
                  <a:pt x="35" y="307"/>
                </a:lnTo>
                <a:lnTo>
                  <a:pt x="35" y="307"/>
                </a:lnTo>
                <a:lnTo>
                  <a:pt x="34" y="305"/>
                </a:lnTo>
                <a:lnTo>
                  <a:pt x="33" y="304"/>
                </a:lnTo>
                <a:lnTo>
                  <a:pt x="33" y="303"/>
                </a:lnTo>
                <a:lnTo>
                  <a:pt x="33" y="302"/>
                </a:lnTo>
                <a:lnTo>
                  <a:pt x="33" y="302"/>
                </a:lnTo>
                <a:lnTo>
                  <a:pt x="34" y="300"/>
                </a:lnTo>
                <a:lnTo>
                  <a:pt x="35" y="299"/>
                </a:lnTo>
                <a:lnTo>
                  <a:pt x="35" y="300"/>
                </a:lnTo>
                <a:lnTo>
                  <a:pt x="35" y="300"/>
                </a:lnTo>
                <a:lnTo>
                  <a:pt x="36" y="299"/>
                </a:lnTo>
                <a:lnTo>
                  <a:pt x="35" y="299"/>
                </a:lnTo>
                <a:lnTo>
                  <a:pt x="35" y="298"/>
                </a:lnTo>
                <a:lnTo>
                  <a:pt x="35" y="298"/>
                </a:lnTo>
                <a:lnTo>
                  <a:pt x="35" y="298"/>
                </a:lnTo>
                <a:lnTo>
                  <a:pt x="36" y="298"/>
                </a:lnTo>
                <a:lnTo>
                  <a:pt x="37" y="299"/>
                </a:lnTo>
                <a:lnTo>
                  <a:pt x="36" y="302"/>
                </a:lnTo>
                <a:lnTo>
                  <a:pt x="36" y="302"/>
                </a:lnTo>
                <a:lnTo>
                  <a:pt x="35" y="302"/>
                </a:lnTo>
                <a:lnTo>
                  <a:pt x="34" y="300"/>
                </a:lnTo>
                <a:lnTo>
                  <a:pt x="34" y="300"/>
                </a:lnTo>
                <a:close/>
                <a:moveTo>
                  <a:pt x="37" y="284"/>
                </a:moveTo>
                <a:lnTo>
                  <a:pt x="37" y="284"/>
                </a:lnTo>
                <a:lnTo>
                  <a:pt x="36" y="294"/>
                </a:lnTo>
                <a:lnTo>
                  <a:pt x="36" y="294"/>
                </a:lnTo>
                <a:lnTo>
                  <a:pt x="35" y="293"/>
                </a:lnTo>
                <a:lnTo>
                  <a:pt x="34" y="292"/>
                </a:lnTo>
                <a:lnTo>
                  <a:pt x="34" y="288"/>
                </a:lnTo>
                <a:lnTo>
                  <a:pt x="34" y="288"/>
                </a:lnTo>
                <a:lnTo>
                  <a:pt x="35" y="288"/>
                </a:lnTo>
                <a:lnTo>
                  <a:pt x="35" y="289"/>
                </a:lnTo>
                <a:lnTo>
                  <a:pt x="35" y="290"/>
                </a:lnTo>
                <a:lnTo>
                  <a:pt x="35" y="290"/>
                </a:lnTo>
                <a:lnTo>
                  <a:pt x="35" y="290"/>
                </a:lnTo>
                <a:lnTo>
                  <a:pt x="36" y="289"/>
                </a:lnTo>
                <a:lnTo>
                  <a:pt x="36" y="287"/>
                </a:lnTo>
                <a:lnTo>
                  <a:pt x="36" y="285"/>
                </a:lnTo>
                <a:lnTo>
                  <a:pt x="37" y="284"/>
                </a:lnTo>
                <a:lnTo>
                  <a:pt x="37" y="284"/>
                </a:lnTo>
                <a:close/>
                <a:moveTo>
                  <a:pt x="39" y="155"/>
                </a:moveTo>
                <a:lnTo>
                  <a:pt x="39" y="155"/>
                </a:lnTo>
                <a:lnTo>
                  <a:pt x="37" y="155"/>
                </a:lnTo>
                <a:lnTo>
                  <a:pt x="37" y="155"/>
                </a:lnTo>
                <a:lnTo>
                  <a:pt x="37" y="155"/>
                </a:lnTo>
                <a:lnTo>
                  <a:pt x="36" y="155"/>
                </a:lnTo>
                <a:lnTo>
                  <a:pt x="36" y="154"/>
                </a:lnTo>
                <a:lnTo>
                  <a:pt x="39" y="153"/>
                </a:lnTo>
                <a:lnTo>
                  <a:pt x="39" y="155"/>
                </a:lnTo>
                <a:close/>
                <a:moveTo>
                  <a:pt x="36" y="310"/>
                </a:moveTo>
                <a:lnTo>
                  <a:pt x="36" y="310"/>
                </a:lnTo>
                <a:lnTo>
                  <a:pt x="36" y="308"/>
                </a:lnTo>
                <a:lnTo>
                  <a:pt x="36" y="305"/>
                </a:lnTo>
                <a:lnTo>
                  <a:pt x="36" y="305"/>
                </a:lnTo>
                <a:lnTo>
                  <a:pt x="36" y="305"/>
                </a:lnTo>
                <a:lnTo>
                  <a:pt x="37" y="307"/>
                </a:lnTo>
                <a:lnTo>
                  <a:pt x="37" y="307"/>
                </a:lnTo>
                <a:lnTo>
                  <a:pt x="39" y="307"/>
                </a:lnTo>
                <a:lnTo>
                  <a:pt x="39" y="307"/>
                </a:lnTo>
                <a:lnTo>
                  <a:pt x="37" y="309"/>
                </a:lnTo>
                <a:lnTo>
                  <a:pt x="37" y="310"/>
                </a:lnTo>
                <a:lnTo>
                  <a:pt x="36" y="310"/>
                </a:lnTo>
                <a:lnTo>
                  <a:pt x="36" y="310"/>
                </a:lnTo>
                <a:close/>
                <a:moveTo>
                  <a:pt x="29" y="334"/>
                </a:moveTo>
                <a:lnTo>
                  <a:pt x="29" y="334"/>
                </a:lnTo>
                <a:lnTo>
                  <a:pt x="28" y="333"/>
                </a:lnTo>
                <a:lnTo>
                  <a:pt x="28" y="330"/>
                </a:lnTo>
                <a:lnTo>
                  <a:pt x="28" y="328"/>
                </a:lnTo>
                <a:lnTo>
                  <a:pt x="29" y="327"/>
                </a:lnTo>
                <a:lnTo>
                  <a:pt x="29" y="327"/>
                </a:lnTo>
                <a:lnTo>
                  <a:pt x="30" y="327"/>
                </a:lnTo>
                <a:lnTo>
                  <a:pt x="30" y="327"/>
                </a:lnTo>
                <a:lnTo>
                  <a:pt x="29" y="328"/>
                </a:lnTo>
                <a:lnTo>
                  <a:pt x="29" y="328"/>
                </a:lnTo>
                <a:lnTo>
                  <a:pt x="29" y="332"/>
                </a:lnTo>
                <a:lnTo>
                  <a:pt x="29" y="334"/>
                </a:lnTo>
                <a:lnTo>
                  <a:pt x="29" y="334"/>
                </a:lnTo>
                <a:close/>
                <a:moveTo>
                  <a:pt x="37" y="278"/>
                </a:moveTo>
                <a:lnTo>
                  <a:pt x="37" y="278"/>
                </a:lnTo>
                <a:lnTo>
                  <a:pt x="36" y="277"/>
                </a:lnTo>
                <a:lnTo>
                  <a:pt x="35" y="275"/>
                </a:lnTo>
                <a:lnTo>
                  <a:pt x="34" y="275"/>
                </a:lnTo>
                <a:lnTo>
                  <a:pt x="34" y="273"/>
                </a:lnTo>
                <a:lnTo>
                  <a:pt x="34" y="273"/>
                </a:lnTo>
                <a:lnTo>
                  <a:pt x="35" y="274"/>
                </a:lnTo>
                <a:lnTo>
                  <a:pt x="37" y="275"/>
                </a:lnTo>
                <a:lnTo>
                  <a:pt x="37" y="275"/>
                </a:lnTo>
                <a:lnTo>
                  <a:pt x="39" y="279"/>
                </a:lnTo>
                <a:lnTo>
                  <a:pt x="37" y="280"/>
                </a:lnTo>
                <a:lnTo>
                  <a:pt x="36" y="282"/>
                </a:lnTo>
                <a:lnTo>
                  <a:pt x="36" y="282"/>
                </a:lnTo>
                <a:lnTo>
                  <a:pt x="36" y="278"/>
                </a:lnTo>
                <a:lnTo>
                  <a:pt x="36" y="278"/>
                </a:lnTo>
                <a:lnTo>
                  <a:pt x="37" y="278"/>
                </a:lnTo>
                <a:lnTo>
                  <a:pt x="37" y="278"/>
                </a:lnTo>
                <a:close/>
                <a:moveTo>
                  <a:pt x="28" y="323"/>
                </a:moveTo>
                <a:lnTo>
                  <a:pt x="28" y="323"/>
                </a:lnTo>
                <a:lnTo>
                  <a:pt x="28" y="322"/>
                </a:lnTo>
                <a:lnTo>
                  <a:pt x="28" y="319"/>
                </a:lnTo>
                <a:lnTo>
                  <a:pt x="28" y="315"/>
                </a:lnTo>
                <a:lnTo>
                  <a:pt x="28" y="315"/>
                </a:lnTo>
                <a:lnTo>
                  <a:pt x="29" y="319"/>
                </a:lnTo>
                <a:lnTo>
                  <a:pt x="28" y="323"/>
                </a:lnTo>
                <a:lnTo>
                  <a:pt x="28" y="323"/>
                </a:lnTo>
                <a:close/>
                <a:moveTo>
                  <a:pt x="34" y="317"/>
                </a:moveTo>
                <a:lnTo>
                  <a:pt x="34" y="317"/>
                </a:lnTo>
                <a:lnTo>
                  <a:pt x="34" y="315"/>
                </a:lnTo>
                <a:lnTo>
                  <a:pt x="34" y="313"/>
                </a:lnTo>
                <a:lnTo>
                  <a:pt x="34" y="313"/>
                </a:lnTo>
                <a:lnTo>
                  <a:pt x="35" y="314"/>
                </a:lnTo>
                <a:lnTo>
                  <a:pt x="36" y="315"/>
                </a:lnTo>
                <a:lnTo>
                  <a:pt x="36" y="315"/>
                </a:lnTo>
                <a:lnTo>
                  <a:pt x="35" y="317"/>
                </a:lnTo>
                <a:lnTo>
                  <a:pt x="34" y="317"/>
                </a:lnTo>
                <a:lnTo>
                  <a:pt x="34" y="317"/>
                </a:lnTo>
                <a:close/>
                <a:moveTo>
                  <a:pt x="35" y="333"/>
                </a:moveTo>
                <a:lnTo>
                  <a:pt x="35" y="333"/>
                </a:lnTo>
                <a:lnTo>
                  <a:pt x="34" y="333"/>
                </a:lnTo>
                <a:lnTo>
                  <a:pt x="33" y="334"/>
                </a:lnTo>
                <a:lnTo>
                  <a:pt x="33" y="334"/>
                </a:lnTo>
                <a:lnTo>
                  <a:pt x="33" y="333"/>
                </a:lnTo>
                <a:lnTo>
                  <a:pt x="33" y="332"/>
                </a:lnTo>
                <a:lnTo>
                  <a:pt x="33" y="329"/>
                </a:lnTo>
                <a:lnTo>
                  <a:pt x="33" y="328"/>
                </a:lnTo>
                <a:lnTo>
                  <a:pt x="33" y="328"/>
                </a:lnTo>
                <a:lnTo>
                  <a:pt x="34" y="327"/>
                </a:lnTo>
                <a:lnTo>
                  <a:pt x="35" y="325"/>
                </a:lnTo>
                <a:lnTo>
                  <a:pt x="35" y="325"/>
                </a:lnTo>
                <a:lnTo>
                  <a:pt x="34" y="325"/>
                </a:lnTo>
                <a:lnTo>
                  <a:pt x="34" y="325"/>
                </a:lnTo>
                <a:lnTo>
                  <a:pt x="33" y="325"/>
                </a:lnTo>
                <a:lnTo>
                  <a:pt x="33" y="325"/>
                </a:lnTo>
                <a:lnTo>
                  <a:pt x="33" y="323"/>
                </a:lnTo>
                <a:lnTo>
                  <a:pt x="33" y="323"/>
                </a:lnTo>
                <a:lnTo>
                  <a:pt x="34" y="324"/>
                </a:lnTo>
                <a:lnTo>
                  <a:pt x="35" y="324"/>
                </a:lnTo>
                <a:lnTo>
                  <a:pt x="35" y="323"/>
                </a:lnTo>
                <a:lnTo>
                  <a:pt x="35" y="323"/>
                </a:lnTo>
                <a:lnTo>
                  <a:pt x="36" y="325"/>
                </a:lnTo>
                <a:lnTo>
                  <a:pt x="36" y="327"/>
                </a:lnTo>
                <a:lnTo>
                  <a:pt x="36" y="327"/>
                </a:lnTo>
                <a:lnTo>
                  <a:pt x="36" y="327"/>
                </a:lnTo>
                <a:lnTo>
                  <a:pt x="36" y="328"/>
                </a:lnTo>
                <a:lnTo>
                  <a:pt x="36" y="329"/>
                </a:lnTo>
                <a:lnTo>
                  <a:pt x="36" y="329"/>
                </a:lnTo>
                <a:lnTo>
                  <a:pt x="36" y="329"/>
                </a:lnTo>
                <a:lnTo>
                  <a:pt x="36" y="328"/>
                </a:lnTo>
                <a:lnTo>
                  <a:pt x="36" y="328"/>
                </a:lnTo>
                <a:lnTo>
                  <a:pt x="34" y="328"/>
                </a:lnTo>
                <a:lnTo>
                  <a:pt x="34" y="328"/>
                </a:lnTo>
                <a:lnTo>
                  <a:pt x="36" y="330"/>
                </a:lnTo>
                <a:lnTo>
                  <a:pt x="37" y="332"/>
                </a:lnTo>
                <a:lnTo>
                  <a:pt x="37" y="334"/>
                </a:lnTo>
                <a:lnTo>
                  <a:pt x="37" y="334"/>
                </a:lnTo>
                <a:lnTo>
                  <a:pt x="36" y="334"/>
                </a:lnTo>
                <a:lnTo>
                  <a:pt x="36" y="334"/>
                </a:lnTo>
                <a:lnTo>
                  <a:pt x="36" y="337"/>
                </a:lnTo>
                <a:lnTo>
                  <a:pt x="36" y="337"/>
                </a:lnTo>
                <a:lnTo>
                  <a:pt x="34" y="335"/>
                </a:lnTo>
                <a:lnTo>
                  <a:pt x="34" y="335"/>
                </a:lnTo>
                <a:lnTo>
                  <a:pt x="35" y="334"/>
                </a:lnTo>
                <a:lnTo>
                  <a:pt x="35" y="333"/>
                </a:lnTo>
                <a:lnTo>
                  <a:pt x="35" y="333"/>
                </a:lnTo>
                <a:close/>
                <a:moveTo>
                  <a:pt x="27" y="309"/>
                </a:moveTo>
                <a:lnTo>
                  <a:pt x="27" y="309"/>
                </a:lnTo>
                <a:lnTo>
                  <a:pt x="28" y="307"/>
                </a:lnTo>
                <a:lnTo>
                  <a:pt x="27" y="303"/>
                </a:lnTo>
                <a:lnTo>
                  <a:pt x="27" y="303"/>
                </a:lnTo>
                <a:lnTo>
                  <a:pt x="28" y="300"/>
                </a:lnTo>
                <a:lnTo>
                  <a:pt x="28" y="300"/>
                </a:lnTo>
                <a:lnTo>
                  <a:pt x="27" y="299"/>
                </a:lnTo>
                <a:lnTo>
                  <a:pt x="27" y="299"/>
                </a:lnTo>
                <a:lnTo>
                  <a:pt x="27" y="282"/>
                </a:lnTo>
                <a:lnTo>
                  <a:pt x="27" y="282"/>
                </a:lnTo>
                <a:lnTo>
                  <a:pt x="29" y="283"/>
                </a:lnTo>
                <a:lnTo>
                  <a:pt x="29" y="284"/>
                </a:lnTo>
                <a:lnTo>
                  <a:pt x="28" y="287"/>
                </a:lnTo>
                <a:lnTo>
                  <a:pt x="28" y="287"/>
                </a:lnTo>
                <a:lnTo>
                  <a:pt x="29" y="289"/>
                </a:lnTo>
                <a:lnTo>
                  <a:pt x="29" y="292"/>
                </a:lnTo>
                <a:lnTo>
                  <a:pt x="29" y="292"/>
                </a:lnTo>
                <a:lnTo>
                  <a:pt x="29" y="292"/>
                </a:lnTo>
                <a:lnTo>
                  <a:pt x="30" y="292"/>
                </a:lnTo>
                <a:lnTo>
                  <a:pt x="30" y="292"/>
                </a:lnTo>
                <a:lnTo>
                  <a:pt x="30" y="292"/>
                </a:lnTo>
                <a:lnTo>
                  <a:pt x="30" y="293"/>
                </a:lnTo>
                <a:lnTo>
                  <a:pt x="28" y="294"/>
                </a:lnTo>
                <a:lnTo>
                  <a:pt x="28" y="294"/>
                </a:lnTo>
                <a:lnTo>
                  <a:pt x="28" y="300"/>
                </a:lnTo>
                <a:lnTo>
                  <a:pt x="29" y="307"/>
                </a:lnTo>
                <a:lnTo>
                  <a:pt x="29" y="307"/>
                </a:lnTo>
                <a:lnTo>
                  <a:pt x="28" y="308"/>
                </a:lnTo>
                <a:lnTo>
                  <a:pt x="27" y="309"/>
                </a:lnTo>
                <a:lnTo>
                  <a:pt x="27" y="309"/>
                </a:lnTo>
                <a:close/>
                <a:moveTo>
                  <a:pt x="37" y="150"/>
                </a:moveTo>
                <a:lnTo>
                  <a:pt x="37" y="150"/>
                </a:lnTo>
                <a:lnTo>
                  <a:pt x="36" y="150"/>
                </a:lnTo>
                <a:lnTo>
                  <a:pt x="36" y="149"/>
                </a:lnTo>
                <a:lnTo>
                  <a:pt x="36" y="145"/>
                </a:lnTo>
                <a:lnTo>
                  <a:pt x="36" y="145"/>
                </a:lnTo>
                <a:lnTo>
                  <a:pt x="37" y="146"/>
                </a:lnTo>
                <a:lnTo>
                  <a:pt x="37" y="148"/>
                </a:lnTo>
                <a:lnTo>
                  <a:pt x="37" y="149"/>
                </a:lnTo>
                <a:lnTo>
                  <a:pt x="37" y="150"/>
                </a:lnTo>
                <a:lnTo>
                  <a:pt x="37" y="150"/>
                </a:lnTo>
                <a:close/>
                <a:moveTo>
                  <a:pt x="52" y="144"/>
                </a:moveTo>
                <a:lnTo>
                  <a:pt x="52" y="144"/>
                </a:lnTo>
                <a:lnTo>
                  <a:pt x="52" y="145"/>
                </a:lnTo>
                <a:lnTo>
                  <a:pt x="51" y="146"/>
                </a:lnTo>
                <a:lnTo>
                  <a:pt x="51" y="146"/>
                </a:lnTo>
                <a:lnTo>
                  <a:pt x="50" y="146"/>
                </a:lnTo>
                <a:lnTo>
                  <a:pt x="51" y="145"/>
                </a:lnTo>
                <a:lnTo>
                  <a:pt x="52" y="144"/>
                </a:lnTo>
                <a:lnTo>
                  <a:pt x="52" y="144"/>
                </a:lnTo>
                <a:lnTo>
                  <a:pt x="51" y="139"/>
                </a:lnTo>
                <a:lnTo>
                  <a:pt x="51" y="139"/>
                </a:lnTo>
                <a:lnTo>
                  <a:pt x="52" y="136"/>
                </a:lnTo>
                <a:lnTo>
                  <a:pt x="51" y="134"/>
                </a:lnTo>
                <a:lnTo>
                  <a:pt x="51" y="134"/>
                </a:lnTo>
                <a:lnTo>
                  <a:pt x="52" y="133"/>
                </a:lnTo>
                <a:lnTo>
                  <a:pt x="52" y="131"/>
                </a:lnTo>
                <a:lnTo>
                  <a:pt x="52" y="131"/>
                </a:lnTo>
                <a:lnTo>
                  <a:pt x="53" y="133"/>
                </a:lnTo>
                <a:lnTo>
                  <a:pt x="53" y="134"/>
                </a:lnTo>
                <a:lnTo>
                  <a:pt x="52" y="139"/>
                </a:lnTo>
                <a:lnTo>
                  <a:pt x="52" y="139"/>
                </a:lnTo>
                <a:lnTo>
                  <a:pt x="52" y="144"/>
                </a:lnTo>
                <a:lnTo>
                  <a:pt x="52" y="144"/>
                </a:lnTo>
                <a:close/>
                <a:moveTo>
                  <a:pt x="41" y="149"/>
                </a:moveTo>
                <a:lnTo>
                  <a:pt x="41" y="149"/>
                </a:lnTo>
                <a:lnTo>
                  <a:pt x="42" y="149"/>
                </a:lnTo>
                <a:lnTo>
                  <a:pt x="42" y="149"/>
                </a:lnTo>
                <a:lnTo>
                  <a:pt x="42" y="150"/>
                </a:lnTo>
                <a:lnTo>
                  <a:pt x="43" y="150"/>
                </a:lnTo>
                <a:lnTo>
                  <a:pt x="43" y="150"/>
                </a:lnTo>
                <a:lnTo>
                  <a:pt x="43" y="151"/>
                </a:lnTo>
                <a:lnTo>
                  <a:pt x="42" y="151"/>
                </a:lnTo>
                <a:lnTo>
                  <a:pt x="42" y="151"/>
                </a:lnTo>
                <a:lnTo>
                  <a:pt x="41" y="150"/>
                </a:lnTo>
                <a:lnTo>
                  <a:pt x="41" y="150"/>
                </a:lnTo>
                <a:lnTo>
                  <a:pt x="41" y="149"/>
                </a:lnTo>
                <a:lnTo>
                  <a:pt x="41" y="149"/>
                </a:lnTo>
                <a:close/>
                <a:moveTo>
                  <a:pt x="42" y="151"/>
                </a:moveTo>
                <a:lnTo>
                  <a:pt x="42" y="151"/>
                </a:lnTo>
                <a:lnTo>
                  <a:pt x="43" y="153"/>
                </a:lnTo>
                <a:lnTo>
                  <a:pt x="45" y="153"/>
                </a:lnTo>
                <a:lnTo>
                  <a:pt x="46" y="153"/>
                </a:lnTo>
                <a:lnTo>
                  <a:pt x="46" y="154"/>
                </a:lnTo>
                <a:lnTo>
                  <a:pt x="46" y="154"/>
                </a:lnTo>
                <a:lnTo>
                  <a:pt x="45" y="154"/>
                </a:lnTo>
                <a:lnTo>
                  <a:pt x="43" y="153"/>
                </a:lnTo>
                <a:lnTo>
                  <a:pt x="43" y="153"/>
                </a:lnTo>
                <a:lnTo>
                  <a:pt x="42" y="154"/>
                </a:lnTo>
                <a:lnTo>
                  <a:pt x="42" y="154"/>
                </a:lnTo>
                <a:lnTo>
                  <a:pt x="42" y="153"/>
                </a:lnTo>
                <a:lnTo>
                  <a:pt x="42" y="151"/>
                </a:lnTo>
                <a:lnTo>
                  <a:pt x="42" y="151"/>
                </a:lnTo>
                <a:close/>
                <a:moveTo>
                  <a:pt x="52" y="149"/>
                </a:moveTo>
                <a:lnTo>
                  <a:pt x="52" y="149"/>
                </a:lnTo>
                <a:lnTo>
                  <a:pt x="53" y="148"/>
                </a:lnTo>
                <a:lnTo>
                  <a:pt x="53" y="146"/>
                </a:lnTo>
                <a:lnTo>
                  <a:pt x="53" y="145"/>
                </a:lnTo>
                <a:lnTo>
                  <a:pt x="53" y="145"/>
                </a:lnTo>
                <a:lnTo>
                  <a:pt x="53" y="145"/>
                </a:lnTo>
                <a:lnTo>
                  <a:pt x="54" y="148"/>
                </a:lnTo>
                <a:lnTo>
                  <a:pt x="53" y="149"/>
                </a:lnTo>
                <a:lnTo>
                  <a:pt x="52" y="149"/>
                </a:lnTo>
                <a:lnTo>
                  <a:pt x="52" y="149"/>
                </a:lnTo>
                <a:close/>
                <a:moveTo>
                  <a:pt x="23" y="247"/>
                </a:moveTo>
                <a:lnTo>
                  <a:pt x="23" y="247"/>
                </a:lnTo>
                <a:lnTo>
                  <a:pt x="23" y="244"/>
                </a:lnTo>
                <a:lnTo>
                  <a:pt x="23" y="243"/>
                </a:lnTo>
                <a:lnTo>
                  <a:pt x="23" y="243"/>
                </a:lnTo>
                <a:lnTo>
                  <a:pt x="24" y="243"/>
                </a:lnTo>
                <a:lnTo>
                  <a:pt x="24" y="244"/>
                </a:lnTo>
                <a:lnTo>
                  <a:pt x="24" y="245"/>
                </a:lnTo>
                <a:lnTo>
                  <a:pt x="27" y="245"/>
                </a:lnTo>
                <a:lnTo>
                  <a:pt x="27" y="245"/>
                </a:lnTo>
                <a:lnTo>
                  <a:pt x="27" y="247"/>
                </a:lnTo>
                <a:lnTo>
                  <a:pt x="25" y="247"/>
                </a:lnTo>
                <a:lnTo>
                  <a:pt x="23" y="247"/>
                </a:lnTo>
                <a:lnTo>
                  <a:pt x="23" y="247"/>
                </a:lnTo>
                <a:close/>
                <a:moveTo>
                  <a:pt x="23" y="180"/>
                </a:moveTo>
                <a:lnTo>
                  <a:pt x="23" y="180"/>
                </a:lnTo>
                <a:lnTo>
                  <a:pt x="23" y="178"/>
                </a:lnTo>
                <a:lnTo>
                  <a:pt x="23" y="175"/>
                </a:lnTo>
                <a:lnTo>
                  <a:pt x="23" y="170"/>
                </a:lnTo>
                <a:lnTo>
                  <a:pt x="23" y="170"/>
                </a:lnTo>
                <a:lnTo>
                  <a:pt x="23" y="166"/>
                </a:lnTo>
                <a:lnTo>
                  <a:pt x="22" y="165"/>
                </a:lnTo>
                <a:lnTo>
                  <a:pt x="22" y="164"/>
                </a:lnTo>
                <a:lnTo>
                  <a:pt x="22" y="164"/>
                </a:lnTo>
                <a:lnTo>
                  <a:pt x="23" y="164"/>
                </a:lnTo>
                <a:lnTo>
                  <a:pt x="23" y="165"/>
                </a:lnTo>
                <a:lnTo>
                  <a:pt x="23" y="168"/>
                </a:lnTo>
                <a:lnTo>
                  <a:pt x="23" y="168"/>
                </a:lnTo>
                <a:lnTo>
                  <a:pt x="24" y="170"/>
                </a:lnTo>
                <a:lnTo>
                  <a:pt x="24" y="170"/>
                </a:lnTo>
                <a:lnTo>
                  <a:pt x="24" y="171"/>
                </a:lnTo>
                <a:lnTo>
                  <a:pt x="24" y="171"/>
                </a:lnTo>
                <a:lnTo>
                  <a:pt x="24" y="171"/>
                </a:lnTo>
                <a:lnTo>
                  <a:pt x="24" y="173"/>
                </a:lnTo>
                <a:lnTo>
                  <a:pt x="24" y="174"/>
                </a:lnTo>
                <a:lnTo>
                  <a:pt x="23" y="175"/>
                </a:lnTo>
                <a:lnTo>
                  <a:pt x="23" y="175"/>
                </a:lnTo>
                <a:lnTo>
                  <a:pt x="24" y="178"/>
                </a:lnTo>
                <a:lnTo>
                  <a:pt x="23" y="180"/>
                </a:lnTo>
                <a:lnTo>
                  <a:pt x="23" y="180"/>
                </a:lnTo>
                <a:close/>
                <a:moveTo>
                  <a:pt x="48" y="140"/>
                </a:moveTo>
                <a:lnTo>
                  <a:pt x="48" y="140"/>
                </a:lnTo>
                <a:lnTo>
                  <a:pt x="50" y="141"/>
                </a:lnTo>
                <a:lnTo>
                  <a:pt x="50" y="143"/>
                </a:lnTo>
                <a:lnTo>
                  <a:pt x="50" y="143"/>
                </a:lnTo>
                <a:lnTo>
                  <a:pt x="48" y="143"/>
                </a:lnTo>
                <a:lnTo>
                  <a:pt x="48" y="143"/>
                </a:lnTo>
                <a:lnTo>
                  <a:pt x="48" y="140"/>
                </a:lnTo>
                <a:lnTo>
                  <a:pt x="48" y="140"/>
                </a:lnTo>
                <a:close/>
                <a:moveTo>
                  <a:pt x="41" y="134"/>
                </a:moveTo>
                <a:lnTo>
                  <a:pt x="41" y="134"/>
                </a:lnTo>
                <a:lnTo>
                  <a:pt x="42" y="130"/>
                </a:lnTo>
                <a:lnTo>
                  <a:pt x="42" y="130"/>
                </a:lnTo>
                <a:lnTo>
                  <a:pt x="45" y="133"/>
                </a:lnTo>
                <a:lnTo>
                  <a:pt x="45" y="135"/>
                </a:lnTo>
                <a:lnTo>
                  <a:pt x="45" y="141"/>
                </a:lnTo>
                <a:lnTo>
                  <a:pt x="45" y="141"/>
                </a:lnTo>
                <a:lnTo>
                  <a:pt x="46" y="143"/>
                </a:lnTo>
                <a:lnTo>
                  <a:pt x="46" y="143"/>
                </a:lnTo>
                <a:lnTo>
                  <a:pt x="46" y="143"/>
                </a:lnTo>
                <a:lnTo>
                  <a:pt x="46" y="144"/>
                </a:lnTo>
                <a:lnTo>
                  <a:pt x="46" y="145"/>
                </a:lnTo>
                <a:lnTo>
                  <a:pt x="47" y="148"/>
                </a:lnTo>
                <a:lnTo>
                  <a:pt x="47" y="148"/>
                </a:lnTo>
                <a:lnTo>
                  <a:pt x="47" y="149"/>
                </a:lnTo>
                <a:lnTo>
                  <a:pt x="46" y="150"/>
                </a:lnTo>
                <a:lnTo>
                  <a:pt x="45" y="151"/>
                </a:lnTo>
                <a:lnTo>
                  <a:pt x="45" y="151"/>
                </a:lnTo>
                <a:lnTo>
                  <a:pt x="45" y="149"/>
                </a:lnTo>
                <a:lnTo>
                  <a:pt x="45" y="148"/>
                </a:lnTo>
                <a:lnTo>
                  <a:pt x="45" y="146"/>
                </a:lnTo>
                <a:lnTo>
                  <a:pt x="45" y="144"/>
                </a:lnTo>
                <a:lnTo>
                  <a:pt x="45" y="144"/>
                </a:lnTo>
                <a:lnTo>
                  <a:pt x="43" y="143"/>
                </a:lnTo>
                <a:lnTo>
                  <a:pt x="42" y="143"/>
                </a:lnTo>
                <a:lnTo>
                  <a:pt x="42" y="141"/>
                </a:lnTo>
                <a:lnTo>
                  <a:pt x="42" y="141"/>
                </a:lnTo>
                <a:lnTo>
                  <a:pt x="43" y="141"/>
                </a:lnTo>
                <a:lnTo>
                  <a:pt x="43" y="141"/>
                </a:lnTo>
                <a:lnTo>
                  <a:pt x="43" y="136"/>
                </a:lnTo>
                <a:lnTo>
                  <a:pt x="43" y="135"/>
                </a:lnTo>
                <a:lnTo>
                  <a:pt x="41" y="134"/>
                </a:lnTo>
                <a:lnTo>
                  <a:pt x="41" y="134"/>
                </a:lnTo>
                <a:close/>
                <a:moveTo>
                  <a:pt x="28" y="145"/>
                </a:moveTo>
                <a:lnTo>
                  <a:pt x="28" y="145"/>
                </a:lnTo>
                <a:lnTo>
                  <a:pt x="27" y="144"/>
                </a:lnTo>
                <a:lnTo>
                  <a:pt x="25" y="143"/>
                </a:lnTo>
                <a:lnTo>
                  <a:pt x="27" y="139"/>
                </a:lnTo>
                <a:lnTo>
                  <a:pt x="27" y="139"/>
                </a:lnTo>
                <a:lnTo>
                  <a:pt x="25" y="136"/>
                </a:lnTo>
                <a:lnTo>
                  <a:pt x="25" y="135"/>
                </a:lnTo>
                <a:lnTo>
                  <a:pt x="27" y="134"/>
                </a:lnTo>
                <a:lnTo>
                  <a:pt x="27" y="134"/>
                </a:lnTo>
                <a:lnTo>
                  <a:pt x="28" y="140"/>
                </a:lnTo>
                <a:lnTo>
                  <a:pt x="28" y="145"/>
                </a:lnTo>
                <a:lnTo>
                  <a:pt x="28" y="145"/>
                </a:lnTo>
                <a:close/>
                <a:moveTo>
                  <a:pt x="482" y="638"/>
                </a:moveTo>
                <a:lnTo>
                  <a:pt x="482" y="638"/>
                </a:lnTo>
                <a:lnTo>
                  <a:pt x="476" y="639"/>
                </a:lnTo>
                <a:lnTo>
                  <a:pt x="471" y="639"/>
                </a:lnTo>
                <a:lnTo>
                  <a:pt x="471" y="639"/>
                </a:lnTo>
                <a:lnTo>
                  <a:pt x="476" y="638"/>
                </a:lnTo>
                <a:lnTo>
                  <a:pt x="482" y="638"/>
                </a:lnTo>
                <a:lnTo>
                  <a:pt x="482" y="638"/>
                </a:lnTo>
                <a:close/>
                <a:moveTo>
                  <a:pt x="71" y="377"/>
                </a:moveTo>
                <a:lnTo>
                  <a:pt x="71" y="377"/>
                </a:lnTo>
                <a:lnTo>
                  <a:pt x="70" y="375"/>
                </a:lnTo>
                <a:lnTo>
                  <a:pt x="70" y="375"/>
                </a:lnTo>
                <a:lnTo>
                  <a:pt x="71" y="373"/>
                </a:lnTo>
                <a:lnTo>
                  <a:pt x="71" y="373"/>
                </a:lnTo>
                <a:lnTo>
                  <a:pt x="71" y="373"/>
                </a:lnTo>
                <a:lnTo>
                  <a:pt x="72" y="374"/>
                </a:lnTo>
                <a:lnTo>
                  <a:pt x="71" y="377"/>
                </a:lnTo>
                <a:lnTo>
                  <a:pt x="71" y="377"/>
                </a:lnTo>
                <a:close/>
                <a:moveTo>
                  <a:pt x="69" y="372"/>
                </a:moveTo>
                <a:lnTo>
                  <a:pt x="69" y="378"/>
                </a:lnTo>
                <a:lnTo>
                  <a:pt x="69" y="378"/>
                </a:lnTo>
                <a:lnTo>
                  <a:pt x="68" y="377"/>
                </a:lnTo>
                <a:lnTo>
                  <a:pt x="68" y="374"/>
                </a:lnTo>
                <a:lnTo>
                  <a:pt x="68" y="373"/>
                </a:lnTo>
                <a:lnTo>
                  <a:pt x="69" y="372"/>
                </a:lnTo>
                <a:lnTo>
                  <a:pt x="69" y="372"/>
                </a:lnTo>
                <a:close/>
                <a:moveTo>
                  <a:pt x="75" y="373"/>
                </a:moveTo>
                <a:lnTo>
                  <a:pt x="75" y="373"/>
                </a:lnTo>
                <a:lnTo>
                  <a:pt x="75" y="373"/>
                </a:lnTo>
                <a:lnTo>
                  <a:pt x="75" y="374"/>
                </a:lnTo>
                <a:lnTo>
                  <a:pt x="75" y="375"/>
                </a:lnTo>
                <a:lnTo>
                  <a:pt x="75" y="375"/>
                </a:lnTo>
                <a:lnTo>
                  <a:pt x="74" y="375"/>
                </a:lnTo>
                <a:lnTo>
                  <a:pt x="74" y="374"/>
                </a:lnTo>
                <a:lnTo>
                  <a:pt x="75" y="373"/>
                </a:lnTo>
                <a:lnTo>
                  <a:pt x="75" y="373"/>
                </a:lnTo>
                <a:close/>
                <a:moveTo>
                  <a:pt x="68" y="409"/>
                </a:moveTo>
                <a:lnTo>
                  <a:pt x="68" y="409"/>
                </a:lnTo>
                <a:lnTo>
                  <a:pt x="68" y="410"/>
                </a:lnTo>
                <a:lnTo>
                  <a:pt x="68" y="410"/>
                </a:lnTo>
                <a:lnTo>
                  <a:pt x="68" y="413"/>
                </a:lnTo>
                <a:lnTo>
                  <a:pt x="68" y="413"/>
                </a:lnTo>
                <a:lnTo>
                  <a:pt x="66" y="413"/>
                </a:lnTo>
                <a:lnTo>
                  <a:pt x="66" y="412"/>
                </a:lnTo>
                <a:lnTo>
                  <a:pt x="68" y="409"/>
                </a:lnTo>
                <a:lnTo>
                  <a:pt x="68" y="409"/>
                </a:lnTo>
                <a:close/>
                <a:moveTo>
                  <a:pt x="80" y="372"/>
                </a:moveTo>
                <a:lnTo>
                  <a:pt x="80" y="372"/>
                </a:lnTo>
                <a:lnTo>
                  <a:pt x="80" y="367"/>
                </a:lnTo>
                <a:lnTo>
                  <a:pt x="80" y="362"/>
                </a:lnTo>
                <a:lnTo>
                  <a:pt x="80" y="362"/>
                </a:lnTo>
                <a:lnTo>
                  <a:pt x="81" y="362"/>
                </a:lnTo>
                <a:lnTo>
                  <a:pt x="81" y="362"/>
                </a:lnTo>
                <a:lnTo>
                  <a:pt x="81" y="360"/>
                </a:lnTo>
                <a:lnTo>
                  <a:pt x="82" y="360"/>
                </a:lnTo>
                <a:lnTo>
                  <a:pt x="82" y="360"/>
                </a:lnTo>
                <a:lnTo>
                  <a:pt x="82" y="363"/>
                </a:lnTo>
                <a:lnTo>
                  <a:pt x="81" y="365"/>
                </a:lnTo>
                <a:lnTo>
                  <a:pt x="81" y="365"/>
                </a:lnTo>
                <a:lnTo>
                  <a:pt x="80" y="365"/>
                </a:lnTo>
                <a:lnTo>
                  <a:pt x="80" y="365"/>
                </a:lnTo>
                <a:lnTo>
                  <a:pt x="80" y="369"/>
                </a:lnTo>
                <a:lnTo>
                  <a:pt x="80" y="369"/>
                </a:lnTo>
                <a:lnTo>
                  <a:pt x="81" y="369"/>
                </a:lnTo>
                <a:lnTo>
                  <a:pt x="82" y="369"/>
                </a:lnTo>
                <a:lnTo>
                  <a:pt x="82" y="369"/>
                </a:lnTo>
                <a:lnTo>
                  <a:pt x="82" y="370"/>
                </a:lnTo>
                <a:lnTo>
                  <a:pt x="82" y="372"/>
                </a:lnTo>
                <a:lnTo>
                  <a:pt x="81" y="374"/>
                </a:lnTo>
                <a:lnTo>
                  <a:pt x="81" y="374"/>
                </a:lnTo>
                <a:lnTo>
                  <a:pt x="82" y="375"/>
                </a:lnTo>
                <a:lnTo>
                  <a:pt x="82" y="374"/>
                </a:lnTo>
                <a:lnTo>
                  <a:pt x="82" y="374"/>
                </a:lnTo>
                <a:lnTo>
                  <a:pt x="82" y="375"/>
                </a:lnTo>
                <a:lnTo>
                  <a:pt x="82" y="375"/>
                </a:lnTo>
                <a:lnTo>
                  <a:pt x="81" y="377"/>
                </a:lnTo>
                <a:lnTo>
                  <a:pt x="81" y="377"/>
                </a:lnTo>
                <a:lnTo>
                  <a:pt x="81" y="377"/>
                </a:lnTo>
                <a:lnTo>
                  <a:pt x="80" y="375"/>
                </a:lnTo>
                <a:lnTo>
                  <a:pt x="80" y="375"/>
                </a:lnTo>
                <a:lnTo>
                  <a:pt x="79" y="375"/>
                </a:lnTo>
                <a:lnTo>
                  <a:pt x="79" y="375"/>
                </a:lnTo>
                <a:lnTo>
                  <a:pt x="79" y="374"/>
                </a:lnTo>
                <a:lnTo>
                  <a:pt x="79" y="373"/>
                </a:lnTo>
                <a:lnTo>
                  <a:pt x="80" y="373"/>
                </a:lnTo>
                <a:lnTo>
                  <a:pt x="81" y="373"/>
                </a:lnTo>
                <a:lnTo>
                  <a:pt x="81" y="373"/>
                </a:lnTo>
                <a:lnTo>
                  <a:pt x="81" y="372"/>
                </a:lnTo>
                <a:lnTo>
                  <a:pt x="81" y="372"/>
                </a:lnTo>
                <a:lnTo>
                  <a:pt x="80" y="372"/>
                </a:lnTo>
                <a:lnTo>
                  <a:pt x="80" y="372"/>
                </a:lnTo>
                <a:close/>
                <a:moveTo>
                  <a:pt x="68" y="359"/>
                </a:moveTo>
                <a:lnTo>
                  <a:pt x="68" y="359"/>
                </a:lnTo>
                <a:lnTo>
                  <a:pt x="69" y="360"/>
                </a:lnTo>
                <a:lnTo>
                  <a:pt x="69" y="362"/>
                </a:lnTo>
                <a:lnTo>
                  <a:pt x="69" y="367"/>
                </a:lnTo>
                <a:lnTo>
                  <a:pt x="69" y="367"/>
                </a:lnTo>
                <a:lnTo>
                  <a:pt x="68" y="365"/>
                </a:lnTo>
                <a:lnTo>
                  <a:pt x="68" y="363"/>
                </a:lnTo>
                <a:lnTo>
                  <a:pt x="68" y="362"/>
                </a:lnTo>
                <a:lnTo>
                  <a:pt x="68" y="359"/>
                </a:lnTo>
                <a:lnTo>
                  <a:pt x="68" y="359"/>
                </a:lnTo>
                <a:close/>
                <a:moveTo>
                  <a:pt x="75" y="419"/>
                </a:moveTo>
                <a:lnTo>
                  <a:pt x="75" y="419"/>
                </a:lnTo>
                <a:lnTo>
                  <a:pt x="74" y="419"/>
                </a:lnTo>
                <a:lnTo>
                  <a:pt x="72" y="420"/>
                </a:lnTo>
                <a:lnTo>
                  <a:pt x="72" y="420"/>
                </a:lnTo>
                <a:lnTo>
                  <a:pt x="75" y="422"/>
                </a:lnTo>
                <a:lnTo>
                  <a:pt x="75" y="422"/>
                </a:lnTo>
                <a:lnTo>
                  <a:pt x="74" y="424"/>
                </a:lnTo>
                <a:lnTo>
                  <a:pt x="74" y="427"/>
                </a:lnTo>
                <a:lnTo>
                  <a:pt x="74" y="427"/>
                </a:lnTo>
                <a:lnTo>
                  <a:pt x="72" y="425"/>
                </a:lnTo>
                <a:lnTo>
                  <a:pt x="71" y="424"/>
                </a:lnTo>
                <a:lnTo>
                  <a:pt x="71" y="424"/>
                </a:lnTo>
                <a:lnTo>
                  <a:pt x="71" y="423"/>
                </a:lnTo>
                <a:lnTo>
                  <a:pt x="72" y="423"/>
                </a:lnTo>
                <a:lnTo>
                  <a:pt x="74" y="424"/>
                </a:lnTo>
                <a:lnTo>
                  <a:pt x="74" y="424"/>
                </a:lnTo>
                <a:lnTo>
                  <a:pt x="72" y="422"/>
                </a:lnTo>
                <a:lnTo>
                  <a:pt x="71" y="420"/>
                </a:lnTo>
                <a:lnTo>
                  <a:pt x="71" y="419"/>
                </a:lnTo>
                <a:lnTo>
                  <a:pt x="71" y="419"/>
                </a:lnTo>
                <a:lnTo>
                  <a:pt x="74" y="419"/>
                </a:lnTo>
                <a:lnTo>
                  <a:pt x="74" y="418"/>
                </a:lnTo>
                <a:lnTo>
                  <a:pt x="74" y="415"/>
                </a:lnTo>
                <a:lnTo>
                  <a:pt x="74" y="415"/>
                </a:lnTo>
                <a:lnTo>
                  <a:pt x="75" y="415"/>
                </a:lnTo>
                <a:lnTo>
                  <a:pt x="76" y="417"/>
                </a:lnTo>
                <a:lnTo>
                  <a:pt x="76" y="420"/>
                </a:lnTo>
                <a:lnTo>
                  <a:pt x="76" y="420"/>
                </a:lnTo>
                <a:lnTo>
                  <a:pt x="75" y="420"/>
                </a:lnTo>
                <a:lnTo>
                  <a:pt x="75" y="419"/>
                </a:lnTo>
                <a:lnTo>
                  <a:pt x="75" y="419"/>
                </a:lnTo>
                <a:close/>
                <a:moveTo>
                  <a:pt x="76" y="362"/>
                </a:moveTo>
                <a:lnTo>
                  <a:pt x="76" y="362"/>
                </a:lnTo>
                <a:lnTo>
                  <a:pt x="76" y="360"/>
                </a:lnTo>
                <a:lnTo>
                  <a:pt x="76" y="359"/>
                </a:lnTo>
                <a:lnTo>
                  <a:pt x="76" y="355"/>
                </a:lnTo>
                <a:lnTo>
                  <a:pt x="76" y="355"/>
                </a:lnTo>
                <a:lnTo>
                  <a:pt x="77" y="357"/>
                </a:lnTo>
                <a:lnTo>
                  <a:pt x="77" y="358"/>
                </a:lnTo>
                <a:lnTo>
                  <a:pt x="76" y="362"/>
                </a:lnTo>
                <a:lnTo>
                  <a:pt x="76" y="362"/>
                </a:lnTo>
                <a:close/>
                <a:moveTo>
                  <a:pt x="85" y="368"/>
                </a:moveTo>
                <a:lnTo>
                  <a:pt x="85" y="368"/>
                </a:lnTo>
                <a:lnTo>
                  <a:pt x="85" y="368"/>
                </a:lnTo>
                <a:lnTo>
                  <a:pt x="85" y="369"/>
                </a:lnTo>
                <a:lnTo>
                  <a:pt x="85" y="370"/>
                </a:lnTo>
                <a:lnTo>
                  <a:pt x="85" y="370"/>
                </a:lnTo>
                <a:lnTo>
                  <a:pt x="83" y="370"/>
                </a:lnTo>
                <a:lnTo>
                  <a:pt x="83" y="369"/>
                </a:lnTo>
                <a:lnTo>
                  <a:pt x="85" y="368"/>
                </a:lnTo>
                <a:lnTo>
                  <a:pt x="85" y="368"/>
                </a:lnTo>
                <a:close/>
                <a:moveTo>
                  <a:pt x="76" y="430"/>
                </a:moveTo>
                <a:lnTo>
                  <a:pt x="76" y="430"/>
                </a:lnTo>
                <a:lnTo>
                  <a:pt x="77" y="432"/>
                </a:lnTo>
                <a:lnTo>
                  <a:pt x="77" y="434"/>
                </a:lnTo>
                <a:lnTo>
                  <a:pt x="77" y="434"/>
                </a:lnTo>
                <a:lnTo>
                  <a:pt x="77" y="434"/>
                </a:lnTo>
                <a:lnTo>
                  <a:pt x="76" y="433"/>
                </a:lnTo>
                <a:lnTo>
                  <a:pt x="76" y="430"/>
                </a:lnTo>
                <a:lnTo>
                  <a:pt x="76" y="430"/>
                </a:lnTo>
                <a:close/>
                <a:moveTo>
                  <a:pt x="75" y="447"/>
                </a:moveTo>
                <a:lnTo>
                  <a:pt x="75" y="447"/>
                </a:lnTo>
                <a:lnTo>
                  <a:pt x="76" y="445"/>
                </a:lnTo>
                <a:lnTo>
                  <a:pt x="76" y="445"/>
                </a:lnTo>
                <a:lnTo>
                  <a:pt x="77" y="447"/>
                </a:lnTo>
                <a:lnTo>
                  <a:pt x="77" y="449"/>
                </a:lnTo>
                <a:lnTo>
                  <a:pt x="77" y="449"/>
                </a:lnTo>
                <a:lnTo>
                  <a:pt x="76" y="448"/>
                </a:lnTo>
                <a:lnTo>
                  <a:pt x="75" y="447"/>
                </a:lnTo>
                <a:lnTo>
                  <a:pt x="75" y="447"/>
                </a:lnTo>
                <a:close/>
                <a:moveTo>
                  <a:pt x="68" y="357"/>
                </a:moveTo>
                <a:lnTo>
                  <a:pt x="68" y="357"/>
                </a:lnTo>
                <a:lnTo>
                  <a:pt x="69" y="338"/>
                </a:lnTo>
                <a:lnTo>
                  <a:pt x="69" y="338"/>
                </a:lnTo>
                <a:lnTo>
                  <a:pt x="69" y="338"/>
                </a:lnTo>
                <a:lnTo>
                  <a:pt x="69" y="339"/>
                </a:lnTo>
                <a:lnTo>
                  <a:pt x="69" y="342"/>
                </a:lnTo>
                <a:lnTo>
                  <a:pt x="69" y="342"/>
                </a:lnTo>
                <a:lnTo>
                  <a:pt x="69" y="358"/>
                </a:lnTo>
                <a:lnTo>
                  <a:pt x="69" y="358"/>
                </a:lnTo>
                <a:lnTo>
                  <a:pt x="68" y="358"/>
                </a:lnTo>
                <a:lnTo>
                  <a:pt x="68" y="357"/>
                </a:lnTo>
                <a:lnTo>
                  <a:pt x="68" y="357"/>
                </a:lnTo>
                <a:close/>
                <a:moveTo>
                  <a:pt x="76" y="472"/>
                </a:moveTo>
                <a:lnTo>
                  <a:pt x="76" y="472"/>
                </a:lnTo>
                <a:lnTo>
                  <a:pt x="76" y="473"/>
                </a:lnTo>
                <a:lnTo>
                  <a:pt x="76" y="474"/>
                </a:lnTo>
                <a:lnTo>
                  <a:pt x="74" y="474"/>
                </a:lnTo>
                <a:lnTo>
                  <a:pt x="74" y="474"/>
                </a:lnTo>
                <a:lnTo>
                  <a:pt x="74" y="473"/>
                </a:lnTo>
                <a:lnTo>
                  <a:pt x="75" y="473"/>
                </a:lnTo>
                <a:lnTo>
                  <a:pt x="76" y="472"/>
                </a:lnTo>
                <a:lnTo>
                  <a:pt x="76" y="472"/>
                </a:lnTo>
                <a:close/>
                <a:moveTo>
                  <a:pt x="83" y="499"/>
                </a:moveTo>
                <a:lnTo>
                  <a:pt x="83" y="499"/>
                </a:lnTo>
                <a:lnTo>
                  <a:pt x="83" y="501"/>
                </a:lnTo>
                <a:lnTo>
                  <a:pt x="81" y="502"/>
                </a:lnTo>
                <a:lnTo>
                  <a:pt x="81" y="502"/>
                </a:lnTo>
                <a:lnTo>
                  <a:pt x="82" y="499"/>
                </a:lnTo>
                <a:lnTo>
                  <a:pt x="83" y="499"/>
                </a:lnTo>
                <a:lnTo>
                  <a:pt x="83" y="499"/>
                </a:lnTo>
                <a:close/>
                <a:moveTo>
                  <a:pt x="83" y="476"/>
                </a:moveTo>
                <a:lnTo>
                  <a:pt x="83" y="476"/>
                </a:lnTo>
                <a:lnTo>
                  <a:pt x="83" y="482"/>
                </a:lnTo>
                <a:lnTo>
                  <a:pt x="82" y="488"/>
                </a:lnTo>
                <a:lnTo>
                  <a:pt x="82" y="488"/>
                </a:lnTo>
                <a:lnTo>
                  <a:pt x="82" y="489"/>
                </a:lnTo>
                <a:lnTo>
                  <a:pt x="83" y="489"/>
                </a:lnTo>
                <a:lnTo>
                  <a:pt x="83" y="491"/>
                </a:lnTo>
                <a:lnTo>
                  <a:pt x="83" y="492"/>
                </a:lnTo>
                <a:lnTo>
                  <a:pt x="83" y="492"/>
                </a:lnTo>
                <a:lnTo>
                  <a:pt x="82" y="491"/>
                </a:lnTo>
                <a:lnTo>
                  <a:pt x="82" y="491"/>
                </a:lnTo>
                <a:lnTo>
                  <a:pt x="82" y="494"/>
                </a:lnTo>
                <a:lnTo>
                  <a:pt x="83" y="497"/>
                </a:lnTo>
                <a:lnTo>
                  <a:pt x="83" y="497"/>
                </a:lnTo>
                <a:lnTo>
                  <a:pt x="81" y="497"/>
                </a:lnTo>
                <a:lnTo>
                  <a:pt x="81" y="498"/>
                </a:lnTo>
                <a:lnTo>
                  <a:pt x="80" y="501"/>
                </a:lnTo>
                <a:lnTo>
                  <a:pt x="80" y="501"/>
                </a:lnTo>
                <a:lnTo>
                  <a:pt x="79" y="499"/>
                </a:lnTo>
                <a:lnTo>
                  <a:pt x="79" y="497"/>
                </a:lnTo>
                <a:lnTo>
                  <a:pt x="81" y="494"/>
                </a:lnTo>
                <a:lnTo>
                  <a:pt x="81" y="494"/>
                </a:lnTo>
                <a:lnTo>
                  <a:pt x="79" y="492"/>
                </a:lnTo>
                <a:lnTo>
                  <a:pt x="77" y="491"/>
                </a:lnTo>
                <a:lnTo>
                  <a:pt x="77" y="489"/>
                </a:lnTo>
                <a:lnTo>
                  <a:pt x="77" y="489"/>
                </a:lnTo>
                <a:lnTo>
                  <a:pt x="79" y="489"/>
                </a:lnTo>
                <a:lnTo>
                  <a:pt x="79" y="491"/>
                </a:lnTo>
                <a:lnTo>
                  <a:pt x="79" y="491"/>
                </a:lnTo>
                <a:lnTo>
                  <a:pt x="80" y="492"/>
                </a:lnTo>
                <a:lnTo>
                  <a:pt x="80" y="492"/>
                </a:lnTo>
                <a:lnTo>
                  <a:pt x="80" y="491"/>
                </a:lnTo>
                <a:lnTo>
                  <a:pt x="80" y="491"/>
                </a:lnTo>
                <a:lnTo>
                  <a:pt x="79" y="489"/>
                </a:lnTo>
                <a:lnTo>
                  <a:pt x="79" y="489"/>
                </a:lnTo>
                <a:lnTo>
                  <a:pt x="79" y="487"/>
                </a:lnTo>
                <a:lnTo>
                  <a:pt x="79" y="486"/>
                </a:lnTo>
                <a:lnTo>
                  <a:pt x="79" y="486"/>
                </a:lnTo>
                <a:lnTo>
                  <a:pt x="80" y="486"/>
                </a:lnTo>
                <a:lnTo>
                  <a:pt x="80" y="486"/>
                </a:lnTo>
                <a:lnTo>
                  <a:pt x="79" y="483"/>
                </a:lnTo>
                <a:lnTo>
                  <a:pt x="79" y="483"/>
                </a:lnTo>
                <a:lnTo>
                  <a:pt x="79" y="482"/>
                </a:lnTo>
                <a:lnTo>
                  <a:pt x="80" y="482"/>
                </a:lnTo>
                <a:lnTo>
                  <a:pt x="80" y="482"/>
                </a:lnTo>
                <a:lnTo>
                  <a:pt x="79" y="481"/>
                </a:lnTo>
                <a:lnTo>
                  <a:pt x="80" y="479"/>
                </a:lnTo>
                <a:lnTo>
                  <a:pt x="80" y="479"/>
                </a:lnTo>
                <a:lnTo>
                  <a:pt x="80" y="478"/>
                </a:lnTo>
                <a:lnTo>
                  <a:pt x="80" y="478"/>
                </a:lnTo>
                <a:lnTo>
                  <a:pt x="82" y="478"/>
                </a:lnTo>
                <a:lnTo>
                  <a:pt x="82" y="477"/>
                </a:lnTo>
                <a:lnTo>
                  <a:pt x="83" y="476"/>
                </a:lnTo>
                <a:lnTo>
                  <a:pt x="83" y="476"/>
                </a:lnTo>
                <a:close/>
                <a:moveTo>
                  <a:pt x="81" y="478"/>
                </a:moveTo>
                <a:lnTo>
                  <a:pt x="81" y="478"/>
                </a:lnTo>
                <a:lnTo>
                  <a:pt x="81" y="481"/>
                </a:lnTo>
                <a:lnTo>
                  <a:pt x="80" y="482"/>
                </a:lnTo>
                <a:lnTo>
                  <a:pt x="81" y="483"/>
                </a:lnTo>
                <a:lnTo>
                  <a:pt x="82" y="483"/>
                </a:lnTo>
                <a:lnTo>
                  <a:pt x="82" y="483"/>
                </a:lnTo>
                <a:lnTo>
                  <a:pt x="82" y="479"/>
                </a:lnTo>
                <a:lnTo>
                  <a:pt x="82" y="479"/>
                </a:lnTo>
                <a:lnTo>
                  <a:pt x="81" y="478"/>
                </a:lnTo>
                <a:lnTo>
                  <a:pt x="81" y="478"/>
                </a:lnTo>
                <a:close/>
                <a:moveTo>
                  <a:pt x="68" y="428"/>
                </a:moveTo>
                <a:lnTo>
                  <a:pt x="68" y="428"/>
                </a:lnTo>
                <a:lnTo>
                  <a:pt x="66" y="427"/>
                </a:lnTo>
                <a:lnTo>
                  <a:pt x="66" y="427"/>
                </a:lnTo>
                <a:lnTo>
                  <a:pt x="66" y="424"/>
                </a:lnTo>
                <a:lnTo>
                  <a:pt x="66" y="424"/>
                </a:lnTo>
                <a:lnTo>
                  <a:pt x="68" y="424"/>
                </a:lnTo>
                <a:lnTo>
                  <a:pt x="68" y="425"/>
                </a:lnTo>
                <a:lnTo>
                  <a:pt x="68" y="428"/>
                </a:lnTo>
                <a:lnTo>
                  <a:pt x="68" y="428"/>
                </a:lnTo>
                <a:close/>
                <a:moveTo>
                  <a:pt x="70" y="429"/>
                </a:moveTo>
                <a:lnTo>
                  <a:pt x="70" y="429"/>
                </a:lnTo>
                <a:lnTo>
                  <a:pt x="70" y="428"/>
                </a:lnTo>
                <a:lnTo>
                  <a:pt x="70" y="425"/>
                </a:lnTo>
                <a:lnTo>
                  <a:pt x="70" y="422"/>
                </a:lnTo>
                <a:lnTo>
                  <a:pt x="70" y="422"/>
                </a:lnTo>
                <a:lnTo>
                  <a:pt x="70" y="423"/>
                </a:lnTo>
                <a:lnTo>
                  <a:pt x="70" y="425"/>
                </a:lnTo>
                <a:lnTo>
                  <a:pt x="70" y="429"/>
                </a:lnTo>
                <a:lnTo>
                  <a:pt x="70" y="429"/>
                </a:lnTo>
                <a:close/>
                <a:moveTo>
                  <a:pt x="66" y="511"/>
                </a:moveTo>
                <a:lnTo>
                  <a:pt x="66" y="511"/>
                </a:lnTo>
                <a:lnTo>
                  <a:pt x="66" y="512"/>
                </a:lnTo>
                <a:lnTo>
                  <a:pt x="66" y="513"/>
                </a:lnTo>
                <a:lnTo>
                  <a:pt x="66" y="516"/>
                </a:lnTo>
                <a:lnTo>
                  <a:pt x="66" y="516"/>
                </a:lnTo>
                <a:lnTo>
                  <a:pt x="66" y="516"/>
                </a:lnTo>
                <a:lnTo>
                  <a:pt x="66" y="514"/>
                </a:lnTo>
                <a:lnTo>
                  <a:pt x="66" y="511"/>
                </a:lnTo>
                <a:lnTo>
                  <a:pt x="66" y="511"/>
                </a:lnTo>
                <a:close/>
                <a:moveTo>
                  <a:pt x="66" y="491"/>
                </a:moveTo>
                <a:lnTo>
                  <a:pt x="66" y="491"/>
                </a:lnTo>
                <a:lnTo>
                  <a:pt x="68" y="494"/>
                </a:lnTo>
                <a:lnTo>
                  <a:pt x="66" y="499"/>
                </a:lnTo>
                <a:lnTo>
                  <a:pt x="66" y="499"/>
                </a:lnTo>
                <a:lnTo>
                  <a:pt x="66" y="506"/>
                </a:lnTo>
                <a:lnTo>
                  <a:pt x="66" y="508"/>
                </a:lnTo>
                <a:lnTo>
                  <a:pt x="66" y="506"/>
                </a:lnTo>
                <a:lnTo>
                  <a:pt x="66" y="506"/>
                </a:lnTo>
                <a:lnTo>
                  <a:pt x="66" y="491"/>
                </a:lnTo>
                <a:lnTo>
                  <a:pt x="66" y="491"/>
                </a:lnTo>
                <a:close/>
                <a:moveTo>
                  <a:pt x="83" y="676"/>
                </a:moveTo>
                <a:lnTo>
                  <a:pt x="83" y="676"/>
                </a:lnTo>
                <a:lnTo>
                  <a:pt x="83" y="676"/>
                </a:lnTo>
                <a:lnTo>
                  <a:pt x="83" y="677"/>
                </a:lnTo>
                <a:lnTo>
                  <a:pt x="81" y="676"/>
                </a:lnTo>
                <a:lnTo>
                  <a:pt x="76" y="674"/>
                </a:lnTo>
                <a:lnTo>
                  <a:pt x="76" y="674"/>
                </a:lnTo>
                <a:lnTo>
                  <a:pt x="79" y="674"/>
                </a:lnTo>
                <a:lnTo>
                  <a:pt x="80" y="674"/>
                </a:lnTo>
                <a:lnTo>
                  <a:pt x="81" y="676"/>
                </a:lnTo>
                <a:lnTo>
                  <a:pt x="81" y="676"/>
                </a:lnTo>
                <a:lnTo>
                  <a:pt x="82" y="676"/>
                </a:lnTo>
                <a:lnTo>
                  <a:pt x="83" y="676"/>
                </a:lnTo>
                <a:lnTo>
                  <a:pt x="83" y="676"/>
                </a:lnTo>
                <a:close/>
                <a:moveTo>
                  <a:pt x="93" y="679"/>
                </a:moveTo>
                <a:lnTo>
                  <a:pt x="93" y="679"/>
                </a:lnTo>
                <a:lnTo>
                  <a:pt x="85" y="677"/>
                </a:lnTo>
                <a:lnTo>
                  <a:pt x="85" y="677"/>
                </a:lnTo>
                <a:lnTo>
                  <a:pt x="89" y="677"/>
                </a:lnTo>
                <a:lnTo>
                  <a:pt x="92" y="677"/>
                </a:lnTo>
                <a:lnTo>
                  <a:pt x="93" y="679"/>
                </a:lnTo>
                <a:lnTo>
                  <a:pt x="93" y="679"/>
                </a:lnTo>
                <a:close/>
                <a:moveTo>
                  <a:pt x="97" y="684"/>
                </a:moveTo>
                <a:lnTo>
                  <a:pt x="97" y="684"/>
                </a:lnTo>
                <a:lnTo>
                  <a:pt x="98" y="684"/>
                </a:lnTo>
                <a:lnTo>
                  <a:pt x="98" y="686"/>
                </a:lnTo>
                <a:lnTo>
                  <a:pt x="97" y="687"/>
                </a:lnTo>
                <a:lnTo>
                  <a:pt x="97" y="687"/>
                </a:lnTo>
                <a:lnTo>
                  <a:pt x="95" y="686"/>
                </a:lnTo>
                <a:lnTo>
                  <a:pt x="93" y="684"/>
                </a:lnTo>
                <a:lnTo>
                  <a:pt x="93" y="684"/>
                </a:lnTo>
                <a:lnTo>
                  <a:pt x="94" y="684"/>
                </a:lnTo>
                <a:lnTo>
                  <a:pt x="95" y="684"/>
                </a:lnTo>
                <a:lnTo>
                  <a:pt x="97" y="684"/>
                </a:lnTo>
                <a:lnTo>
                  <a:pt x="97" y="684"/>
                </a:lnTo>
                <a:lnTo>
                  <a:pt x="97" y="684"/>
                </a:lnTo>
                <a:close/>
                <a:moveTo>
                  <a:pt x="69" y="334"/>
                </a:moveTo>
                <a:lnTo>
                  <a:pt x="69" y="334"/>
                </a:lnTo>
                <a:lnTo>
                  <a:pt x="69" y="329"/>
                </a:lnTo>
                <a:lnTo>
                  <a:pt x="69" y="324"/>
                </a:lnTo>
                <a:lnTo>
                  <a:pt x="69" y="324"/>
                </a:lnTo>
                <a:lnTo>
                  <a:pt x="70" y="327"/>
                </a:lnTo>
                <a:lnTo>
                  <a:pt x="70" y="329"/>
                </a:lnTo>
                <a:lnTo>
                  <a:pt x="69" y="334"/>
                </a:lnTo>
                <a:lnTo>
                  <a:pt x="69" y="334"/>
                </a:lnTo>
                <a:close/>
                <a:moveTo>
                  <a:pt x="77" y="501"/>
                </a:moveTo>
                <a:lnTo>
                  <a:pt x="77" y="501"/>
                </a:lnTo>
                <a:lnTo>
                  <a:pt x="81" y="502"/>
                </a:lnTo>
                <a:lnTo>
                  <a:pt x="82" y="504"/>
                </a:lnTo>
                <a:lnTo>
                  <a:pt x="82" y="507"/>
                </a:lnTo>
                <a:lnTo>
                  <a:pt x="81" y="511"/>
                </a:lnTo>
                <a:lnTo>
                  <a:pt x="81" y="511"/>
                </a:lnTo>
                <a:lnTo>
                  <a:pt x="81" y="511"/>
                </a:lnTo>
                <a:lnTo>
                  <a:pt x="82" y="509"/>
                </a:lnTo>
                <a:lnTo>
                  <a:pt x="82" y="509"/>
                </a:lnTo>
                <a:lnTo>
                  <a:pt x="82" y="511"/>
                </a:lnTo>
                <a:lnTo>
                  <a:pt x="82" y="512"/>
                </a:lnTo>
                <a:lnTo>
                  <a:pt x="81" y="514"/>
                </a:lnTo>
                <a:lnTo>
                  <a:pt x="81" y="514"/>
                </a:lnTo>
                <a:lnTo>
                  <a:pt x="81" y="516"/>
                </a:lnTo>
                <a:lnTo>
                  <a:pt x="81" y="514"/>
                </a:lnTo>
                <a:lnTo>
                  <a:pt x="81" y="514"/>
                </a:lnTo>
                <a:lnTo>
                  <a:pt x="81" y="518"/>
                </a:lnTo>
                <a:lnTo>
                  <a:pt x="81" y="522"/>
                </a:lnTo>
                <a:lnTo>
                  <a:pt x="81" y="522"/>
                </a:lnTo>
                <a:lnTo>
                  <a:pt x="81" y="523"/>
                </a:lnTo>
                <a:lnTo>
                  <a:pt x="81" y="524"/>
                </a:lnTo>
                <a:lnTo>
                  <a:pt x="82" y="524"/>
                </a:lnTo>
                <a:lnTo>
                  <a:pt x="82" y="524"/>
                </a:lnTo>
                <a:lnTo>
                  <a:pt x="82" y="527"/>
                </a:lnTo>
                <a:lnTo>
                  <a:pt x="82" y="528"/>
                </a:lnTo>
                <a:lnTo>
                  <a:pt x="82" y="533"/>
                </a:lnTo>
                <a:lnTo>
                  <a:pt x="82" y="533"/>
                </a:lnTo>
                <a:lnTo>
                  <a:pt x="80" y="536"/>
                </a:lnTo>
                <a:lnTo>
                  <a:pt x="80" y="536"/>
                </a:lnTo>
                <a:lnTo>
                  <a:pt x="79" y="538"/>
                </a:lnTo>
                <a:lnTo>
                  <a:pt x="79" y="538"/>
                </a:lnTo>
                <a:lnTo>
                  <a:pt x="80" y="538"/>
                </a:lnTo>
                <a:lnTo>
                  <a:pt x="80" y="537"/>
                </a:lnTo>
                <a:lnTo>
                  <a:pt x="81" y="536"/>
                </a:lnTo>
                <a:lnTo>
                  <a:pt x="82" y="537"/>
                </a:lnTo>
                <a:lnTo>
                  <a:pt x="82" y="537"/>
                </a:lnTo>
                <a:lnTo>
                  <a:pt x="82" y="538"/>
                </a:lnTo>
                <a:lnTo>
                  <a:pt x="81" y="538"/>
                </a:lnTo>
                <a:lnTo>
                  <a:pt x="81" y="538"/>
                </a:lnTo>
                <a:lnTo>
                  <a:pt x="81" y="546"/>
                </a:lnTo>
                <a:lnTo>
                  <a:pt x="81" y="552"/>
                </a:lnTo>
                <a:lnTo>
                  <a:pt x="81" y="552"/>
                </a:lnTo>
                <a:lnTo>
                  <a:pt x="80" y="554"/>
                </a:lnTo>
                <a:lnTo>
                  <a:pt x="79" y="554"/>
                </a:lnTo>
                <a:lnTo>
                  <a:pt x="79" y="554"/>
                </a:lnTo>
                <a:lnTo>
                  <a:pt x="80" y="556"/>
                </a:lnTo>
                <a:lnTo>
                  <a:pt x="80" y="557"/>
                </a:lnTo>
                <a:lnTo>
                  <a:pt x="79" y="562"/>
                </a:lnTo>
                <a:lnTo>
                  <a:pt x="79" y="562"/>
                </a:lnTo>
                <a:lnTo>
                  <a:pt x="80" y="563"/>
                </a:lnTo>
                <a:lnTo>
                  <a:pt x="80" y="564"/>
                </a:lnTo>
                <a:lnTo>
                  <a:pt x="80" y="567"/>
                </a:lnTo>
                <a:lnTo>
                  <a:pt x="80" y="567"/>
                </a:lnTo>
                <a:lnTo>
                  <a:pt x="80" y="566"/>
                </a:lnTo>
                <a:lnTo>
                  <a:pt x="80" y="564"/>
                </a:lnTo>
                <a:lnTo>
                  <a:pt x="80" y="564"/>
                </a:lnTo>
                <a:lnTo>
                  <a:pt x="79" y="566"/>
                </a:lnTo>
                <a:lnTo>
                  <a:pt x="79" y="567"/>
                </a:lnTo>
                <a:lnTo>
                  <a:pt x="79" y="569"/>
                </a:lnTo>
                <a:lnTo>
                  <a:pt x="79" y="571"/>
                </a:lnTo>
                <a:lnTo>
                  <a:pt x="79" y="571"/>
                </a:lnTo>
                <a:lnTo>
                  <a:pt x="79" y="571"/>
                </a:lnTo>
                <a:lnTo>
                  <a:pt x="79" y="571"/>
                </a:lnTo>
                <a:lnTo>
                  <a:pt x="79" y="571"/>
                </a:lnTo>
                <a:lnTo>
                  <a:pt x="80" y="571"/>
                </a:lnTo>
                <a:lnTo>
                  <a:pt x="79" y="571"/>
                </a:lnTo>
                <a:lnTo>
                  <a:pt x="77" y="572"/>
                </a:lnTo>
                <a:lnTo>
                  <a:pt x="77" y="572"/>
                </a:lnTo>
                <a:lnTo>
                  <a:pt x="77" y="574"/>
                </a:lnTo>
                <a:lnTo>
                  <a:pt x="77" y="574"/>
                </a:lnTo>
                <a:lnTo>
                  <a:pt x="77" y="578"/>
                </a:lnTo>
                <a:lnTo>
                  <a:pt x="77" y="578"/>
                </a:lnTo>
                <a:lnTo>
                  <a:pt x="76" y="579"/>
                </a:lnTo>
                <a:lnTo>
                  <a:pt x="76" y="579"/>
                </a:lnTo>
                <a:lnTo>
                  <a:pt x="77" y="582"/>
                </a:lnTo>
                <a:lnTo>
                  <a:pt x="77" y="582"/>
                </a:lnTo>
                <a:lnTo>
                  <a:pt x="77" y="582"/>
                </a:lnTo>
                <a:lnTo>
                  <a:pt x="76" y="583"/>
                </a:lnTo>
                <a:lnTo>
                  <a:pt x="76" y="583"/>
                </a:lnTo>
                <a:lnTo>
                  <a:pt x="77" y="584"/>
                </a:lnTo>
                <a:lnTo>
                  <a:pt x="77" y="584"/>
                </a:lnTo>
                <a:lnTo>
                  <a:pt x="76" y="587"/>
                </a:lnTo>
                <a:lnTo>
                  <a:pt x="76" y="589"/>
                </a:lnTo>
                <a:lnTo>
                  <a:pt x="76" y="589"/>
                </a:lnTo>
                <a:lnTo>
                  <a:pt x="77" y="588"/>
                </a:lnTo>
                <a:lnTo>
                  <a:pt x="77" y="588"/>
                </a:lnTo>
                <a:lnTo>
                  <a:pt x="76" y="592"/>
                </a:lnTo>
                <a:lnTo>
                  <a:pt x="76" y="594"/>
                </a:lnTo>
                <a:lnTo>
                  <a:pt x="76" y="594"/>
                </a:lnTo>
                <a:lnTo>
                  <a:pt x="76" y="598"/>
                </a:lnTo>
                <a:lnTo>
                  <a:pt x="76" y="598"/>
                </a:lnTo>
                <a:lnTo>
                  <a:pt x="76" y="599"/>
                </a:lnTo>
                <a:lnTo>
                  <a:pt x="76" y="599"/>
                </a:lnTo>
                <a:lnTo>
                  <a:pt x="76" y="599"/>
                </a:lnTo>
                <a:lnTo>
                  <a:pt x="77" y="601"/>
                </a:lnTo>
                <a:lnTo>
                  <a:pt x="77" y="601"/>
                </a:lnTo>
                <a:lnTo>
                  <a:pt x="77" y="602"/>
                </a:lnTo>
                <a:lnTo>
                  <a:pt x="76" y="603"/>
                </a:lnTo>
                <a:lnTo>
                  <a:pt x="76" y="603"/>
                </a:lnTo>
                <a:lnTo>
                  <a:pt x="76" y="603"/>
                </a:lnTo>
                <a:lnTo>
                  <a:pt x="76" y="602"/>
                </a:lnTo>
                <a:lnTo>
                  <a:pt x="76" y="602"/>
                </a:lnTo>
                <a:lnTo>
                  <a:pt x="75" y="602"/>
                </a:lnTo>
                <a:lnTo>
                  <a:pt x="74" y="602"/>
                </a:lnTo>
                <a:lnTo>
                  <a:pt x="72" y="602"/>
                </a:lnTo>
                <a:lnTo>
                  <a:pt x="72" y="602"/>
                </a:lnTo>
                <a:lnTo>
                  <a:pt x="72" y="602"/>
                </a:lnTo>
                <a:lnTo>
                  <a:pt x="72" y="603"/>
                </a:lnTo>
                <a:lnTo>
                  <a:pt x="72" y="603"/>
                </a:lnTo>
                <a:lnTo>
                  <a:pt x="72" y="603"/>
                </a:lnTo>
                <a:lnTo>
                  <a:pt x="74" y="603"/>
                </a:lnTo>
                <a:lnTo>
                  <a:pt x="75" y="603"/>
                </a:lnTo>
                <a:lnTo>
                  <a:pt x="75" y="603"/>
                </a:lnTo>
                <a:lnTo>
                  <a:pt x="75" y="604"/>
                </a:lnTo>
                <a:lnTo>
                  <a:pt x="75" y="606"/>
                </a:lnTo>
                <a:lnTo>
                  <a:pt x="75" y="606"/>
                </a:lnTo>
                <a:lnTo>
                  <a:pt x="76" y="607"/>
                </a:lnTo>
                <a:lnTo>
                  <a:pt x="76" y="607"/>
                </a:lnTo>
                <a:lnTo>
                  <a:pt x="75" y="608"/>
                </a:lnTo>
                <a:lnTo>
                  <a:pt x="76" y="608"/>
                </a:lnTo>
                <a:lnTo>
                  <a:pt x="76" y="608"/>
                </a:lnTo>
                <a:lnTo>
                  <a:pt x="76" y="608"/>
                </a:lnTo>
                <a:lnTo>
                  <a:pt x="76" y="609"/>
                </a:lnTo>
                <a:lnTo>
                  <a:pt x="76" y="609"/>
                </a:lnTo>
                <a:lnTo>
                  <a:pt x="76" y="609"/>
                </a:lnTo>
                <a:lnTo>
                  <a:pt x="76" y="611"/>
                </a:lnTo>
                <a:lnTo>
                  <a:pt x="77" y="611"/>
                </a:lnTo>
                <a:lnTo>
                  <a:pt x="77" y="611"/>
                </a:lnTo>
                <a:lnTo>
                  <a:pt x="76" y="613"/>
                </a:lnTo>
                <a:lnTo>
                  <a:pt x="77" y="616"/>
                </a:lnTo>
                <a:lnTo>
                  <a:pt x="77" y="616"/>
                </a:lnTo>
                <a:lnTo>
                  <a:pt x="76" y="617"/>
                </a:lnTo>
                <a:lnTo>
                  <a:pt x="76" y="619"/>
                </a:lnTo>
                <a:lnTo>
                  <a:pt x="76" y="619"/>
                </a:lnTo>
                <a:lnTo>
                  <a:pt x="77" y="619"/>
                </a:lnTo>
                <a:lnTo>
                  <a:pt x="77" y="618"/>
                </a:lnTo>
                <a:lnTo>
                  <a:pt x="77" y="618"/>
                </a:lnTo>
                <a:lnTo>
                  <a:pt x="77" y="619"/>
                </a:lnTo>
                <a:lnTo>
                  <a:pt x="79" y="621"/>
                </a:lnTo>
                <a:lnTo>
                  <a:pt x="79" y="621"/>
                </a:lnTo>
                <a:lnTo>
                  <a:pt x="79" y="621"/>
                </a:lnTo>
                <a:lnTo>
                  <a:pt x="80" y="621"/>
                </a:lnTo>
                <a:lnTo>
                  <a:pt x="80" y="621"/>
                </a:lnTo>
                <a:lnTo>
                  <a:pt x="81" y="622"/>
                </a:lnTo>
                <a:lnTo>
                  <a:pt x="81" y="622"/>
                </a:lnTo>
                <a:lnTo>
                  <a:pt x="82" y="622"/>
                </a:lnTo>
                <a:lnTo>
                  <a:pt x="82" y="622"/>
                </a:lnTo>
                <a:lnTo>
                  <a:pt x="82" y="623"/>
                </a:lnTo>
                <a:lnTo>
                  <a:pt x="82" y="623"/>
                </a:lnTo>
                <a:lnTo>
                  <a:pt x="85" y="626"/>
                </a:lnTo>
                <a:lnTo>
                  <a:pt x="86" y="629"/>
                </a:lnTo>
                <a:lnTo>
                  <a:pt x="86" y="629"/>
                </a:lnTo>
                <a:lnTo>
                  <a:pt x="86" y="629"/>
                </a:lnTo>
                <a:lnTo>
                  <a:pt x="86" y="631"/>
                </a:lnTo>
                <a:lnTo>
                  <a:pt x="86" y="631"/>
                </a:lnTo>
                <a:lnTo>
                  <a:pt x="86" y="631"/>
                </a:lnTo>
                <a:lnTo>
                  <a:pt x="87" y="631"/>
                </a:lnTo>
                <a:lnTo>
                  <a:pt x="87" y="631"/>
                </a:lnTo>
                <a:lnTo>
                  <a:pt x="88" y="632"/>
                </a:lnTo>
                <a:lnTo>
                  <a:pt x="91" y="634"/>
                </a:lnTo>
                <a:lnTo>
                  <a:pt x="91" y="634"/>
                </a:lnTo>
                <a:lnTo>
                  <a:pt x="89" y="634"/>
                </a:lnTo>
                <a:lnTo>
                  <a:pt x="89" y="634"/>
                </a:lnTo>
                <a:lnTo>
                  <a:pt x="88" y="633"/>
                </a:lnTo>
                <a:lnTo>
                  <a:pt x="88" y="633"/>
                </a:lnTo>
                <a:lnTo>
                  <a:pt x="88" y="633"/>
                </a:lnTo>
                <a:lnTo>
                  <a:pt x="87" y="634"/>
                </a:lnTo>
                <a:lnTo>
                  <a:pt x="88" y="636"/>
                </a:lnTo>
                <a:lnTo>
                  <a:pt x="88" y="636"/>
                </a:lnTo>
                <a:lnTo>
                  <a:pt x="88" y="636"/>
                </a:lnTo>
                <a:lnTo>
                  <a:pt x="88" y="636"/>
                </a:lnTo>
                <a:lnTo>
                  <a:pt x="89" y="636"/>
                </a:lnTo>
                <a:lnTo>
                  <a:pt x="89" y="636"/>
                </a:lnTo>
                <a:lnTo>
                  <a:pt x="92" y="637"/>
                </a:lnTo>
                <a:lnTo>
                  <a:pt x="92" y="637"/>
                </a:lnTo>
                <a:lnTo>
                  <a:pt x="93" y="636"/>
                </a:lnTo>
                <a:lnTo>
                  <a:pt x="93" y="636"/>
                </a:lnTo>
                <a:lnTo>
                  <a:pt x="95" y="637"/>
                </a:lnTo>
                <a:lnTo>
                  <a:pt x="95" y="637"/>
                </a:lnTo>
                <a:lnTo>
                  <a:pt x="98" y="637"/>
                </a:lnTo>
                <a:lnTo>
                  <a:pt x="99" y="638"/>
                </a:lnTo>
                <a:lnTo>
                  <a:pt x="99" y="638"/>
                </a:lnTo>
                <a:lnTo>
                  <a:pt x="101" y="637"/>
                </a:lnTo>
                <a:lnTo>
                  <a:pt x="104" y="637"/>
                </a:lnTo>
                <a:lnTo>
                  <a:pt x="110" y="638"/>
                </a:lnTo>
                <a:lnTo>
                  <a:pt x="110" y="638"/>
                </a:lnTo>
                <a:lnTo>
                  <a:pt x="111" y="637"/>
                </a:lnTo>
                <a:lnTo>
                  <a:pt x="112" y="636"/>
                </a:lnTo>
                <a:lnTo>
                  <a:pt x="117" y="637"/>
                </a:lnTo>
                <a:lnTo>
                  <a:pt x="117" y="637"/>
                </a:lnTo>
                <a:lnTo>
                  <a:pt x="126" y="634"/>
                </a:lnTo>
                <a:lnTo>
                  <a:pt x="126" y="634"/>
                </a:lnTo>
                <a:lnTo>
                  <a:pt x="135" y="633"/>
                </a:lnTo>
                <a:lnTo>
                  <a:pt x="135" y="633"/>
                </a:lnTo>
                <a:lnTo>
                  <a:pt x="140" y="632"/>
                </a:lnTo>
                <a:lnTo>
                  <a:pt x="141" y="632"/>
                </a:lnTo>
                <a:lnTo>
                  <a:pt x="144" y="631"/>
                </a:lnTo>
                <a:lnTo>
                  <a:pt x="144" y="631"/>
                </a:lnTo>
                <a:lnTo>
                  <a:pt x="145" y="631"/>
                </a:lnTo>
                <a:lnTo>
                  <a:pt x="146" y="631"/>
                </a:lnTo>
                <a:lnTo>
                  <a:pt x="147" y="629"/>
                </a:lnTo>
                <a:lnTo>
                  <a:pt x="147" y="629"/>
                </a:lnTo>
                <a:lnTo>
                  <a:pt x="150" y="631"/>
                </a:lnTo>
                <a:lnTo>
                  <a:pt x="150" y="631"/>
                </a:lnTo>
                <a:lnTo>
                  <a:pt x="161" y="627"/>
                </a:lnTo>
                <a:lnTo>
                  <a:pt x="161" y="627"/>
                </a:lnTo>
                <a:lnTo>
                  <a:pt x="167" y="627"/>
                </a:lnTo>
                <a:lnTo>
                  <a:pt x="167" y="627"/>
                </a:lnTo>
                <a:lnTo>
                  <a:pt x="170" y="624"/>
                </a:lnTo>
                <a:lnTo>
                  <a:pt x="170" y="624"/>
                </a:lnTo>
                <a:lnTo>
                  <a:pt x="175" y="624"/>
                </a:lnTo>
                <a:lnTo>
                  <a:pt x="175" y="624"/>
                </a:lnTo>
                <a:lnTo>
                  <a:pt x="178" y="623"/>
                </a:lnTo>
                <a:lnTo>
                  <a:pt x="181" y="623"/>
                </a:lnTo>
                <a:lnTo>
                  <a:pt x="181" y="623"/>
                </a:lnTo>
                <a:lnTo>
                  <a:pt x="181" y="623"/>
                </a:lnTo>
                <a:lnTo>
                  <a:pt x="181" y="622"/>
                </a:lnTo>
                <a:lnTo>
                  <a:pt x="181" y="622"/>
                </a:lnTo>
                <a:lnTo>
                  <a:pt x="184" y="622"/>
                </a:lnTo>
                <a:lnTo>
                  <a:pt x="186" y="622"/>
                </a:lnTo>
                <a:lnTo>
                  <a:pt x="186" y="622"/>
                </a:lnTo>
                <a:lnTo>
                  <a:pt x="190" y="624"/>
                </a:lnTo>
                <a:lnTo>
                  <a:pt x="191" y="624"/>
                </a:lnTo>
                <a:lnTo>
                  <a:pt x="193" y="624"/>
                </a:lnTo>
                <a:lnTo>
                  <a:pt x="193" y="624"/>
                </a:lnTo>
                <a:lnTo>
                  <a:pt x="193" y="626"/>
                </a:lnTo>
                <a:lnTo>
                  <a:pt x="193" y="627"/>
                </a:lnTo>
                <a:lnTo>
                  <a:pt x="192" y="628"/>
                </a:lnTo>
                <a:lnTo>
                  <a:pt x="192" y="631"/>
                </a:lnTo>
                <a:lnTo>
                  <a:pt x="192" y="631"/>
                </a:lnTo>
                <a:lnTo>
                  <a:pt x="193" y="632"/>
                </a:lnTo>
                <a:lnTo>
                  <a:pt x="194" y="631"/>
                </a:lnTo>
                <a:lnTo>
                  <a:pt x="196" y="631"/>
                </a:lnTo>
                <a:lnTo>
                  <a:pt x="196" y="631"/>
                </a:lnTo>
                <a:lnTo>
                  <a:pt x="196" y="629"/>
                </a:lnTo>
                <a:lnTo>
                  <a:pt x="196" y="628"/>
                </a:lnTo>
                <a:lnTo>
                  <a:pt x="196" y="628"/>
                </a:lnTo>
                <a:lnTo>
                  <a:pt x="197" y="628"/>
                </a:lnTo>
                <a:lnTo>
                  <a:pt x="198" y="628"/>
                </a:lnTo>
                <a:lnTo>
                  <a:pt x="198" y="629"/>
                </a:lnTo>
                <a:lnTo>
                  <a:pt x="199" y="629"/>
                </a:lnTo>
                <a:lnTo>
                  <a:pt x="199" y="629"/>
                </a:lnTo>
                <a:lnTo>
                  <a:pt x="201" y="629"/>
                </a:lnTo>
                <a:lnTo>
                  <a:pt x="202" y="629"/>
                </a:lnTo>
                <a:lnTo>
                  <a:pt x="202" y="628"/>
                </a:lnTo>
                <a:lnTo>
                  <a:pt x="203" y="628"/>
                </a:lnTo>
                <a:lnTo>
                  <a:pt x="203" y="628"/>
                </a:lnTo>
                <a:lnTo>
                  <a:pt x="203" y="631"/>
                </a:lnTo>
                <a:lnTo>
                  <a:pt x="203" y="631"/>
                </a:lnTo>
                <a:lnTo>
                  <a:pt x="205" y="629"/>
                </a:lnTo>
                <a:lnTo>
                  <a:pt x="208" y="629"/>
                </a:lnTo>
                <a:lnTo>
                  <a:pt x="208" y="629"/>
                </a:lnTo>
                <a:lnTo>
                  <a:pt x="207" y="631"/>
                </a:lnTo>
                <a:lnTo>
                  <a:pt x="207" y="631"/>
                </a:lnTo>
                <a:lnTo>
                  <a:pt x="210" y="631"/>
                </a:lnTo>
                <a:lnTo>
                  <a:pt x="211" y="631"/>
                </a:lnTo>
                <a:lnTo>
                  <a:pt x="213" y="631"/>
                </a:lnTo>
                <a:lnTo>
                  <a:pt x="213" y="631"/>
                </a:lnTo>
                <a:lnTo>
                  <a:pt x="213" y="631"/>
                </a:lnTo>
                <a:lnTo>
                  <a:pt x="213" y="631"/>
                </a:lnTo>
                <a:lnTo>
                  <a:pt x="213" y="631"/>
                </a:lnTo>
                <a:lnTo>
                  <a:pt x="216" y="629"/>
                </a:lnTo>
                <a:lnTo>
                  <a:pt x="219" y="631"/>
                </a:lnTo>
                <a:lnTo>
                  <a:pt x="219" y="631"/>
                </a:lnTo>
                <a:lnTo>
                  <a:pt x="220" y="629"/>
                </a:lnTo>
                <a:lnTo>
                  <a:pt x="221" y="629"/>
                </a:lnTo>
                <a:lnTo>
                  <a:pt x="221" y="629"/>
                </a:lnTo>
                <a:lnTo>
                  <a:pt x="222" y="628"/>
                </a:lnTo>
                <a:lnTo>
                  <a:pt x="223" y="627"/>
                </a:lnTo>
                <a:lnTo>
                  <a:pt x="223" y="627"/>
                </a:lnTo>
                <a:lnTo>
                  <a:pt x="225" y="628"/>
                </a:lnTo>
                <a:lnTo>
                  <a:pt x="226" y="628"/>
                </a:lnTo>
                <a:lnTo>
                  <a:pt x="226" y="628"/>
                </a:lnTo>
                <a:lnTo>
                  <a:pt x="227" y="628"/>
                </a:lnTo>
                <a:lnTo>
                  <a:pt x="227" y="628"/>
                </a:lnTo>
                <a:lnTo>
                  <a:pt x="227" y="626"/>
                </a:lnTo>
                <a:lnTo>
                  <a:pt x="227" y="624"/>
                </a:lnTo>
                <a:lnTo>
                  <a:pt x="227" y="624"/>
                </a:lnTo>
                <a:lnTo>
                  <a:pt x="227" y="624"/>
                </a:lnTo>
                <a:lnTo>
                  <a:pt x="227" y="626"/>
                </a:lnTo>
                <a:lnTo>
                  <a:pt x="227" y="626"/>
                </a:lnTo>
                <a:lnTo>
                  <a:pt x="228" y="626"/>
                </a:lnTo>
                <a:lnTo>
                  <a:pt x="230" y="624"/>
                </a:lnTo>
                <a:lnTo>
                  <a:pt x="230" y="624"/>
                </a:lnTo>
                <a:lnTo>
                  <a:pt x="232" y="627"/>
                </a:lnTo>
                <a:lnTo>
                  <a:pt x="233" y="627"/>
                </a:lnTo>
                <a:lnTo>
                  <a:pt x="234" y="626"/>
                </a:lnTo>
                <a:lnTo>
                  <a:pt x="234" y="626"/>
                </a:lnTo>
                <a:lnTo>
                  <a:pt x="233" y="624"/>
                </a:lnTo>
                <a:lnTo>
                  <a:pt x="232" y="626"/>
                </a:lnTo>
                <a:lnTo>
                  <a:pt x="232" y="626"/>
                </a:lnTo>
                <a:lnTo>
                  <a:pt x="232" y="624"/>
                </a:lnTo>
                <a:lnTo>
                  <a:pt x="231" y="622"/>
                </a:lnTo>
                <a:lnTo>
                  <a:pt x="231" y="622"/>
                </a:lnTo>
                <a:lnTo>
                  <a:pt x="233" y="621"/>
                </a:lnTo>
                <a:lnTo>
                  <a:pt x="236" y="621"/>
                </a:lnTo>
                <a:lnTo>
                  <a:pt x="236" y="621"/>
                </a:lnTo>
                <a:lnTo>
                  <a:pt x="234" y="622"/>
                </a:lnTo>
                <a:lnTo>
                  <a:pt x="234" y="622"/>
                </a:lnTo>
                <a:lnTo>
                  <a:pt x="233" y="622"/>
                </a:lnTo>
                <a:lnTo>
                  <a:pt x="233" y="623"/>
                </a:lnTo>
                <a:lnTo>
                  <a:pt x="233" y="623"/>
                </a:lnTo>
                <a:lnTo>
                  <a:pt x="234" y="623"/>
                </a:lnTo>
                <a:lnTo>
                  <a:pt x="237" y="623"/>
                </a:lnTo>
                <a:lnTo>
                  <a:pt x="239" y="622"/>
                </a:lnTo>
                <a:lnTo>
                  <a:pt x="240" y="621"/>
                </a:lnTo>
                <a:lnTo>
                  <a:pt x="240" y="621"/>
                </a:lnTo>
                <a:lnTo>
                  <a:pt x="244" y="619"/>
                </a:lnTo>
                <a:lnTo>
                  <a:pt x="245" y="621"/>
                </a:lnTo>
                <a:lnTo>
                  <a:pt x="245" y="622"/>
                </a:lnTo>
                <a:lnTo>
                  <a:pt x="245" y="622"/>
                </a:lnTo>
                <a:lnTo>
                  <a:pt x="246" y="622"/>
                </a:lnTo>
                <a:lnTo>
                  <a:pt x="248" y="621"/>
                </a:lnTo>
                <a:lnTo>
                  <a:pt x="248" y="621"/>
                </a:lnTo>
                <a:lnTo>
                  <a:pt x="249" y="621"/>
                </a:lnTo>
                <a:lnTo>
                  <a:pt x="249" y="621"/>
                </a:lnTo>
                <a:lnTo>
                  <a:pt x="249" y="621"/>
                </a:lnTo>
                <a:lnTo>
                  <a:pt x="248" y="621"/>
                </a:lnTo>
                <a:lnTo>
                  <a:pt x="248" y="621"/>
                </a:lnTo>
                <a:lnTo>
                  <a:pt x="250" y="623"/>
                </a:lnTo>
                <a:lnTo>
                  <a:pt x="250" y="624"/>
                </a:lnTo>
                <a:lnTo>
                  <a:pt x="250" y="626"/>
                </a:lnTo>
                <a:lnTo>
                  <a:pt x="250" y="626"/>
                </a:lnTo>
                <a:lnTo>
                  <a:pt x="252" y="626"/>
                </a:lnTo>
                <a:lnTo>
                  <a:pt x="254" y="624"/>
                </a:lnTo>
                <a:lnTo>
                  <a:pt x="254" y="624"/>
                </a:lnTo>
                <a:lnTo>
                  <a:pt x="252" y="624"/>
                </a:lnTo>
                <a:lnTo>
                  <a:pt x="251" y="624"/>
                </a:lnTo>
                <a:lnTo>
                  <a:pt x="251" y="624"/>
                </a:lnTo>
                <a:lnTo>
                  <a:pt x="251" y="622"/>
                </a:lnTo>
                <a:lnTo>
                  <a:pt x="251" y="621"/>
                </a:lnTo>
                <a:lnTo>
                  <a:pt x="252" y="621"/>
                </a:lnTo>
                <a:lnTo>
                  <a:pt x="252" y="621"/>
                </a:lnTo>
                <a:lnTo>
                  <a:pt x="254" y="621"/>
                </a:lnTo>
                <a:lnTo>
                  <a:pt x="252" y="621"/>
                </a:lnTo>
                <a:lnTo>
                  <a:pt x="252" y="622"/>
                </a:lnTo>
                <a:lnTo>
                  <a:pt x="252" y="623"/>
                </a:lnTo>
                <a:lnTo>
                  <a:pt x="252" y="623"/>
                </a:lnTo>
                <a:lnTo>
                  <a:pt x="255" y="622"/>
                </a:lnTo>
                <a:lnTo>
                  <a:pt x="255" y="622"/>
                </a:lnTo>
                <a:lnTo>
                  <a:pt x="256" y="622"/>
                </a:lnTo>
                <a:lnTo>
                  <a:pt x="256" y="622"/>
                </a:lnTo>
                <a:lnTo>
                  <a:pt x="256" y="622"/>
                </a:lnTo>
                <a:lnTo>
                  <a:pt x="256" y="621"/>
                </a:lnTo>
                <a:lnTo>
                  <a:pt x="256" y="619"/>
                </a:lnTo>
                <a:lnTo>
                  <a:pt x="256" y="619"/>
                </a:lnTo>
                <a:lnTo>
                  <a:pt x="259" y="621"/>
                </a:lnTo>
                <a:lnTo>
                  <a:pt x="261" y="619"/>
                </a:lnTo>
                <a:lnTo>
                  <a:pt x="261" y="619"/>
                </a:lnTo>
                <a:lnTo>
                  <a:pt x="262" y="621"/>
                </a:lnTo>
                <a:lnTo>
                  <a:pt x="262" y="622"/>
                </a:lnTo>
                <a:lnTo>
                  <a:pt x="262" y="622"/>
                </a:lnTo>
                <a:lnTo>
                  <a:pt x="263" y="622"/>
                </a:lnTo>
                <a:lnTo>
                  <a:pt x="263" y="622"/>
                </a:lnTo>
                <a:lnTo>
                  <a:pt x="265" y="622"/>
                </a:lnTo>
                <a:lnTo>
                  <a:pt x="265" y="621"/>
                </a:lnTo>
                <a:lnTo>
                  <a:pt x="265" y="621"/>
                </a:lnTo>
                <a:lnTo>
                  <a:pt x="263" y="621"/>
                </a:lnTo>
                <a:lnTo>
                  <a:pt x="262" y="621"/>
                </a:lnTo>
                <a:lnTo>
                  <a:pt x="262" y="621"/>
                </a:lnTo>
                <a:lnTo>
                  <a:pt x="262" y="619"/>
                </a:lnTo>
                <a:lnTo>
                  <a:pt x="263" y="618"/>
                </a:lnTo>
                <a:lnTo>
                  <a:pt x="266" y="618"/>
                </a:lnTo>
                <a:lnTo>
                  <a:pt x="266" y="618"/>
                </a:lnTo>
                <a:lnTo>
                  <a:pt x="265" y="618"/>
                </a:lnTo>
                <a:lnTo>
                  <a:pt x="263" y="618"/>
                </a:lnTo>
                <a:lnTo>
                  <a:pt x="261" y="618"/>
                </a:lnTo>
                <a:lnTo>
                  <a:pt x="261" y="618"/>
                </a:lnTo>
                <a:lnTo>
                  <a:pt x="262" y="617"/>
                </a:lnTo>
                <a:lnTo>
                  <a:pt x="263" y="617"/>
                </a:lnTo>
                <a:lnTo>
                  <a:pt x="268" y="617"/>
                </a:lnTo>
                <a:lnTo>
                  <a:pt x="268" y="617"/>
                </a:lnTo>
                <a:lnTo>
                  <a:pt x="267" y="618"/>
                </a:lnTo>
                <a:lnTo>
                  <a:pt x="267" y="618"/>
                </a:lnTo>
                <a:lnTo>
                  <a:pt x="269" y="618"/>
                </a:lnTo>
                <a:lnTo>
                  <a:pt x="271" y="618"/>
                </a:lnTo>
                <a:lnTo>
                  <a:pt x="273" y="621"/>
                </a:lnTo>
                <a:lnTo>
                  <a:pt x="273" y="621"/>
                </a:lnTo>
                <a:lnTo>
                  <a:pt x="274" y="619"/>
                </a:lnTo>
                <a:lnTo>
                  <a:pt x="274" y="619"/>
                </a:lnTo>
                <a:lnTo>
                  <a:pt x="272" y="618"/>
                </a:lnTo>
                <a:lnTo>
                  <a:pt x="271" y="614"/>
                </a:lnTo>
                <a:lnTo>
                  <a:pt x="271" y="614"/>
                </a:lnTo>
                <a:lnTo>
                  <a:pt x="272" y="616"/>
                </a:lnTo>
                <a:lnTo>
                  <a:pt x="273" y="618"/>
                </a:lnTo>
                <a:lnTo>
                  <a:pt x="273" y="618"/>
                </a:lnTo>
                <a:lnTo>
                  <a:pt x="274" y="617"/>
                </a:lnTo>
                <a:lnTo>
                  <a:pt x="275" y="616"/>
                </a:lnTo>
                <a:lnTo>
                  <a:pt x="275" y="616"/>
                </a:lnTo>
                <a:lnTo>
                  <a:pt x="277" y="616"/>
                </a:lnTo>
                <a:lnTo>
                  <a:pt x="277" y="618"/>
                </a:lnTo>
                <a:lnTo>
                  <a:pt x="277" y="618"/>
                </a:lnTo>
                <a:lnTo>
                  <a:pt x="278" y="617"/>
                </a:lnTo>
                <a:lnTo>
                  <a:pt x="280" y="617"/>
                </a:lnTo>
                <a:lnTo>
                  <a:pt x="280" y="617"/>
                </a:lnTo>
                <a:lnTo>
                  <a:pt x="281" y="617"/>
                </a:lnTo>
                <a:lnTo>
                  <a:pt x="283" y="618"/>
                </a:lnTo>
                <a:lnTo>
                  <a:pt x="283" y="618"/>
                </a:lnTo>
                <a:lnTo>
                  <a:pt x="284" y="617"/>
                </a:lnTo>
                <a:lnTo>
                  <a:pt x="284" y="616"/>
                </a:lnTo>
                <a:lnTo>
                  <a:pt x="284" y="616"/>
                </a:lnTo>
                <a:lnTo>
                  <a:pt x="284" y="614"/>
                </a:lnTo>
                <a:lnTo>
                  <a:pt x="281" y="614"/>
                </a:lnTo>
                <a:lnTo>
                  <a:pt x="281" y="614"/>
                </a:lnTo>
                <a:lnTo>
                  <a:pt x="283" y="614"/>
                </a:lnTo>
                <a:lnTo>
                  <a:pt x="284" y="614"/>
                </a:lnTo>
                <a:lnTo>
                  <a:pt x="285" y="614"/>
                </a:lnTo>
                <a:lnTo>
                  <a:pt x="285" y="616"/>
                </a:lnTo>
                <a:lnTo>
                  <a:pt x="285" y="616"/>
                </a:lnTo>
                <a:lnTo>
                  <a:pt x="289" y="616"/>
                </a:lnTo>
                <a:lnTo>
                  <a:pt x="291" y="616"/>
                </a:lnTo>
                <a:lnTo>
                  <a:pt x="291" y="616"/>
                </a:lnTo>
                <a:lnTo>
                  <a:pt x="288" y="614"/>
                </a:lnTo>
                <a:lnTo>
                  <a:pt x="286" y="614"/>
                </a:lnTo>
                <a:lnTo>
                  <a:pt x="286" y="613"/>
                </a:lnTo>
                <a:lnTo>
                  <a:pt x="286" y="613"/>
                </a:lnTo>
                <a:lnTo>
                  <a:pt x="288" y="613"/>
                </a:lnTo>
                <a:lnTo>
                  <a:pt x="290" y="614"/>
                </a:lnTo>
                <a:lnTo>
                  <a:pt x="290" y="614"/>
                </a:lnTo>
                <a:lnTo>
                  <a:pt x="291" y="613"/>
                </a:lnTo>
                <a:lnTo>
                  <a:pt x="291" y="613"/>
                </a:lnTo>
                <a:lnTo>
                  <a:pt x="290" y="611"/>
                </a:lnTo>
                <a:lnTo>
                  <a:pt x="290" y="611"/>
                </a:lnTo>
                <a:lnTo>
                  <a:pt x="289" y="612"/>
                </a:lnTo>
                <a:lnTo>
                  <a:pt x="288" y="612"/>
                </a:lnTo>
                <a:lnTo>
                  <a:pt x="288" y="612"/>
                </a:lnTo>
                <a:lnTo>
                  <a:pt x="288" y="612"/>
                </a:lnTo>
                <a:lnTo>
                  <a:pt x="289" y="611"/>
                </a:lnTo>
                <a:lnTo>
                  <a:pt x="292" y="612"/>
                </a:lnTo>
                <a:lnTo>
                  <a:pt x="292" y="612"/>
                </a:lnTo>
                <a:lnTo>
                  <a:pt x="292" y="614"/>
                </a:lnTo>
                <a:lnTo>
                  <a:pt x="292" y="614"/>
                </a:lnTo>
                <a:lnTo>
                  <a:pt x="296" y="613"/>
                </a:lnTo>
                <a:lnTo>
                  <a:pt x="297" y="613"/>
                </a:lnTo>
                <a:lnTo>
                  <a:pt x="298" y="614"/>
                </a:lnTo>
                <a:lnTo>
                  <a:pt x="298" y="614"/>
                </a:lnTo>
                <a:lnTo>
                  <a:pt x="300" y="613"/>
                </a:lnTo>
                <a:lnTo>
                  <a:pt x="298" y="613"/>
                </a:lnTo>
                <a:lnTo>
                  <a:pt x="297" y="612"/>
                </a:lnTo>
                <a:lnTo>
                  <a:pt x="297" y="612"/>
                </a:lnTo>
                <a:lnTo>
                  <a:pt x="300" y="611"/>
                </a:lnTo>
                <a:lnTo>
                  <a:pt x="302" y="612"/>
                </a:lnTo>
                <a:lnTo>
                  <a:pt x="304" y="612"/>
                </a:lnTo>
                <a:lnTo>
                  <a:pt x="307" y="612"/>
                </a:lnTo>
                <a:lnTo>
                  <a:pt x="307" y="612"/>
                </a:lnTo>
                <a:lnTo>
                  <a:pt x="308" y="612"/>
                </a:lnTo>
                <a:lnTo>
                  <a:pt x="309" y="612"/>
                </a:lnTo>
                <a:lnTo>
                  <a:pt x="309" y="612"/>
                </a:lnTo>
                <a:lnTo>
                  <a:pt x="310" y="612"/>
                </a:lnTo>
                <a:lnTo>
                  <a:pt x="310" y="612"/>
                </a:lnTo>
                <a:lnTo>
                  <a:pt x="312" y="612"/>
                </a:lnTo>
                <a:lnTo>
                  <a:pt x="312" y="612"/>
                </a:lnTo>
                <a:lnTo>
                  <a:pt x="313" y="611"/>
                </a:lnTo>
                <a:lnTo>
                  <a:pt x="313" y="611"/>
                </a:lnTo>
                <a:lnTo>
                  <a:pt x="317" y="611"/>
                </a:lnTo>
                <a:lnTo>
                  <a:pt x="319" y="611"/>
                </a:lnTo>
                <a:lnTo>
                  <a:pt x="319" y="611"/>
                </a:lnTo>
                <a:lnTo>
                  <a:pt x="320" y="611"/>
                </a:lnTo>
                <a:lnTo>
                  <a:pt x="320" y="609"/>
                </a:lnTo>
                <a:lnTo>
                  <a:pt x="320" y="609"/>
                </a:lnTo>
                <a:lnTo>
                  <a:pt x="321" y="608"/>
                </a:lnTo>
                <a:lnTo>
                  <a:pt x="323" y="607"/>
                </a:lnTo>
                <a:lnTo>
                  <a:pt x="323" y="607"/>
                </a:lnTo>
                <a:lnTo>
                  <a:pt x="321" y="607"/>
                </a:lnTo>
                <a:lnTo>
                  <a:pt x="323" y="606"/>
                </a:lnTo>
                <a:lnTo>
                  <a:pt x="323" y="606"/>
                </a:lnTo>
                <a:lnTo>
                  <a:pt x="323" y="608"/>
                </a:lnTo>
                <a:lnTo>
                  <a:pt x="323" y="609"/>
                </a:lnTo>
                <a:lnTo>
                  <a:pt x="324" y="609"/>
                </a:lnTo>
                <a:lnTo>
                  <a:pt x="324" y="609"/>
                </a:lnTo>
                <a:lnTo>
                  <a:pt x="324" y="609"/>
                </a:lnTo>
                <a:lnTo>
                  <a:pt x="324" y="609"/>
                </a:lnTo>
                <a:lnTo>
                  <a:pt x="324" y="608"/>
                </a:lnTo>
                <a:lnTo>
                  <a:pt x="324" y="608"/>
                </a:lnTo>
                <a:lnTo>
                  <a:pt x="324" y="608"/>
                </a:lnTo>
                <a:lnTo>
                  <a:pt x="326" y="607"/>
                </a:lnTo>
                <a:lnTo>
                  <a:pt x="329" y="606"/>
                </a:lnTo>
                <a:lnTo>
                  <a:pt x="329" y="606"/>
                </a:lnTo>
                <a:lnTo>
                  <a:pt x="331" y="607"/>
                </a:lnTo>
                <a:lnTo>
                  <a:pt x="335" y="607"/>
                </a:lnTo>
                <a:lnTo>
                  <a:pt x="335" y="607"/>
                </a:lnTo>
                <a:lnTo>
                  <a:pt x="336" y="607"/>
                </a:lnTo>
                <a:lnTo>
                  <a:pt x="336" y="606"/>
                </a:lnTo>
                <a:lnTo>
                  <a:pt x="336" y="604"/>
                </a:lnTo>
                <a:lnTo>
                  <a:pt x="337" y="604"/>
                </a:lnTo>
                <a:lnTo>
                  <a:pt x="337" y="604"/>
                </a:lnTo>
                <a:lnTo>
                  <a:pt x="337" y="606"/>
                </a:lnTo>
                <a:lnTo>
                  <a:pt x="337" y="606"/>
                </a:lnTo>
                <a:lnTo>
                  <a:pt x="337" y="606"/>
                </a:lnTo>
                <a:lnTo>
                  <a:pt x="338" y="607"/>
                </a:lnTo>
                <a:lnTo>
                  <a:pt x="339" y="608"/>
                </a:lnTo>
                <a:lnTo>
                  <a:pt x="339" y="608"/>
                </a:lnTo>
                <a:lnTo>
                  <a:pt x="341" y="607"/>
                </a:lnTo>
                <a:lnTo>
                  <a:pt x="341" y="606"/>
                </a:lnTo>
                <a:lnTo>
                  <a:pt x="341" y="604"/>
                </a:lnTo>
                <a:lnTo>
                  <a:pt x="341" y="604"/>
                </a:lnTo>
                <a:lnTo>
                  <a:pt x="344" y="604"/>
                </a:lnTo>
                <a:lnTo>
                  <a:pt x="347" y="603"/>
                </a:lnTo>
                <a:lnTo>
                  <a:pt x="347" y="603"/>
                </a:lnTo>
                <a:lnTo>
                  <a:pt x="348" y="604"/>
                </a:lnTo>
                <a:lnTo>
                  <a:pt x="347" y="606"/>
                </a:lnTo>
                <a:lnTo>
                  <a:pt x="347" y="606"/>
                </a:lnTo>
                <a:lnTo>
                  <a:pt x="348" y="607"/>
                </a:lnTo>
                <a:lnTo>
                  <a:pt x="349" y="606"/>
                </a:lnTo>
                <a:lnTo>
                  <a:pt x="353" y="604"/>
                </a:lnTo>
                <a:lnTo>
                  <a:pt x="353" y="604"/>
                </a:lnTo>
                <a:lnTo>
                  <a:pt x="353" y="607"/>
                </a:lnTo>
                <a:lnTo>
                  <a:pt x="352" y="608"/>
                </a:lnTo>
                <a:lnTo>
                  <a:pt x="352" y="608"/>
                </a:lnTo>
                <a:lnTo>
                  <a:pt x="352" y="609"/>
                </a:lnTo>
                <a:lnTo>
                  <a:pt x="354" y="609"/>
                </a:lnTo>
                <a:lnTo>
                  <a:pt x="354" y="609"/>
                </a:lnTo>
                <a:lnTo>
                  <a:pt x="354" y="608"/>
                </a:lnTo>
                <a:lnTo>
                  <a:pt x="354" y="607"/>
                </a:lnTo>
                <a:lnTo>
                  <a:pt x="354" y="606"/>
                </a:lnTo>
                <a:lnTo>
                  <a:pt x="354" y="606"/>
                </a:lnTo>
                <a:lnTo>
                  <a:pt x="355" y="604"/>
                </a:lnTo>
                <a:lnTo>
                  <a:pt x="356" y="603"/>
                </a:lnTo>
                <a:lnTo>
                  <a:pt x="358" y="603"/>
                </a:lnTo>
                <a:lnTo>
                  <a:pt x="358" y="603"/>
                </a:lnTo>
                <a:lnTo>
                  <a:pt x="358" y="602"/>
                </a:lnTo>
                <a:lnTo>
                  <a:pt x="358" y="601"/>
                </a:lnTo>
                <a:lnTo>
                  <a:pt x="358" y="601"/>
                </a:lnTo>
                <a:lnTo>
                  <a:pt x="362" y="601"/>
                </a:lnTo>
                <a:lnTo>
                  <a:pt x="368" y="601"/>
                </a:lnTo>
                <a:lnTo>
                  <a:pt x="368" y="601"/>
                </a:lnTo>
                <a:lnTo>
                  <a:pt x="368" y="601"/>
                </a:lnTo>
                <a:lnTo>
                  <a:pt x="368" y="599"/>
                </a:lnTo>
                <a:lnTo>
                  <a:pt x="368" y="599"/>
                </a:lnTo>
                <a:lnTo>
                  <a:pt x="374" y="598"/>
                </a:lnTo>
                <a:lnTo>
                  <a:pt x="374" y="598"/>
                </a:lnTo>
                <a:lnTo>
                  <a:pt x="374" y="599"/>
                </a:lnTo>
                <a:lnTo>
                  <a:pt x="374" y="599"/>
                </a:lnTo>
                <a:lnTo>
                  <a:pt x="377" y="599"/>
                </a:lnTo>
                <a:lnTo>
                  <a:pt x="377" y="599"/>
                </a:lnTo>
                <a:lnTo>
                  <a:pt x="378" y="599"/>
                </a:lnTo>
                <a:lnTo>
                  <a:pt x="378" y="598"/>
                </a:lnTo>
                <a:lnTo>
                  <a:pt x="378" y="598"/>
                </a:lnTo>
                <a:lnTo>
                  <a:pt x="378" y="597"/>
                </a:lnTo>
                <a:lnTo>
                  <a:pt x="377" y="597"/>
                </a:lnTo>
                <a:lnTo>
                  <a:pt x="377" y="597"/>
                </a:lnTo>
                <a:lnTo>
                  <a:pt x="377" y="596"/>
                </a:lnTo>
                <a:lnTo>
                  <a:pt x="377" y="596"/>
                </a:lnTo>
                <a:lnTo>
                  <a:pt x="378" y="596"/>
                </a:lnTo>
                <a:lnTo>
                  <a:pt x="379" y="597"/>
                </a:lnTo>
                <a:lnTo>
                  <a:pt x="379" y="597"/>
                </a:lnTo>
                <a:lnTo>
                  <a:pt x="382" y="597"/>
                </a:lnTo>
                <a:lnTo>
                  <a:pt x="382" y="597"/>
                </a:lnTo>
                <a:lnTo>
                  <a:pt x="382" y="598"/>
                </a:lnTo>
                <a:lnTo>
                  <a:pt x="382" y="598"/>
                </a:lnTo>
                <a:lnTo>
                  <a:pt x="383" y="598"/>
                </a:lnTo>
                <a:lnTo>
                  <a:pt x="383" y="598"/>
                </a:lnTo>
                <a:lnTo>
                  <a:pt x="384" y="597"/>
                </a:lnTo>
                <a:lnTo>
                  <a:pt x="385" y="598"/>
                </a:lnTo>
                <a:lnTo>
                  <a:pt x="385" y="598"/>
                </a:lnTo>
                <a:lnTo>
                  <a:pt x="385" y="597"/>
                </a:lnTo>
                <a:lnTo>
                  <a:pt x="385" y="596"/>
                </a:lnTo>
                <a:lnTo>
                  <a:pt x="385" y="596"/>
                </a:lnTo>
                <a:lnTo>
                  <a:pt x="390" y="596"/>
                </a:lnTo>
                <a:lnTo>
                  <a:pt x="394" y="594"/>
                </a:lnTo>
                <a:lnTo>
                  <a:pt x="394" y="594"/>
                </a:lnTo>
                <a:lnTo>
                  <a:pt x="394" y="596"/>
                </a:lnTo>
                <a:lnTo>
                  <a:pt x="393" y="596"/>
                </a:lnTo>
                <a:lnTo>
                  <a:pt x="393" y="596"/>
                </a:lnTo>
                <a:lnTo>
                  <a:pt x="394" y="597"/>
                </a:lnTo>
                <a:lnTo>
                  <a:pt x="395" y="596"/>
                </a:lnTo>
                <a:lnTo>
                  <a:pt x="396" y="594"/>
                </a:lnTo>
                <a:lnTo>
                  <a:pt x="395" y="594"/>
                </a:lnTo>
                <a:lnTo>
                  <a:pt x="395" y="594"/>
                </a:lnTo>
                <a:lnTo>
                  <a:pt x="395" y="593"/>
                </a:lnTo>
                <a:lnTo>
                  <a:pt x="396" y="593"/>
                </a:lnTo>
                <a:lnTo>
                  <a:pt x="399" y="593"/>
                </a:lnTo>
                <a:lnTo>
                  <a:pt x="399" y="593"/>
                </a:lnTo>
                <a:lnTo>
                  <a:pt x="399" y="594"/>
                </a:lnTo>
                <a:lnTo>
                  <a:pt x="400" y="596"/>
                </a:lnTo>
                <a:lnTo>
                  <a:pt x="400" y="596"/>
                </a:lnTo>
                <a:lnTo>
                  <a:pt x="400" y="594"/>
                </a:lnTo>
                <a:lnTo>
                  <a:pt x="400" y="594"/>
                </a:lnTo>
                <a:lnTo>
                  <a:pt x="400" y="594"/>
                </a:lnTo>
                <a:lnTo>
                  <a:pt x="401" y="594"/>
                </a:lnTo>
                <a:lnTo>
                  <a:pt x="403" y="594"/>
                </a:lnTo>
                <a:lnTo>
                  <a:pt x="405" y="594"/>
                </a:lnTo>
                <a:lnTo>
                  <a:pt x="406" y="593"/>
                </a:lnTo>
                <a:lnTo>
                  <a:pt x="406" y="593"/>
                </a:lnTo>
                <a:lnTo>
                  <a:pt x="407" y="593"/>
                </a:lnTo>
                <a:lnTo>
                  <a:pt x="407" y="593"/>
                </a:lnTo>
                <a:lnTo>
                  <a:pt x="408" y="594"/>
                </a:lnTo>
                <a:lnTo>
                  <a:pt x="410" y="593"/>
                </a:lnTo>
                <a:lnTo>
                  <a:pt x="410" y="593"/>
                </a:lnTo>
                <a:lnTo>
                  <a:pt x="410" y="593"/>
                </a:lnTo>
                <a:lnTo>
                  <a:pt x="407" y="593"/>
                </a:lnTo>
                <a:lnTo>
                  <a:pt x="407" y="593"/>
                </a:lnTo>
                <a:lnTo>
                  <a:pt x="408" y="592"/>
                </a:lnTo>
                <a:lnTo>
                  <a:pt x="410" y="592"/>
                </a:lnTo>
                <a:lnTo>
                  <a:pt x="412" y="593"/>
                </a:lnTo>
                <a:lnTo>
                  <a:pt x="412" y="593"/>
                </a:lnTo>
                <a:lnTo>
                  <a:pt x="412" y="592"/>
                </a:lnTo>
                <a:lnTo>
                  <a:pt x="412" y="591"/>
                </a:lnTo>
                <a:lnTo>
                  <a:pt x="413" y="591"/>
                </a:lnTo>
                <a:lnTo>
                  <a:pt x="413" y="591"/>
                </a:lnTo>
                <a:lnTo>
                  <a:pt x="414" y="592"/>
                </a:lnTo>
                <a:lnTo>
                  <a:pt x="414" y="593"/>
                </a:lnTo>
                <a:lnTo>
                  <a:pt x="414" y="593"/>
                </a:lnTo>
                <a:lnTo>
                  <a:pt x="418" y="592"/>
                </a:lnTo>
                <a:lnTo>
                  <a:pt x="420" y="591"/>
                </a:lnTo>
                <a:lnTo>
                  <a:pt x="420" y="591"/>
                </a:lnTo>
                <a:lnTo>
                  <a:pt x="422" y="591"/>
                </a:lnTo>
                <a:lnTo>
                  <a:pt x="422" y="591"/>
                </a:lnTo>
                <a:lnTo>
                  <a:pt x="423" y="591"/>
                </a:lnTo>
                <a:lnTo>
                  <a:pt x="423" y="591"/>
                </a:lnTo>
                <a:lnTo>
                  <a:pt x="429" y="589"/>
                </a:lnTo>
                <a:lnTo>
                  <a:pt x="429" y="589"/>
                </a:lnTo>
                <a:lnTo>
                  <a:pt x="434" y="589"/>
                </a:lnTo>
                <a:lnTo>
                  <a:pt x="434" y="589"/>
                </a:lnTo>
                <a:lnTo>
                  <a:pt x="435" y="588"/>
                </a:lnTo>
                <a:lnTo>
                  <a:pt x="436" y="588"/>
                </a:lnTo>
                <a:lnTo>
                  <a:pt x="437" y="588"/>
                </a:lnTo>
                <a:lnTo>
                  <a:pt x="437" y="588"/>
                </a:lnTo>
                <a:lnTo>
                  <a:pt x="439" y="589"/>
                </a:lnTo>
                <a:lnTo>
                  <a:pt x="440" y="589"/>
                </a:lnTo>
                <a:lnTo>
                  <a:pt x="440" y="589"/>
                </a:lnTo>
                <a:lnTo>
                  <a:pt x="440" y="588"/>
                </a:lnTo>
                <a:lnTo>
                  <a:pt x="440" y="588"/>
                </a:lnTo>
                <a:lnTo>
                  <a:pt x="442" y="588"/>
                </a:lnTo>
                <a:lnTo>
                  <a:pt x="443" y="588"/>
                </a:lnTo>
                <a:lnTo>
                  <a:pt x="445" y="587"/>
                </a:lnTo>
                <a:lnTo>
                  <a:pt x="445" y="587"/>
                </a:lnTo>
                <a:lnTo>
                  <a:pt x="452" y="586"/>
                </a:lnTo>
                <a:lnTo>
                  <a:pt x="452" y="586"/>
                </a:lnTo>
                <a:lnTo>
                  <a:pt x="454" y="584"/>
                </a:lnTo>
                <a:lnTo>
                  <a:pt x="454" y="584"/>
                </a:lnTo>
                <a:lnTo>
                  <a:pt x="455" y="586"/>
                </a:lnTo>
                <a:lnTo>
                  <a:pt x="455" y="586"/>
                </a:lnTo>
                <a:lnTo>
                  <a:pt x="458" y="584"/>
                </a:lnTo>
                <a:lnTo>
                  <a:pt x="458" y="584"/>
                </a:lnTo>
                <a:lnTo>
                  <a:pt x="459" y="586"/>
                </a:lnTo>
                <a:lnTo>
                  <a:pt x="459" y="586"/>
                </a:lnTo>
                <a:lnTo>
                  <a:pt x="460" y="583"/>
                </a:lnTo>
                <a:lnTo>
                  <a:pt x="460" y="583"/>
                </a:lnTo>
                <a:lnTo>
                  <a:pt x="474" y="582"/>
                </a:lnTo>
                <a:lnTo>
                  <a:pt x="484" y="579"/>
                </a:lnTo>
                <a:lnTo>
                  <a:pt x="484" y="579"/>
                </a:lnTo>
                <a:lnTo>
                  <a:pt x="486" y="581"/>
                </a:lnTo>
                <a:lnTo>
                  <a:pt x="486" y="581"/>
                </a:lnTo>
                <a:lnTo>
                  <a:pt x="490" y="578"/>
                </a:lnTo>
                <a:lnTo>
                  <a:pt x="494" y="577"/>
                </a:lnTo>
                <a:lnTo>
                  <a:pt x="503" y="576"/>
                </a:lnTo>
                <a:lnTo>
                  <a:pt x="503" y="576"/>
                </a:lnTo>
                <a:lnTo>
                  <a:pt x="504" y="576"/>
                </a:lnTo>
                <a:lnTo>
                  <a:pt x="504" y="574"/>
                </a:lnTo>
                <a:lnTo>
                  <a:pt x="504" y="574"/>
                </a:lnTo>
                <a:lnTo>
                  <a:pt x="505" y="574"/>
                </a:lnTo>
                <a:lnTo>
                  <a:pt x="505" y="574"/>
                </a:lnTo>
                <a:lnTo>
                  <a:pt x="505" y="576"/>
                </a:lnTo>
                <a:lnTo>
                  <a:pt x="507" y="577"/>
                </a:lnTo>
                <a:lnTo>
                  <a:pt x="507" y="577"/>
                </a:lnTo>
                <a:lnTo>
                  <a:pt x="507" y="576"/>
                </a:lnTo>
                <a:lnTo>
                  <a:pt x="506" y="576"/>
                </a:lnTo>
                <a:lnTo>
                  <a:pt x="506" y="574"/>
                </a:lnTo>
                <a:lnTo>
                  <a:pt x="505" y="574"/>
                </a:lnTo>
                <a:lnTo>
                  <a:pt x="505" y="574"/>
                </a:lnTo>
                <a:lnTo>
                  <a:pt x="507" y="573"/>
                </a:lnTo>
                <a:lnTo>
                  <a:pt x="509" y="574"/>
                </a:lnTo>
                <a:lnTo>
                  <a:pt x="509" y="574"/>
                </a:lnTo>
                <a:lnTo>
                  <a:pt x="510" y="573"/>
                </a:lnTo>
                <a:lnTo>
                  <a:pt x="510" y="572"/>
                </a:lnTo>
                <a:lnTo>
                  <a:pt x="510" y="572"/>
                </a:lnTo>
                <a:lnTo>
                  <a:pt x="519" y="572"/>
                </a:lnTo>
                <a:lnTo>
                  <a:pt x="519" y="572"/>
                </a:lnTo>
                <a:lnTo>
                  <a:pt x="518" y="574"/>
                </a:lnTo>
                <a:lnTo>
                  <a:pt x="518" y="578"/>
                </a:lnTo>
                <a:lnTo>
                  <a:pt x="518" y="578"/>
                </a:lnTo>
                <a:lnTo>
                  <a:pt x="519" y="578"/>
                </a:lnTo>
                <a:lnTo>
                  <a:pt x="519" y="577"/>
                </a:lnTo>
                <a:lnTo>
                  <a:pt x="519" y="577"/>
                </a:lnTo>
                <a:lnTo>
                  <a:pt x="521" y="578"/>
                </a:lnTo>
                <a:lnTo>
                  <a:pt x="522" y="579"/>
                </a:lnTo>
                <a:lnTo>
                  <a:pt x="522" y="579"/>
                </a:lnTo>
                <a:lnTo>
                  <a:pt x="524" y="579"/>
                </a:lnTo>
                <a:lnTo>
                  <a:pt x="526" y="579"/>
                </a:lnTo>
                <a:lnTo>
                  <a:pt x="528" y="579"/>
                </a:lnTo>
                <a:lnTo>
                  <a:pt x="529" y="578"/>
                </a:lnTo>
                <a:lnTo>
                  <a:pt x="529" y="578"/>
                </a:lnTo>
                <a:lnTo>
                  <a:pt x="530" y="578"/>
                </a:lnTo>
                <a:lnTo>
                  <a:pt x="530" y="579"/>
                </a:lnTo>
                <a:lnTo>
                  <a:pt x="530" y="579"/>
                </a:lnTo>
                <a:lnTo>
                  <a:pt x="532" y="578"/>
                </a:lnTo>
                <a:lnTo>
                  <a:pt x="532" y="578"/>
                </a:lnTo>
                <a:lnTo>
                  <a:pt x="532" y="578"/>
                </a:lnTo>
                <a:lnTo>
                  <a:pt x="534" y="578"/>
                </a:lnTo>
                <a:lnTo>
                  <a:pt x="536" y="578"/>
                </a:lnTo>
                <a:lnTo>
                  <a:pt x="536" y="578"/>
                </a:lnTo>
                <a:lnTo>
                  <a:pt x="536" y="579"/>
                </a:lnTo>
                <a:lnTo>
                  <a:pt x="539" y="581"/>
                </a:lnTo>
                <a:lnTo>
                  <a:pt x="539" y="581"/>
                </a:lnTo>
                <a:lnTo>
                  <a:pt x="539" y="579"/>
                </a:lnTo>
                <a:lnTo>
                  <a:pt x="538" y="579"/>
                </a:lnTo>
                <a:lnTo>
                  <a:pt x="536" y="579"/>
                </a:lnTo>
                <a:lnTo>
                  <a:pt x="538" y="578"/>
                </a:lnTo>
                <a:lnTo>
                  <a:pt x="538" y="578"/>
                </a:lnTo>
                <a:lnTo>
                  <a:pt x="540" y="578"/>
                </a:lnTo>
                <a:lnTo>
                  <a:pt x="540" y="578"/>
                </a:lnTo>
                <a:lnTo>
                  <a:pt x="542" y="577"/>
                </a:lnTo>
                <a:lnTo>
                  <a:pt x="542" y="577"/>
                </a:lnTo>
                <a:lnTo>
                  <a:pt x="545" y="577"/>
                </a:lnTo>
                <a:lnTo>
                  <a:pt x="545" y="577"/>
                </a:lnTo>
                <a:lnTo>
                  <a:pt x="552" y="577"/>
                </a:lnTo>
                <a:lnTo>
                  <a:pt x="558" y="576"/>
                </a:lnTo>
                <a:lnTo>
                  <a:pt x="558" y="576"/>
                </a:lnTo>
                <a:lnTo>
                  <a:pt x="558" y="576"/>
                </a:lnTo>
                <a:lnTo>
                  <a:pt x="558" y="574"/>
                </a:lnTo>
                <a:lnTo>
                  <a:pt x="558" y="574"/>
                </a:lnTo>
                <a:lnTo>
                  <a:pt x="563" y="574"/>
                </a:lnTo>
                <a:lnTo>
                  <a:pt x="569" y="572"/>
                </a:lnTo>
                <a:lnTo>
                  <a:pt x="569" y="572"/>
                </a:lnTo>
                <a:lnTo>
                  <a:pt x="570" y="572"/>
                </a:lnTo>
                <a:lnTo>
                  <a:pt x="571" y="572"/>
                </a:lnTo>
                <a:lnTo>
                  <a:pt x="571" y="572"/>
                </a:lnTo>
                <a:lnTo>
                  <a:pt x="573" y="572"/>
                </a:lnTo>
                <a:lnTo>
                  <a:pt x="573" y="571"/>
                </a:lnTo>
                <a:lnTo>
                  <a:pt x="573" y="571"/>
                </a:lnTo>
                <a:lnTo>
                  <a:pt x="574" y="572"/>
                </a:lnTo>
                <a:lnTo>
                  <a:pt x="574" y="572"/>
                </a:lnTo>
                <a:lnTo>
                  <a:pt x="574" y="572"/>
                </a:lnTo>
                <a:lnTo>
                  <a:pt x="577" y="572"/>
                </a:lnTo>
                <a:lnTo>
                  <a:pt x="577" y="572"/>
                </a:lnTo>
                <a:lnTo>
                  <a:pt x="579" y="571"/>
                </a:lnTo>
                <a:lnTo>
                  <a:pt x="581" y="571"/>
                </a:lnTo>
                <a:lnTo>
                  <a:pt x="581" y="571"/>
                </a:lnTo>
                <a:lnTo>
                  <a:pt x="580" y="569"/>
                </a:lnTo>
                <a:lnTo>
                  <a:pt x="579" y="571"/>
                </a:lnTo>
                <a:lnTo>
                  <a:pt x="579" y="571"/>
                </a:lnTo>
                <a:lnTo>
                  <a:pt x="579" y="569"/>
                </a:lnTo>
                <a:lnTo>
                  <a:pt x="580" y="569"/>
                </a:lnTo>
                <a:lnTo>
                  <a:pt x="583" y="569"/>
                </a:lnTo>
                <a:lnTo>
                  <a:pt x="583" y="569"/>
                </a:lnTo>
                <a:lnTo>
                  <a:pt x="583" y="571"/>
                </a:lnTo>
                <a:lnTo>
                  <a:pt x="583" y="571"/>
                </a:lnTo>
                <a:lnTo>
                  <a:pt x="583" y="572"/>
                </a:lnTo>
                <a:lnTo>
                  <a:pt x="583" y="572"/>
                </a:lnTo>
                <a:lnTo>
                  <a:pt x="583" y="572"/>
                </a:lnTo>
                <a:lnTo>
                  <a:pt x="583" y="573"/>
                </a:lnTo>
                <a:lnTo>
                  <a:pt x="585" y="572"/>
                </a:lnTo>
                <a:lnTo>
                  <a:pt x="585" y="572"/>
                </a:lnTo>
                <a:lnTo>
                  <a:pt x="586" y="572"/>
                </a:lnTo>
                <a:lnTo>
                  <a:pt x="586" y="572"/>
                </a:lnTo>
                <a:lnTo>
                  <a:pt x="586" y="571"/>
                </a:lnTo>
                <a:lnTo>
                  <a:pt x="586" y="569"/>
                </a:lnTo>
                <a:lnTo>
                  <a:pt x="586" y="569"/>
                </a:lnTo>
                <a:lnTo>
                  <a:pt x="586" y="569"/>
                </a:lnTo>
                <a:lnTo>
                  <a:pt x="586" y="569"/>
                </a:lnTo>
                <a:lnTo>
                  <a:pt x="587" y="569"/>
                </a:lnTo>
                <a:lnTo>
                  <a:pt x="587" y="569"/>
                </a:lnTo>
                <a:lnTo>
                  <a:pt x="587" y="571"/>
                </a:lnTo>
                <a:lnTo>
                  <a:pt x="587" y="571"/>
                </a:lnTo>
                <a:lnTo>
                  <a:pt x="587" y="571"/>
                </a:lnTo>
                <a:lnTo>
                  <a:pt x="588" y="571"/>
                </a:lnTo>
                <a:lnTo>
                  <a:pt x="588" y="569"/>
                </a:lnTo>
                <a:lnTo>
                  <a:pt x="588" y="569"/>
                </a:lnTo>
                <a:lnTo>
                  <a:pt x="590" y="569"/>
                </a:lnTo>
                <a:lnTo>
                  <a:pt x="591" y="568"/>
                </a:lnTo>
                <a:lnTo>
                  <a:pt x="591" y="568"/>
                </a:lnTo>
                <a:lnTo>
                  <a:pt x="591" y="568"/>
                </a:lnTo>
                <a:lnTo>
                  <a:pt x="596" y="568"/>
                </a:lnTo>
                <a:lnTo>
                  <a:pt x="599" y="568"/>
                </a:lnTo>
                <a:lnTo>
                  <a:pt x="599" y="568"/>
                </a:lnTo>
                <a:lnTo>
                  <a:pt x="599" y="571"/>
                </a:lnTo>
                <a:lnTo>
                  <a:pt x="599" y="572"/>
                </a:lnTo>
                <a:lnTo>
                  <a:pt x="599" y="572"/>
                </a:lnTo>
                <a:lnTo>
                  <a:pt x="604" y="572"/>
                </a:lnTo>
                <a:lnTo>
                  <a:pt x="610" y="572"/>
                </a:lnTo>
                <a:lnTo>
                  <a:pt x="610" y="572"/>
                </a:lnTo>
                <a:lnTo>
                  <a:pt x="610" y="571"/>
                </a:lnTo>
                <a:lnTo>
                  <a:pt x="610" y="571"/>
                </a:lnTo>
                <a:lnTo>
                  <a:pt x="617" y="571"/>
                </a:lnTo>
                <a:lnTo>
                  <a:pt x="621" y="571"/>
                </a:lnTo>
                <a:lnTo>
                  <a:pt x="623" y="569"/>
                </a:lnTo>
                <a:lnTo>
                  <a:pt x="623" y="569"/>
                </a:lnTo>
                <a:lnTo>
                  <a:pt x="627" y="569"/>
                </a:lnTo>
                <a:lnTo>
                  <a:pt x="629" y="569"/>
                </a:lnTo>
                <a:lnTo>
                  <a:pt x="629" y="568"/>
                </a:lnTo>
                <a:lnTo>
                  <a:pt x="629" y="568"/>
                </a:lnTo>
                <a:lnTo>
                  <a:pt x="632" y="568"/>
                </a:lnTo>
                <a:lnTo>
                  <a:pt x="634" y="567"/>
                </a:lnTo>
                <a:lnTo>
                  <a:pt x="634" y="567"/>
                </a:lnTo>
                <a:lnTo>
                  <a:pt x="638" y="568"/>
                </a:lnTo>
                <a:lnTo>
                  <a:pt x="638" y="568"/>
                </a:lnTo>
                <a:lnTo>
                  <a:pt x="640" y="567"/>
                </a:lnTo>
                <a:lnTo>
                  <a:pt x="640" y="567"/>
                </a:lnTo>
                <a:lnTo>
                  <a:pt x="644" y="566"/>
                </a:lnTo>
                <a:lnTo>
                  <a:pt x="648" y="566"/>
                </a:lnTo>
                <a:lnTo>
                  <a:pt x="648" y="566"/>
                </a:lnTo>
                <a:lnTo>
                  <a:pt x="656" y="564"/>
                </a:lnTo>
                <a:lnTo>
                  <a:pt x="656" y="564"/>
                </a:lnTo>
                <a:lnTo>
                  <a:pt x="662" y="563"/>
                </a:lnTo>
                <a:lnTo>
                  <a:pt x="662" y="563"/>
                </a:lnTo>
                <a:lnTo>
                  <a:pt x="664" y="563"/>
                </a:lnTo>
                <a:lnTo>
                  <a:pt x="668" y="562"/>
                </a:lnTo>
                <a:lnTo>
                  <a:pt x="668" y="562"/>
                </a:lnTo>
                <a:lnTo>
                  <a:pt x="668" y="564"/>
                </a:lnTo>
                <a:lnTo>
                  <a:pt x="668" y="566"/>
                </a:lnTo>
                <a:lnTo>
                  <a:pt x="668" y="566"/>
                </a:lnTo>
                <a:lnTo>
                  <a:pt x="668" y="566"/>
                </a:lnTo>
                <a:lnTo>
                  <a:pt x="667" y="567"/>
                </a:lnTo>
                <a:lnTo>
                  <a:pt x="667" y="568"/>
                </a:lnTo>
                <a:lnTo>
                  <a:pt x="666" y="568"/>
                </a:lnTo>
                <a:lnTo>
                  <a:pt x="666" y="568"/>
                </a:lnTo>
                <a:lnTo>
                  <a:pt x="666" y="569"/>
                </a:lnTo>
                <a:lnTo>
                  <a:pt x="667" y="568"/>
                </a:lnTo>
                <a:lnTo>
                  <a:pt x="668" y="568"/>
                </a:lnTo>
                <a:lnTo>
                  <a:pt x="669" y="568"/>
                </a:lnTo>
                <a:lnTo>
                  <a:pt x="669" y="568"/>
                </a:lnTo>
                <a:lnTo>
                  <a:pt x="668" y="572"/>
                </a:lnTo>
                <a:lnTo>
                  <a:pt x="668" y="573"/>
                </a:lnTo>
                <a:lnTo>
                  <a:pt x="669" y="574"/>
                </a:lnTo>
                <a:lnTo>
                  <a:pt x="669" y="574"/>
                </a:lnTo>
                <a:lnTo>
                  <a:pt x="672" y="574"/>
                </a:lnTo>
                <a:lnTo>
                  <a:pt x="672" y="574"/>
                </a:lnTo>
                <a:lnTo>
                  <a:pt x="678" y="574"/>
                </a:lnTo>
                <a:lnTo>
                  <a:pt x="678" y="574"/>
                </a:lnTo>
                <a:lnTo>
                  <a:pt x="680" y="573"/>
                </a:lnTo>
                <a:lnTo>
                  <a:pt x="681" y="573"/>
                </a:lnTo>
                <a:lnTo>
                  <a:pt x="684" y="573"/>
                </a:lnTo>
                <a:lnTo>
                  <a:pt x="684" y="573"/>
                </a:lnTo>
                <a:lnTo>
                  <a:pt x="685" y="572"/>
                </a:lnTo>
                <a:lnTo>
                  <a:pt x="689" y="572"/>
                </a:lnTo>
                <a:lnTo>
                  <a:pt x="695" y="571"/>
                </a:lnTo>
                <a:lnTo>
                  <a:pt x="695" y="571"/>
                </a:lnTo>
                <a:lnTo>
                  <a:pt x="697" y="569"/>
                </a:lnTo>
                <a:lnTo>
                  <a:pt x="697" y="569"/>
                </a:lnTo>
                <a:lnTo>
                  <a:pt x="703" y="569"/>
                </a:lnTo>
                <a:lnTo>
                  <a:pt x="708" y="569"/>
                </a:lnTo>
                <a:lnTo>
                  <a:pt x="708" y="569"/>
                </a:lnTo>
                <a:lnTo>
                  <a:pt x="708" y="572"/>
                </a:lnTo>
                <a:lnTo>
                  <a:pt x="709" y="574"/>
                </a:lnTo>
                <a:lnTo>
                  <a:pt x="709" y="574"/>
                </a:lnTo>
                <a:lnTo>
                  <a:pt x="712" y="576"/>
                </a:lnTo>
                <a:lnTo>
                  <a:pt x="713" y="577"/>
                </a:lnTo>
                <a:lnTo>
                  <a:pt x="714" y="578"/>
                </a:lnTo>
                <a:lnTo>
                  <a:pt x="715" y="579"/>
                </a:lnTo>
                <a:lnTo>
                  <a:pt x="715" y="579"/>
                </a:lnTo>
                <a:lnTo>
                  <a:pt x="715" y="582"/>
                </a:lnTo>
                <a:lnTo>
                  <a:pt x="718" y="583"/>
                </a:lnTo>
                <a:lnTo>
                  <a:pt x="718" y="583"/>
                </a:lnTo>
                <a:lnTo>
                  <a:pt x="716" y="584"/>
                </a:lnTo>
                <a:lnTo>
                  <a:pt x="718" y="587"/>
                </a:lnTo>
                <a:lnTo>
                  <a:pt x="719" y="588"/>
                </a:lnTo>
                <a:lnTo>
                  <a:pt x="719" y="589"/>
                </a:lnTo>
                <a:lnTo>
                  <a:pt x="719" y="589"/>
                </a:lnTo>
                <a:lnTo>
                  <a:pt x="718" y="591"/>
                </a:lnTo>
                <a:lnTo>
                  <a:pt x="718" y="591"/>
                </a:lnTo>
                <a:lnTo>
                  <a:pt x="718" y="591"/>
                </a:lnTo>
                <a:lnTo>
                  <a:pt x="720" y="591"/>
                </a:lnTo>
                <a:lnTo>
                  <a:pt x="720" y="591"/>
                </a:lnTo>
                <a:lnTo>
                  <a:pt x="719" y="592"/>
                </a:lnTo>
                <a:lnTo>
                  <a:pt x="718" y="593"/>
                </a:lnTo>
                <a:lnTo>
                  <a:pt x="718" y="593"/>
                </a:lnTo>
                <a:lnTo>
                  <a:pt x="718" y="594"/>
                </a:lnTo>
                <a:lnTo>
                  <a:pt x="719" y="594"/>
                </a:lnTo>
                <a:lnTo>
                  <a:pt x="719" y="594"/>
                </a:lnTo>
                <a:lnTo>
                  <a:pt x="719" y="596"/>
                </a:lnTo>
                <a:lnTo>
                  <a:pt x="718" y="597"/>
                </a:lnTo>
                <a:lnTo>
                  <a:pt x="718" y="597"/>
                </a:lnTo>
                <a:lnTo>
                  <a:pt x="716" y="597"/>
                </a:lnTo>
                <a:lnTo>
                  <a:pt x="716" y="597"/>
                </a:lnTo>
                <a:lnTo>
                  <a:pt x="716" y="599"/>
                </a:lnTo>
                <a:lnTo>
                  <a:pt x="716" y="601"/>
                </a:lnTo>
                <a:lnTo>
                  <a:pt x="716" y="601"/>
                </a:lnTo>
                <a:lnTo>
                  <a:pt x="715" y="599"/>
                </a:lnTo>
                <a:lnTo>
                  <a:pt x="715" y="599"/>
                </a:lnTo>
                <a:lnTo>
                  <a:pt x="714" y="601"/>
                </a:lnTo>
                <a:lnTo>
                  <a:pt x="713" y="603"/>
                </a:lnTo>
                <a:lnTo>
                  <a:pt x="713" y="603"/>
                </a:lnTo>
                <a:lnTo>
                  <a:pt x="710" y="603"/>
                </a:lnTo>
                <a:lnTo>
                  <a:pt x="708" y="603"/>
                </a:lnTo>
                <a:lnTo>
                  <a:pt x="708" y="603"/>
                </a:lnTo>
                <a:lnTo>
                  <a:pt x="708" y="604"/>
                </a:lnTo>
                <a:lnTo>
                  <a:pt x="708" y="606"/>
                </a:lnTo>
                <a:lnTo>
                  <a:pt x="708" y="606"/>
                </a:lnTo>
                <a:lnTo>
                  <a:pt x="706" y="604"/>
                </a:lnTo>
                <a:lnTo>
                  <a:pt x="702" y="603"/>
                </a:lnTo>
                <a:lnTo>
                  <a:pt x="699" y="602"/>
                </a:lnTo>
                <a:lnTo>
                  <a:pt x="697" y="601"/>
                </a:lnTo>
                <a:lnTo>
                  <a:pt x="692" y="601"/>
                </a:lnTo>
                <a:lnTo>
                  <a:pt x="692" y="601"/>
                </a:lnTo>
                <a:lnTo>
                  <a:pt x="693" y="604"/>
                </a:lnTo>
                <a:lnTo>
                  <a:pt x="695" y="608"/>
                </a:lnTo>
                <a:lnTo>
                  <a:pt x="695" y="608"/>
                </a:lnTo>
                <a:lnTo>
                  <a:pt x="693" y="609"/>
                </a:lnTo>
                <a:lnTo>
                  <a:pt x="693" y="611"/>
                </a:lnTo>
                <a:lnTo>
                  <a:pt x="693" y="612"/>
                </a:lnTo>
                <a:lnTo>
                  <a:pt x="693" y="613"/>
                </a:lnTo>
                <a:lnTo>
                  <a:pt x="691" y="613"/>
                </a:lnTo>
                <a:lnTo>
                  <a:pt x="691" y="613"/>
                </a:lnTo>
                <a:lnTo>
                  <a:pt x="692" y="616"/>
                </a:lnTo>
                <a:lnTo>
                  <a:pt x="692" y="617"/>
                </a:lnTo>
                <a:lnTo>
                  <a:pt x="692" y="617"/>
                </a:lnTo>
                <a:lnTo>
                  <a:pt x="686" y="617"/>
                </a:lnTo>
                <a:lnTo>
                  <a:pt x="686" y="617"/>
                </a:lnTo>
                <a:lnTo>
                  <a:pt x="685" y="614"/>
                </a:lnTo>
                <a:lnTo>
                  <a:pt x="684" y="614"/>
                </a:lnTo>
                <a:lnTo>
                  <a:pt x="684" y="614"/>
                </a:lnTo>
                <a:lnTo>
                  <a:pt x="683" y="614"/>
                </a:lnTo>
                <a:lnTo>
                  <a:pt x="683" y="614"/>
                </a:lnTo>
                <a:lnTo>
                  <a:pt x="683" y="616"/>
                </a:lnTo>
                <a:lnTo>
                  <a:pt x="683" y="616"/>
                </a:lnTo>
                <a:lnTo>
                  <a:pt x="680" y="616"/>
                </a:lnTo>
                <a:lnTo>
                  <a:pt x="680" y="613"/>
                </a:lnTo>
                <a:lnTo>
                  <a:pt x="680" y="613"/>
                </a:lnTo>
                <a:lnTo>
                  <a:pt x="677" y="613"/>
                </a:lnTo>
                <a:lnTo>
                  <a:pt x="675" y="613"/>
                </a:lnTo>
                <a:lnTo>
                  <a:pt x="675" y="614"/>
                </a:lnTo>
                <a:lnTo>
                  <a:pt x="675" y="614"/>
                </a:lnTo>
                <a:lnTo>
                  <a:pt x="677" y="614"/>
                </a:lnTo>
                <a:lnTo>
                  <a:pt x="678" y="614"/>
                </a:lnTo>
                <a:lnTo>
                  <a:pt x="678" y="616"/>
                </a:lnTo>
                <a:lnTo>
                  <a:pt x="661" y="616"/>
                </a:lnTo>
                <a:lnTo>
                  <a:pt x="661" y="616"/>
                </a:lnTo>
                <a:lnTo>
                  <a:pt x="658" y="617"/>
                </a:lnTo>
                <a:lnTo>
                  <a:pt x="658" y="617"/>
                </a:lnTo>
                <a:lnTo>
                  <a:pt x="658" y="618"/>
                </a:lnTo>
                <a:lnTo>
                  <a:pt x="660" y="621"/>
                </a:lnTo>
                <a:lnTo>
                  <a:pt x="660" y="621"/>
                </a:lnTo>
                <a:lnTo>
                  <a:pt x="656" y="622"/>
                </a:lnTo>
                <a:lnTo>
                  <a:pt x="654" y="622"/>
                </a:lnTo>
                <a:lnTo>
                  <a:pt x="654" y="622"/>
                </a:lnTo>
                <a:lnTo>
                  <a:pt x="654" y="623"/>
                </a:lnTo>
                <a:lnTo>
                  <a:pt x="654" y="623"/>
                </a:lnTo>
                <a:lnTo>
                  <a:pt x="656" y="623"/>
                </a:lnTo>
                <a:lnTo>
                  <a:pt x="656" y="623"/>
                </a:lnTo>
                <a:lnTo>
                  <a:pt x="656" y="623"/>
                </a:lnTo>
                <a:lnTo>
                  <a:pt x="656" y="623"/>
                </a:lnTo>
                <a:lnTo>
                  <a:pt x="654" y="623"/>
                </a:lnTo>
                <a:lnTo>
                  <a:pt x="654" y="623"/>
                </a:lnTo>
                <a:lnTo>
                  <a:pt x="646" y="624"/>
                </a:lnTo>
                <a:lnTo>
                  <a:pt x="644" y="623"/>
                </a:lnTo>
                <a:lnTo>
                  <a:pt x="641" y="622"/>
                </a:lnTo>
                <a:lnTo>
                  <a:pt x="641" y="622"/>
                </a:lnTo>
                <a:lnTo>
                  <a:pt x="640" y="623"/>
                </a:lnTo>
                <a:lnTo>
                  <a:pt x="637" y="624"/>
                </a:lnTo>
                <a:lnTo>
                  <a:pt x="637" y="624"/>
                </a:lnTo>
                <a:lnTo>
                  <a:pt x="638" y="623"/>
                </a:lnTo>
                <a:lnTo>
                  <a:pt x="639" y="623"/>
                </a:lnTo>
                <a:lnTo>
                  <a:pt x="639" y="623"/>
                </a:lnTo>
                <a:lnTo>
                  <a:pt x="638" y="622"/>
                </a:lnTo>
                <a:lnTo>
                  <a:pt x="638" y="622"/>
                </a:lnTo>
                <a:lnTo>
                  <a:pt x="637" y="622"/>
                </a:lnTo>
                <a:lnTo>
                  <a:pt x="635" y="624"/>
                </a:lnTo>
                <a:lnTo>
                  <a:pt x="635" y="624"/>
                </a:lnTo>
                <a:lnTo>
                  <a:pt x="631" y="624"/>
                </a:lnTo>
                <a:lnTo>
                  <a:pt x="627" y="623"/>
                </a:lnTo>
                <a:lnTo>
                  <a:pt x="625" y="624"/>
                </a:lnTo>
                <a:lnTo>
                  <a:pt x="625" y="624"/>
                </a:lnTo>
                <a:lnTo>
                  <a:pt x="626" y="623"/>
                </a:lnTo>
                <a:lnTo>
                  <a:pt x="625" y="623"/>
                </a:lnTo>
                <a:lnTo>
                  <a:pt x="623" y="623"/>
                </a:lnTo>
                <a:lnTo>
                  <a:pt x="622" y="624"/>
                </a:lnTo>
                <a:lnTo>
                  <a:pt x="622" y="624"/>
                </a:lnTo>
                <a:lnTo>
                  <a:pt x="611" y="624"/>
                </a:lnTo>
                <a:lnTo>
                  <a:pt x="611" y="624"/>
                </a:lnTo>
                <a:lnTo>
                  <a:pt x="605" y="626"/>
                </a:lnTo>
                <a:lnTo>
                  <a:pt x="598" y="624"/>
                </a:lnTo>
                <a:lnTo>
                  <a:pt x="591" y="626"/>
                </a:lnTo>
                <a:lnTo>
                  <a:pt x="586" y="627"/>
                </a:lnTo>
                <a:lnTo>
                  <a:pt x="586" y="627"/>
                </a:lnTo>
                <a:lnTo>
                  <a:pt x="586" y="626"/>
                </a:lnTo>
                <a:lnTo>
                  <a:pt x="586" y="624"/>
                </a:lnTo>
                <a:lnTo>
                  <a:pt x="586" y="624"/>
                </a:lnTo>
                <a:lnTo>
                  <a:pt x="585" y="624"/>
                </a:lnTo>
                <a:lnTo>
                  <a:pt x="585" y="624"/>
                </a:lnTo>
                <a:lnTo>
                  <a:pt x="583" y="626"/>
                </a:lnTo>
                <a:lnTo>
                  <a:pt x="582" y="626"/>
                </a:lnTo>
                <a:lnTo>
                  <a:pt x="582" y="626"/>
                </a:lnTo>
                <a:lnTo>
                  <a:pt x="579" y="624"/>
                </a:lnTo>
                <a:lnTo>
                  <a:pt x="579" y="624"/>
                </a:lnTo>
                <a:lnTo>
                  <a:pt x="577" y="626"/>
                </a:lnTo>
                <a:lnTo>
                  <a:pt x="575" y="626"/>
                </a:lnTo>
                <a:lnTo>
                  <a:pt x="575" y="626"/>
                </a:lnTo>
                <a:lnTo>
                  <a:pt x="574" y="626"/>
                </a:lnTo>
                <a:lnTo>
                  <a:pt x="574" y="624"/>
                </a:lnTo>
                <a:lnTo>
                  <a:pt x="574" y="624"/>
                </a:lnTo>
                <a:lnTo>
                  <a:pt x="573" y="626"/>
                </a:lnTo>
                <a:lnTo>
                  <a:pt x="571" y="627"/>
                </a:lnTo>
                <a:lnTo>
                  <a:pt x="570" y="627"/>
                </a:lnTo>
                <a:lnTo>
                  <a:pt x="570" y="627"/>
                </a:lnTo>
                <a:lnTo>
                  <a:pt x="570" y="626"/>
                </a:lnTo>
                <a:lnTo>
                  <a:pt x="571" y="626"/>
                </a:lnTo>
                <a:lnTo>
                  <a:pt x="571" y="626"/>
                </a:lnTo>
                <a:lnTo>
                  <a:pt x="569" y="624"/>
                </a:lnTo>
                <a:lnTo>
                  <a:pt x="567" y="624"/>
                </a:lnTo>
                <a:lnTo>
                  <a:pt x="567" y="624"/>
                </a:lnTo>
                <a:lnTo>
                  <a:pt x="565" y="623"/>
                </a:lnTo>
                <a:lnTo>
                  <a:pt x="565" y="623"/>
                </a:lnTo>
                <a:lnTo>
                  <a:pt x="559" y="624"/>
                </a:lnTo>
                <a:lnTo>
                  <a:pt x="554" y="624"/>
                </a:lnTo>
                <a:lnTo>
                  <a:pt x="554" y="624"/>
                </a:lnTo>
                <a:lnTo>
                  <a:pt x="553" y="627"/>
                </a:lnTo>
                <a:lnTo>
                  <a:pt x="553" y="627"/>
                </a:lnTo>
                <a:lnTo>
                  <a:pt x="551" y="626"/>
                </a:lnTo>
                <a:lnTo>
                  <a:pt x="548" y="626"/>
                </a:lnTo>
                <a:lnTo>
                  <a:pt x="544" y="627"/>
                </a:lnTo>
                <a:lnTo>
                  <a:pt x="544" y="626"/>
                </a:lnTo>
                <a:lnTo>
                  <a:pt x="544" y="626"/>
                </a:lnTo>
                <a:lnTo>
                  <a:pt x="541" y="626"/>
                </a:lnTo>
                <a:lnTo>
                  <a:pt x="540" y="627"/>
                </a:lnTo>
                <a:lnTo>
                  <a:pt x="540" y="627"/>
                </a:lnTo>
                <a:lnTo>
                  <a:pt x="540" y="627"/>
                </a:lnTo>
                <a:lnTo>
                  <a:pt x="540" y="627"/>
                </a:lnTo>
                <a:lnTo>
                  <a:pt x="541" y="624"/>
                </a:lnTo>
                <a:lnTo>
                  <a:pt x="541" y="624"/>
                </a:lnTo>
                <a:lnTo>
                  <a:pt x="539" y="626"/>
                </a:lnTo>
                <a:lnTo>
                  <a:pt x="536" y="627"/>
                </a:lnTo>
                <a:lnTo>
                  <a:pt x="536" y="627"/>
                </a:lnTo>
                <a:lnTo>
                  <a:pt x="533" y="627"/>
                </a:lnTo>
                <a:lnTo>
                  <a:pt x="529" y="628"/>
                </a:lnTo>
                <a:lnTo>
                  <a:pt x="529" y="628"/>
                </a:lnTo>
                <a:lnTo>
                  <a:pt x="527" y="628"/>
                </a:lnTo>
                <a:lnTo>
                  <a:pt x="527" y="628"/>
                </a:lnTo>
                <a:lnTo>
                  <a:pt x="513" y="631"/>
                </a:lnTo>
                <a:lnTo>
                  <a:pt x="506" y="632"/>
                </a:lnTo>
                <a:lnTo>
                  <a:pt x="500" y="632"/>
                </a:lnTo>
                <a:lnTo>
                  <a:pt x="500" y="632"/>
                </a:lnTo>
                <a:lnTo>
                  <a:pt x="495" y="634"/>
                </a:lnTo>
                <a:lnTo>
                  <a:pt x="495" y="634"/>
                </a:lnTo>
                <a:lnTo>
                  <a:pt x="493" y="633"/>
                </a:lnTo>
                <a:lnTo>
                  <a:pt x="489" y="633"/>
                </a:lnTo>
                <a:lnTo>
                  <a:pt x="488" y="631"/>
                </a:lnTo>
                <a:lnTo>
                  <a:pt x="488" y="631"/>
                </a:lnTo>
                <a:lnTo>
                  <a:pt x="484" y="633"/>
                </a:lnTo>
                <a:lnTo>
                  <a:pt x="483" y="633"/>
                </a:lnTo>
                <a:lnTo>
                  <a:pt x="481" y="633"/>
                </a:lnTo>
                <a:lnTo>
                  <a:pt x="481" y="633"/>
                </a:lnTo>
                <a:lnTo>
                  <a:pt x="482" y="632"/>
                </a:lnTo>
                <a:lnTo>
                  <a:pt x="483" y="632"/>
                </a:lnTo>
                <a:lnTo>
                  <a:pt x="486" y="633"/>
                </a:lnTo>
                <a:lnTo>
                  <a:pt x="486" y="633"/>
                </a:lnTo>
                <a:lnTo>
                  <a:pt x="487" y="631"/>
                </a:lnTo>
                <a:lnTo>
                  <a:pt x="487" y="631"/>
                </a:lnTo>
                <a:lnTo>
                  <a:pt x="488" y="629"/>
                </a:lnTo>
                <a:lnTo>
                  <a:pt x="488" y="629"/>
                </a:lnTo>
                <a:lnTo>
                  <a:pt x="488" y="629"/>
                </a:lnTo>
                <a:lnTo>
                  <a:pt x="486" y="629"/>
                </a:lnTo>
                <a:lnTo>
                  <a:pt x="486" y="629"/>
                </a:lnTo>
                <a:lnTo>
                  <a:pt x="487" y="628"/>
                </a:lnTo>
                <a:lnTo>
                  <a:pt x="487" y="627"/>
                </a:lnTo>
                <a:lnTo>
                  <a:pt x="488" y="624"/>
                </a:lnTo>
                <a:lnTo>
                  <a:pt x="488" y="624"/>
                </a:lnTo>
                <a:lnTo>
                  <a:pt x="489" y="623"/>
                </a:lnTo>
                <a:lnTo>
                  <a:pt x="490" y="622"/>
                </a:lnTo>
                <a:lnTo>
                  <a:pt x="495" y="621"/>
                </a:lnTo>
                <a:lnTo>
                  <a:pt x="495" y="621"/>
                </a:lnTo>
                <a:lnTo>
                  <a:pt x="497" y="621"/>
                </a:lnTo>
                <a:lnTo>
                  <a:pt x="498" y="623"/>
                </a:lnTo>
                <a:lnTo>
                  <a:pt x="498" y="623"/>
                </a:lnTo>
                <a:lnTo>
                  <a:pt x="500" y="621"/>
                </a:lnTo>
                <a:lnTo>
                  <a:pt x="500" y="621"/>
                </a:lnTo>
                <a:lnTo>
                  <a:pt x="499" y="621"/>
                </a:lnTo>
                <a:lnTo>
                  <a:pt x="498" y="621"/>
                </a:lnTo>
                <a:lnTo>
                  <a:pt x="498" y="621"/>
                </a:lnTo>
                <a:lnTo>
                  <a:pt x="499" y="619"/>
                </a:lnTo>
                <a:lnTo>
                  <a:pt x="501" y="619"/>
                </a:lnTo>
                <a:lnTo>
                  <a:pt x="505" y="619"/>
                </a:lnTo>
                <a:lnTo>
                  <a:pt x="505" y="619"/>
                </a:lnTo>
                <a:lnTo>
                  <a:pt x="505" y="622"/>
                </a:lnTo>
                <a:lnTo>
                  <a:pt x="505" y="623"/>
                </a:lnTo>
                <a:lnTo>
                  <a:pt x="505" y="623"/>
                </a:lnTo>
                <a:lnTo>
                  <a:pt x="507" y="622"/>
                </a:lnTo>
                <a:lnTo>
                  <a:pt x="507" y="621"/>
                </a:lnTo>
                <a:lnTo>
                  <a:pt x="509" y="622"/>
                </a:lnTo>
                <a:lnTo>
                  <a:pt x="509" y="622"/>
                </a:lnTo>
                <a:lnTo>
                  <a:pt x="510" y="621"/>
                </a:lnTo>
                <a:lnTo>
                  <a:pt x="510" y="621"/>
                </a:lnTo>
                <a:lnTo>
                  <a:pt x="509" y="619"/>
                </a:lnTo>
                <a:lnTo>
                  <a:pt x="507" y="621"/>
                </a:lnTo>
                <a:lnTo>
                  <a:pt x="505" y="621"/>
                </a:lnTo>
                <a:lnTo>
                  <a:pt x="505" y="619"/>
                </a:lnTo>
                <a:lnTo>
                  <a:pt x="505" y="619"/>
                </a:lnTo>
                <a:lnTo>
                  <a:pt x="509" y="618"/>
                </a:lnTo>
                <a:lnTo>
                  <a:pt x="512" y="619"/>
                </a:lnTo>
                <a:lnTo>
                  <a:pt x="512" y="619"/>
                </a:lnTo>
                <a:lnTo>
                  <a:pt x="513" y="618"/>
                </a:lnTo>
                <a:lnTo>
                  <a:pt x="513" y="618"/>
                </a:lnTo>
                <a:lnTo>
                  <a:pt x="512" y="617"/>
                </a:lnTo>
                <a:lnTo>
                  <a:pt x="513" y="616"/>
                </a:lnTo>
                <a:lnTo>
                  <a:pt x="513" y="616"/>
                </a:lnTo>
                <a:lnTo>
                  <a:pt x="511" y="617"/>
                </a:lnTo>
                <a:lnTo>
                  <a:pt x="510" y="617"/>
                </a:lnTo>
                <a:lnTo>
                  <a:pt x="509" y="617"/>
                </a:lnTo>
                <a:lnTo>
                  <a:pt x="509" y="617"/>
                </a:lnTo>
                <a:lnTo>
                  <a:pt x="509" y="614"/>
                </a:lnTo>
                <a:lnTo>
                  <a:pt x="510" y="614"/>
                </a:lnTo>
                <a:lnTo>
                  <a:pt x="510" y="614"/>
                </a:lnTo>
                <a:lnTo>
                  <a:pt x="507" y="612"/>
                </a:lnTo>
                <a:lnTo>
                  <a:pt x="507" y="612"/>
                </a:lnTo>
                <a:lnTo>
                  <a:pt x="507" y="613"/>
                </a:lnTo>
                <a:lnTo>
                  <a:pt x="507" y="613"/>
                </a:lnTo>
                <a:lnTo>
                  <a:pt x="509" y="614"/>
                </a:lnTo>
                <a:lnTo>
                  <a:pt x="509" y="616"/>
                </a:lnTo>
                <a:lnTo>
                  <a:pt x="509" y="616"/>
                </a:lnTo>
                <a:lnTo>
                  <a:pt x="507" y="616"/>
                </a:lnTo>
                <a:lnTo>
                  <a:pt x="507" y="617"/>
                </a:lnTo>
                <a:lnTo>
                  <a:pt x="507" y="617"/>
                </a:lnTo>
                <a:lnTo>
                  <a:pt x="505" y="617"/>
                </a:lnTo>
                <a:lnTo>
                  <a:pt x="504" y="617"/>
                </a:lnTo>
                <a:lnTo>
                  <a:pt x="504" y="617"/>
                </a:lnTo>
                <a:lnTo>
                  <a:pt x="505" y="616"/>
                </a:lnTo>
                <a:lnTo>
                  <a:pt x="506" y="616"/>
                </a:lnTo>
                <a:lnTo>
                  <a:pt x="506" y="616"/>
                </a:lnTo>
                <a:lnTo>
                  <a:pt x="505" y="614"/>
                </a:lnTo>
                <a:lnTo>
                  <a:pt x="504" y="616"/>
                </a:lnTo>
                <a:lnTo>
                  <a:pt x="503" y="617"/>
                </a:lnTo>
                <a:lnTo>
                  <a:pt x="503" y="617"/>
                </a:lnTo>
                <a:lnTo>
                  <a:pt x="500" y="617"/>
                </a:lnTo>
                <a:lnTo>
                  <a:pt x="498" y="616"/>
                </a:lnTo>
                <a:lnTo>
                  <a:pt x="498" y="616"/>
                </a:lnTo>
                <a:lnTo>
                  <a:pt x="498" y="617"/>
                </a:lnTo>
                <a:lnTo>
                  <a:pt x="497" y="618"/>
                </a:lnTo>
                <a:lnTo>
                  <a:pt x="495" y="618"/>
                </a:lnTo>
                <a:lnTo>
                  <a:pt x="495" y="618"/>
                </a:lnTo>
                <a:lnTo>
                  <a:pt x="494" y="617"/>
                </a:lnTo>
                <a:lnTo>
                  <a:pt x="494" y="616"/>
                </a:lnTo>
                <a:lnTo>
                  <a:pt x="494" y="616"/>
                </a:lnTo>
                <a:lnTo>
                  <a:pt x="493" y="617"/>
                </a:lnTo>
                <a:lnTo>
                  <a:pt x="492" y="618"/>
                </a:lnTo>
                <a:lnTo>
                  <a:pt x="492" y="618"/>
                </a:lnTo>
                <a:lnTo>
                  <a:pt x="472" y="619"/>
                </a:lnTo>
                <a:lnTo>
                  <a:pt x="472" y="619"/>
                </a:lnTo>
                <a:lnTo>
                  <a:pt x="472" y="619"/>
                </a:lnTo>
                <a:lnTo>
                  <a:pt x="471" y="621"/>
                </a:lnTo>
                <a:lnTo>
                  <a:pt x="471" y="621"/>
                </a:lnTo>
                <a:lnTo>
                  <a:pt x="471" y="621"/>
                </a:lnTo>
                <a:lnTo>
                  <a:pt x="472" y="622"/>
                </a:lnTo>
                <a:lnTo>
                  <a:pt x="474" y="622"/>
                </a:lnTo>
                <a:lnTo>
                  <a:pt x="474" y="622"/>
                </a:lnTo>
                <a:lnTo>
                  <a:pt x="472" y="623"/>
                </a:lnTo>
                <a:lnTo>
                  <a:pt x="474" y="624"/>
                </a:lnTo>
                <a:lnTo>
                  <a:pt x="475" y="627"/>
                </a:lnTo>
                <a:lnTo>
                  <a:pt x="474" y="627"/>
                </a:lnTo>
                <a:lnTo>
                  <a:pt x="472" y="628"/>
                </a:lnTo>
                <a:lnTo>
                  <a:pt x="472" y="628"/>
                </a:lnTo>
                <a:lnTo>
                  <a:pt x="472" y="626"/>
                </a:lnTo>
                <a:lnTo>
                  <a:pt x="472" y="624"/>
                </a:lnTo>
                <a:lnTo>
                  <a:pt x="471" y="624"/>
                </a:lnTo>
                <a:lnTo>
                  <a:pt x="471" y="624"/>
                </a:lnTo>
                <a:lnTo>
                  <a:pt x="471" y="626"/>
                </a:lnTo>
                <a:lnTo>
                  <a:pt x="471" y="626"/>
                </a:lnTo>
                <a:lnTo>
                  <a:pt x="472" y="626"/>
                </a:lnTo>
                <a:lnTo>
                  <a:pt x="472" y="627"/>
                </a:lnTo>
                <a:lnTo>
                  <a:pt x="472" y="627"/>
                </a:lnTo>
                <a:lnTo>
                  <a:pt x="470" y="627"/>
                </a:lnTo>
                <a:lnTo>
                  <a:pt x="469" y="627"/>
                </a:lnTo>
                <a:lnTo>
                  <a:pt x="466" y="628"/>
                </a:lnTo>
                <a:lnTo>
                  <a:pt x="466" y="628"/>
                </a:lnTo>
                <a:lnTo>
                  <a:pt x="468" y="628"/>
                </a:lnTo>
                <a:lnTo>
                  <a:pt x="470" y="628"/>
                </a:lnTo>
                <a:lnTo>
                  <a:pt x="470" y="628"/>
                </a:lnTo>
                <a:lnTo>
                  <a:pt x="472" y="628"/>
                </a:lnTo>
                <a:lnTo>
                  <a:pt x="475" y="629"/>
                </a:lnTo>
                <a:lnTo>
                  <a:pt x="475" y="629"/>
                </a:lnTo>
                <a:lnTo>
                  <a:pt x="475" y="632"/>
                </a:lnTo>
                <a:lnTo>
                  <a:pt x="475" y="633"/>
                </a:lnTo>
                <a:lnTo>
                  <a:pt x="476" y="633"/>
                </a:lnTo>
                <a:lnTo>
                  <a:pt x="476" y="633"/>
                </a:lnTo>
                <a:lnTo>
                  <a:pt x="470" y="637"/>
                </a:lnTo>
                <a:lnTo>
                  <a:pt x="470" y="637"/>
                </a:lnTo>
                <a:lnTo>
                  <a:pt x="469" y="637"/>
                </a:lnTo>
                <a:lnTo>
                  <a:pt x="468" y="636"/>
                </a:lnTo>
                <a:lnTo>
                  <a:pt x="468" y="636"/>
                </a:lnTo>
                <a:lnTo>
                  <a:pt x="466" y="636"/>
                </a:lnTo>
                <a:lnTo>
                  <a:pt x="464" y="637"/>
                </a:lnTo>
                <a:lnTo>
                  <a:pt x="464" y="637"/>
                </a:lnTo>
                <a:lnTo>
                  <a:pt x="461" y="636"/>
                </a:lnTo>
                <a:lnTo>
                  <a:pt x="461" y="636"/>
                </a:lnTo>
                <a:lnTo>
                  <a:pt x="457" y="637"/>
                </a:lnTo>
                <a:lnTo>
                  <a:pt x="457" y="637"/>
                </a:lnTo>
                <a:lnTo>
                  <a:pt x="449" y="638"/>
                </a:lnTo>
                <a:lnTo>
                  <a:pt x="442" y="638"/>
                </a:lnTo>
                <a:lnTo>
                  <a:pt x="442" y="638"/>
                </a:lnTo>
                <a:lnTo>
                  <a:pt x="440" y="638"/>
                </a:lnTo>
                <a:lnTo>
                  <a:pt x="440" y="638"/>
                </a:lnTo>
                <a:lnTo>
                  <a:pt x="439" y="639"/>
                </a:lnTo>
                <a:lnTo>
                  <a:pt x="439" y="639"/>
                </a:lnTo>
                <a:lnTo>
                  <a:pt x="437" y="639"/>
                </a:lnTo>
                <a:lnTo>
                  <a:pt x="436" y="638"/>
                </a:lnTo>
                <a:lnTo>
                  <a:pt x="436" y="638"/>
                </a:lnTo>
                <a:lnTo>
                  <a:pt x="436" y="639"/>
                </a:lnTo>
                <a:lnTo>
                  <a:pt x="435" y="639"/>
                </a:lnTo>
                <a:lnTo>
                  <a:pt x="435" y="639"/>
                </a:lnTo>
                <a:lnTo>
                  <a:pt x="435" y="639"/>
                </a:lnTo>
                <a:lnTo>
                  <a:pt x="434" y="639"/>
                </a:lnTo>
                <a:lnTo>
                  <a:pt x="434" y="638"/>
                </a:lnTo>
                <a:lnTo>
                  <a:pt x="432" y="638"/>
                </a:lnTo>
                <a:lnTo>
                  <a:pt x="432" y="638"/>
                </a:lnTo>
                <a:lnTo>
                  <a:pt x="430" y="639"/>
                </a:lnTo>
                <a:lnTo>
                  <a:pt x="429" y="639"/>
                </a:lnTo>
                <a:lnTo>
                  <a:pt x="429" y="639"/>
                </a:lnTo>
                <a:lnTo>
                  <a:pt x="429" y="639"/>
                </a:lnTo>
                <a:lnTo>
                  <a:pt x="428" y="639"/>
                </a:lnTo>
                <a:lnTo>
                  <a:pt x="428" y="641"/>
                </a:lnTo>
                <a:lnTo>
                  <a:pt x="428" y="641"/>
                </a:lnTo>
                <a:lnTo>
                  <a:pt x="424" y="639"/>
                </a:lnTo>
                <a:lnTo>
                  <a:pt x="420" y="641"/>
                </a:lnTo>
                <a:lnTo>
                  <a:pt x="420" y="641"/>
                </a:lnTo>
                <a:lnTo>
                  <a:pt x="419" y="642"/>
                </a:lnTo>
                <a:lnTo>
                  <a:pt x="419" y="642"/>
                </a:lnTo>
                <a:lnTo>
                  <a:pt x="405" y="643"/>
                </a:lnTo>
                <a:lnTo>
                  <a:pt x="387" y="646"/>
                </a:lnTo>
                <a:lnTo>
                  <a:pt x="387" y="646"/>
                </a:lnTo>
                <a:lnTo>
                  <a:pt x="382" y="648"/>
                </a:lnTo>
                <a:lnTo>
                  <a:pt x="382" y="648"/>
                </a:lnTo>
                <a:lnTo>
                  <a:pt x="377" y="648"/>
                </a:lnTo>
                <a:lnTo>
                  <a:pt x="372" y="649"/>
                </a:lnTo>
                <a:lnTo>
                  <a:pt x="372" y="649"/>
                </a:lnTo>
                <a:lnTo>
                  <a:pt x="373" y="649"/>
                </a:lnTo>
                <a:lnTo>
                  <a:pt x="373" y="651"/>
                </a:lnTo>
                <a:lnTo>
                  <a:pt x="371" y="652"/>
                </a:lnTo>
                <a:lnTo>
                  <a:pt x="371" y="652"/>
                </a:lnTo>
                <a:lnTo>
                  <a:pt x="354" y="653"/>
                </a:lnTo>
                <a:lnTo>
                  <a:pt x="354" y="653"/>
                </a:lnTo>
                <a:lnTo>
                  <a:pt x="353" y="653"/>
                </a:lnTo>
                <a:lnTo>
                  <a:pt x="353" y="653"/>
                </a:lnTo>
                <a:lnTo>
                  <a:pt x="348" y="654"/>
                </a:lnTo>
                <a:lnTo>
                  <a:pt x="348" y="654"/>
                </a:lnTo>
                <a:lnTo>
                  <a:pt x="346" y="654"/>
                </a:lnTo>
                <a:lnTo>
                  <a:pt x="346" y="654"/>
                </a:lnTo>
                <a:lnTo>
                  <a:pt x="343" y="654"/>
                </a:lnTo>
                <a:lnTo>
                  <a:pt x="341" y="656"/>
                </a:lnTo>
                <a:lnTo>
                  <a:pt x="341" y="656"/>
                </a:lnTo>
                <a:lnTo>
                  <a:pt x="338" y="654"/>
                </a:lnTo>
                <a:lnTo>
                  <a:pt x="338" y="654"/>
                </a:lnTo>
                <a:lnTo>
                  <a:pt x="336" y="657"/>
                </a:lnTo>
                <a:lnTo>
                  <a:pt x="336" y="657"/>
                </a:lnTo>
                <a:lnTo>
                  <a:pt x="335" y="657"/>
                </a:lnTo>
                <a:lnTo>
                  <a:pt x="335" y="657"/>
                </a:lnTo>
                <a:lnTo>
                  <a:pt x="330" y="658"/>
                </a:lnTo>
                <a:lnTo>
                  <a:pt x="330" y="658"/>
                </a:lnTo>
                <a:lnTo>
                  <a:pt x="320" y="659"/>
                </a:lnTo>
                <a:lnTo>
                  <a:pt x="320" y="659"/>
                </a:lnTo>
                <a:lnTo>
                  <a:pt x="319" y="661"/>
                </a:lnTo>
                <a:lnTo>
                  <a:pt x="319" y="661"/>
                </a:lnTo>
                <a:lnTo>
                  <a:pt x="319" y="661"/>
                </a:lnTo>
                <a:lnTo>
                  <a:pt x="319" y="659"/>
                </a:lnTo>
                <a:lnTo>
                  <a:pt x="319" y="659"/>
                </a:lnTo>
                <a:lnTo>
                  <a:pt x="317" y="659"/>
                </a:lnTo>
                <a:lnTo>
                  <a:pt x="317" y="659"/>
                </a:lnTo>
                <a:lnTo>
                  <a:pt x="318" y="661"/>
                </a:lnTo>
                <a:lnTo>
                  <a:pt x="318" y="661"/>
                </a:lnTo>
                <a:lnTo>
                  <a:pt x="317" y="662"/>
                </a:lnTo>
                <a:lnTo>
                  <a:pt x="317" y="662"/>
                </a:lnTo>
                <a:lnTo>
                  <a:pt x="317" y="659"/>
                </a:lnTo>
                <a:lnTo>
                  <a:pt x="317" y="659"/>
                </a:lnTo>
                <a:lnTo>
                  <a:pt x="314" y="661"/>
                </a:lnTo>
                <a:lnTo>
                  <a:pt x="313" y="661"/>
                </a:lnTo>
                <a:lnTo>
                  <a:pt x="313" y="661"/>
                </a:lnTo>
                <a:lnTo>
                  <a:pt x="309" y="663"/>
                </a:lnTo>
                <a:lnTo>
                  <a:pt x="309" y="663"/>
                </a:lnTo>
                <a:lnTo>
                  <a:pt x="306" y="662"/>
                </a:lnTo>
                <a:lnTo>
                  <a:pt x="306" y="662"/>
                </a:lnTo>
                <a:lnTo>
                  <a:pt x="295" y="664"/>
                </a:lnTo>
                <a:lnTo>
                  <a:pt x="295" y="664"/>
                </a:lnTo>
                <a:lnTo>
                  <a:pt x="290" y="666"/>
                </a:lnTo>
                <a:lnTo>
                  <a:pt x="290" y="666"/>
                </a:lnTo>
                <a:lnTo>
                  <a:pt x="288" y="666"/>
                </a:lnTo>
                <a:lnTo>
                  <a:pt x="288" y="666"/>
                </a:lnTo>
                <a:lnTo>
                  <a:pt x="285" y="667"/>
                </a:lnTo>
                <a:lnTo>
                  <a:pt x="284" y="667"/>
                </a:lnTo>
                <a:lnTo>
                  <a:pt x="284" y="667"/>
                </a:lnTo>
                <a:lnTo>
                  <a:pt x="280" y="666"/>
                </a:lnTo>
                <a:lnTo>
                  <a:pt x="280" y="666"/>
                </a:lnTo>
                <a:lnTo>
                  <a:pt x="277" y="666"/>
                </a:lnTo>
                <a:lnTo>
                  <a:pt x="277" y="666"/>
                </a:lnTo>
                <a:lnTo>
                  <a:pt x="275" y="667"/>
                </a:lnTo>
                <a:lnTo>
                  <a:pt x="275" y="667"/>
                </a:lnTo>
                <a:lnTo>
                  <a:pt x="274" y="667"/>
                </a:lnTo>
                <a:lnTo>
                  <a:pt x="274" y="667"/>
                </a:lnTo>
                <a:lnTo>
                  <a:pt x="272" y="668"/>
                </a:lnTo>
                <a:lnTo>
                  <a:pt x="272" y="668"/>
                </a:lnTo>
                <a:lnTo>
                  <a:pt x="268" y="668"/>
                </a:lnTo>
                <a:lnTo>
                  <a:pt x="268" y="668"/>
                </a:lnTo>
                <a:lnTo>
                  <a:pt x="265" y="669"/>
                </a:lnTo>
                <a:lnTo>
                  <a:pt x="261" y="671"/>
                </a:lnTo>
                <a:lnTo>
                  <a:pt x="259" y="669"/>
                </a:lnTo>
                <a:lnTo>
                  <a:pt x="259" y="669"/>
                </a:lnTo>
                <a:lnTo>
                  <a:pt x="256" y="672"/>
                </a:lnTo>
                <a:lnTo>
                  <a:pt x="251" y="672"/>
                </a:lnTo>
                <a:lnTo>
                  <a:pt x="251" y="672"/>
                </a:lnTo>
                <a:lnTo>
                  <a:pt x="248" y="672"/>
                </a:lnTo>
                <a:lnTo>
                  <a:pt x="248" y="672"/>
                </a:lnTo>
                <a:lnTo>
                  <a:pt x="239" y="674"/>
                </a:lnTo>
                <a:lnTo>
                  <a:pt x="230" y="676"/>
                </a:lnTo>
                <a:lnTo>
                  <a:pt x="230" y="676"/>
                </a:lnTo>
                <a:lnTo>
                  <a:pt x="228" y="676"/>
                </a:lnTo>
                <a:lnTo>
                  <a:pt x="227" y="676"/>
                </a:lnTo>
                <a:lnTo>
                  <a:pt x="227" y="676"/>
                </a:lnTo>
                <a:lnTo>
                  <a:pt x="227" y="676"/>
                </a:lnTo>
                <a:lnTo>
                  <a:pt x="227" y="676"/>
                </a:lnTo>
                <a:lnTo>
                  <a:pt x="228" y="676"/>
                </a:lnTo>
                <a:lnTo>
                  <a:pt x="228" y="676"/>
                </a:lnTo>
                <a:lnTo>
                  <a:pt x="225" y="677"/>
                </a:lnTo>
                <a:lnTo>
                  <a:pt x="222" y="677"/>
                </a:lnTo>
                <a:lnTo>
                  <a:pt x="222" y="676"/>
                </a:lnTo>
                <a:lnTo>
                  <a:pt x="222" y="676"/>
                </a:lnTo>
                <a:lnTo>
                  <a:pt x="221" y="677"/>
                </a:lnTo>
                <a:lnTo>
                  <a:pt x="219" y="677"/>
                </a:lnTo>
                <a:lnTo>
                  <a:pt x="219" y="677"/>
                </a:lnTo>
                <a:lnTo>
                  <a:pt x="216" y="678"/>
                </a:lnTo>
                <a:lnTo>
                  <a:pt x="214" y="679"/>
                </a:lnTo>
                <a:lnTo>
                  <a:pt x="214" y="679"/>
                </a:lnTo>
                <a:lnTo>
                  <a:pt x="214" y="678"/>
                </a:lnTo>
                <a:lnTo>
                  <a:pt x="215" y="678"/>
                </a:lnTo>
                <a:lnTo>
                  <a:pt x="215" y="678"/>
                </a:lnTo>
                <a:lnTo>
                  <a:pt x="214" y="677"/>
                </a:lnTo>
                <a:lnTo>
                  <a:pt x="215" y="676"/>
                </a:lnTo>
                <a:lnTo>
                  <a:pt x="215" y="676"/>
                </a:lnTo>
                <a:lnTo>
                  <a:pt x="215" y="676"/>
                </a:lnTo>
                <a:lnTo>
                  <a:pt x="215" y="676"/>
                </a:lnTo>
                <a:lnTo>
                  <a:pt x="215" y="676"/>
                </a:lnTo>
                <a:lnTo>
                  <a:pt x="213" y="677"/>
                </a:lnTo>
                <a:lnTo>
                  <a:pt x="213" y="677"/>
                </a:lnTo>
                <a:lnTo>
                  <a:pt x="214" y="674"/>
                </a:lnTo>
                <a:lnTo>
                  <a:pt x="214" y="674"/>
                </a:lnTo>
                <a:lnTo>
                  <a:pt x="211" y="674"/>
                </a:lnTo>
                <a:lnTo>
                  <a:pt x="210" y="674"/>
                </a:lnTo>
                <a:lnTo>
                  <a:pt x="210" y="674"/>
                </a:lnTo>
                <a:lnTo>
                  <a:pt x="210" y="673"/>
                </a:lnTo>
                <a:lnTo>
                  <a:pt x="209" y="673"/>
                </a:lnTo>
                <a:lnTo>
                  <a:pt x="208" y="673"/>
                </a:lnTo>
                <a:lnTo>
                  <a:pt x="208" y="673"/>
                </a:lnTo>
                <a:lnTo>
                  <a:pt x="210" y="676"/>
                </a:lnTo>
                <a:lnTo>
                  <a:pt x="210" y="677"/>
                </a:lnTo>
                <a:lnTo>
                  <a:pt x="211" y="678"/>
                </a:lnTo>
                <a:lnTo>
                  <a:pt x="211" y="678"/>
                </a:lnTo>
                <a:lnTo>
                  <a:pt x="210" y="679"/>
                </a:lnTo>
                <a:lnTo>
                  <a:pt x="209" y="681"/>
                </a:lnTo>
                <a:lnTo>
                  <a:pt x="209" y="681"/>
                </a:lnTo>
                <a:lnTo>
                  <a:pt x="207" y="678"/>
                </a:lnTo>
                <a:lnTo>
                  <a:pt x="207" y="678"/>
                </a:lnTo>
                <a:lnTo>
                  <a:pt x="205" y="678"/>
                </a:lnTo>
                <a:lnTo>
                  <a:pt x="205" y="679"/>
                </a:lnTo>
                <a:lnTo>
                  <a:pt x="207" y="681"/>
                </a:lnTo>
                <a:lnTo>
                  <a:pt x="208" y="681"/>
                </a:lnTo>
                <a:lnTo>
                  <a:pt x="208" y="681"/>
                </a:lnTo>
                <a:lnTo>
                  <a:pt x="207" y="681"/>
                </a:lnTo>
                <a:lnTo>
                  <a:pt x="205" y="681"/>
                </a:lnTo>
                <a:lnTo>
                  <a:pt x="203" y="678"/>
                </a:lnTo>
                <a:lnTo>
                  <a:pt x="203" y="678"/>
                </a:lnTo>
                <a:lnTo>
                  <a:pt x="202" y="679"/>
                </a:lnTo>
                <a:lnTo>
                  <a:pt x="201" y="681"/>
                </a:lnTo>
                <a:lnTo>
                  <a:pt x="201" y="682"/>
                </a:lnTo>
                <a:lnTo>
                  <a:pt x="201" y="682"/>
                </a:lnTo>
                <a:lnTo>
                  <a:pt x="199" y="682"/>
                </a:lnTo>
                <a:lnTo>
                  <a:pt x="199" y="683"/>
                </a:lnTo>
                <a:lnTo>
                  <a:pt x="199" y="683"/>
                </a:lnTo>
                <a:lnTo>
                  <a:pt x="197" y="682"/>
                </a:lnTo>
                <a:lnTo>
                  <a:pt x="196" y="682"/>
                </a:lnTo>
                <a:lnTo>
                  <a:pt x="194" y="681"/>
                </a:lnTo>
                <a:lnTo>
                  <a:pt x="194" y="681"/>
                </a:lnTo>
                <a:lnTo>
                  <a:pt x="197" y="681"/>
                </a:lnTo>
                <a:lnTo>
                  <a:pt x="197" y="681"/>
                </a:lnTo>
                <a:lnTo>
                  <a:pt x="197" y="682"/>
                </a:lnTo>
                <a:lnTo>
                  <a:pt x="201" y="682"/>
                </a:lnTo>
                <a:lnTo>
                  <a:pt x="201" y="682"/>
                </a:lnTo>
                <a:lnTo>
                  <a:pt x="199" y="681"/>
                </a:lnTo>
                <a:lnTo>
                  <a:pt x="199" y="681"/>
                </a:lnTo>
                <a:lnTo>
                  <a:pt x="198" y="681"/>
                </a:lnTo>
                <a:lnTo>
                  <a:pt x="197" y="679"/>
                </a:lnTo>
                <a:lnTo>
                  <a:pt x="197" y="679"/>
                </a:lnTo>
                <a:lnTo>
                  <a:pt x="199" y="678"/>
                </a:lnTo>
                <a:lnTo>
                  <a:pt x="201" y="679"/>
                </a:lnTo>
                <a:lnTo>
                  <a:pt x="201" y="679"/>
                </a:lnTo>
                <a:lnTo>
                  <a:pt x="199" y="678"/>
                </a:lnTo>
                <a:lnTo>
                  <a:pt x="199" y="678"/>
                </a:lnTo>
                <a:lnTo>
                  <a:pt x="197" y="676"/>
                </a:lnTo>
                <a:lnTo>
                  <a:pt x="197" y="676"/>
                </a:lnTo>
                <a:lnTo>
                  <a:pt x="194" y="677"/>
                </a:lnTo>
                <a:lnTo>
                  <a:pt x="194" y="677"/>
                </a:lnTo>
                <a:lnTo>
                  <a:pt x="193" y="677"/>
                </a:lnTo>
                <a:lnTo>
                  <a:pt x="193" y="677"/>
                </a:lnTo>
                <a:lnTo>
                  <a:pt x="193" y="676"/>
                </a:lnTo>
                <a:lnTo>
                  <a:pt x="194" y="673"/>
                </a:lnTo>
                <a:lnTo>
                  <a:pt x="196" y="672"/>
                </a:lnTo>
                <a:lnTo>
                  <a:pt x="196" y="671"/>
                </a:lnTo>
                <a:lnTo>
                  <a:pt x="196" y="671"/>
                </a:lnTo>
                <a:lnTo>
                  <a:pt x="198" y="671"/>
                </a:lnTo>
                <a:lnTo>
                  <a:pt x="202" y="669"/>
                </a:lnTo>
                <a:lnTo>
                  <a:pt x="202" y="669"/>
                </a:lnTo>
                <a:lnTo>
                  <a:pt x="201" y="671"/>
                </a:lnTo>
                <a:lnTo>
                  <a:pt x="202" y="672"/>
                </a:lnTo>
                <a:lnTo>
                  <a:pt x="202" y="672"/>
                </a:lnTo>
                <a:lnTo>
                  <a:pt x="203" y="671"/>
                </a:lnTo>
                <a:lnTo>
                  <a:pt x="203" y="669"/>
                </a:lnTo>
                <a:lnTo>
                  <a:pt x="204" y="668"/>
                </a:lnTo>
                <a:lnTo>
                  <a:pt x="205" y="668"/>
                </a:lnTo>
                <a:lnTo>
                  <a:pt x="205" y="668"/>
                </a:lnTo>
                <a:lnTo>
                  <a:pt x="207" y="668"/>
                </a:lnTo>
                <a:lnTo>
                  <a:pt x="205" y="669"/>
                </a:lnTo>
                <a:lnTo>
                  <a:pt x="205" y="669"/>
                </a:lnTo>
                <a:lnTo>
                  <a:pt x="207" y="668"/>
                </a:lnTo>
                <a:lnTo>
                  <a:pt x="208" y="667"/>
                </a:lnTo>
                <a:lnTo>
                  <a:pt x="208" y="667"/>
                </a:lnTo>
                <a:lnTo>
                  <a:pt x="209" y="667"/>
                </a:lnTo>
                <a:lnTo>
                  <a:pt x="210" y="668"/>
                </a:lnTo>
                <a:lnTo>
                  <a:pt x="211" y="668"/>
                </a:lnTo>
                <a:lnTo>
                  <a:pt x="213" y="668"/>
                </a:lnTo>
                <a:lnTo>
                  <a:pt x="213" y="668"/>
                </a:lnTo>
                <a:lnTo>
                  <a:pt x="213" y="667"/>
                </a:lnTo>
                <a:lnTo>
                  <a:pt x="213" y="667"/>
                </a:lnTo>
                <a:lnTo>
                  <a:pt x="211" y="666"/>
                </a:lnTo>
                <a:lnTo>
                  <a:pt x="211" y="666"/>
                </a:lnTo>
                <a:lnTo>
                  <a:pt x="211" y="666"/>
                </a:lnTo>
                <a:lnTo>
                  <a:pt x="213" y="666"/>
                </a:lnTo>
                <a:lnTo>
                  <a:pt x="214" y="666"/>
                </a:lnTo>
                <a:lnTo>
                  <a:pt x="214" y="666"/>
                </a:lnTo>
                <a:lnTo>
                  <a:pt x="214" y="666"/>
                </a:lnTo>
                <a:lnTo>
                  <a:pt x="215" y="666"/>
                </a:lnTo>
                <a:lnTo>
                  <a:pt x="214" y="664"/>
                </a:lnTo>
                <a:lnTo>
                  <a:pt x="213" y="664"/>
                </a:lnTo>
                <a:lnTo>
                  <a:pt x="213" y="664"/>
                </a:lnTo>
                <a:lnTo>
                  <a:pt x="216" y="663"/>
                </a:lnTo>
                <a:lnTo>
                  <a:pt x="217" y="663"/>
                </a:lnTo>
                <a:lnTo>
                  <a:pt x="219" y="662"/>
                </a:lnTo>
                <a:lnTo>
                  <a:pt x="219" y="662"/>
                </a:lnTo>
                <a:lnTo>
                  <a:pt x="217" y="662"/>
                </a:lnTo>
                <a:lnTo>
                  <a:pt x="217" y="662"/>
                </a:lnTo>
                <a:lnTo>
                  <a:pt x="216" y="663"/>
                </a:lnTo>
                <a:lnTo>
                  <a:pt x="215" y="663"/>
                </a:lnTo>
                <a:lnTo>
                  <a:pt x="215" y="663"/>
                </a:lnTo>
                <a:lnTo>
                  <a:pt x="214" y="662"/>
                </a:lnTo>
                <a:lnTo>
                  <a:pt x="214" y="662"/>
                </a:lnTo>
                <a:lnTo>
                  <a:pt x="214" y="661"/>
                </a:lnTo>
                <a:lnTo>
                  <a:pt x="214" y="661"/>
                </a:lnTo>
                <a:lnTo>
                  <a:pt x="213" y="661"/>
                </a:lnTo>
                <a:lnTo>
                  <a:pt x="211" y="662"/>
                </a:lnTo>
                <a:lnTo>
                  <a:pt x="210" y="662"/>
                </a:lnTo>
                <a:lnTo>
                  <a:pt x="209" y="662"/>
                </a:lnTo>
                <a:lnTo>
                  <a:pt x="209" y="662"/>
                </a:lnTo>
                <a:lnTo>
                  <a:pt x="208" y="662"/>
                </a:lnTo>
                <a:lnTo>
                  <a:pt x="207" y="662"/>
                </a:lnTo>
                <a:lnTo>
                  <a:pt x="207" y="662"/>
                </a:lnTo>
                <a:lnTo>
                  <a:pt x="203" y="663"/>
                </a:lnTo>
                <a:lnTo>
                  <a:pt x="203" y="663"/>
                </a:lnTo>
                <a:lnTo>
                  <a:pt x="199" y="662"/>
                </a:lnTo>
                <a:lnTo>
                  <a:pt x="199" y="662"/>
                </a:lnTo>
                <a:lnTo>
                  <a:pt x="199" y="663"/>
                </a:lnTo>
                <a:lnTo>
                  <a:pt x="199" y="663"/>
                </a:lnTo>
                <a:lnTo>
                  <a:pt x="201" y="663"/>
                </a:lnTo>
                <a:lnTo>
                  <a:pt x="201" y="664"/>
                </a:lnTo>
                <a:lnTo>
                  <a:pt x="201" y="664"/>
                </a:lnTo>
                <a:lnTo>
                  <a:pt x="198" y="666"/>
                </a:lnTo>
                <a:lnTo>
                  <a:pt x="196" y="666"/>
                </a:lnTo>
                <a:lnTo>
                  <a:pt x="193" y="666"/>
                </a:lnTo>
                <a:lnTo>
                  <a:pt x="192" y="666"/>
                </a:lnTo>
                <a:lnTo>
                  <a:pt x="192" y="666"/>
                </a:lnTo>
                <a:lnTo>
                  <a:pt x="191" y="666"/>
                </a:lnTo>
                <a:lnTo>
                  <a:pt x="188" y="666"/>
                </a:lnTo>
                <a:lnTo>
                  <a:pt x="188" y="666"/>
                </a:lnTo>
                <a:lnTo>
                  <a:pt x="188" y="664"/>
                </a:lnTo>
                <a:lnTo>
                  <a:pt x="190" y="664"/>
                </a:lnTo>
                <a:lnTo>
                  <a:pt x="191" y="664"/>
                </a:lnTo>
                <a:lnTo>
                  <a:pt x="192" y="664"/>
                </a:lnTo>
                <a:lnTo>
                  <a:pt x="192" y="664"/>
                </a:lnTo>
                <a:lnTo>
                  <a:pt x="185" y="659"/>
                </a:lnTo>
                <a:lnTo>
                  <a:pt x="185" y="659"/>
                </a:lnTo>
                <a:lnTo>
                  <a:pt x="185" y="661"/>
                </a:lnTo>
                <a:lnTo>
                  <a:pt x="185" y="662"/>
                </a:lnTo>
                <a:lnTo>
                  <a:pt x="188" y="662"/>
                </a:lnTo>
                <a:lnTo>
                  <a:pt x="188" y="662"/>
                </a:lnTo>
                <a:lnTo>
                  <a:pt x="187" y="663"/>
                </a:lnTo>
                <a:lnTo>
                  <a:pt x="186" y="664"/>
                </a:lnTo>
                <a:lnTo>
                  <a:pt x="185" y="664"/>
                </a:lnTo>
                <a:lnTo>
                  <a:pt x="185" y="667"/>
                </a:lnTo>
                <a:lnTo>
                  <a:pt x="185" y="667"/>
                </a:lnTo>
                <a:lnTo>
                  <a:pt x="184" y="666"/>
                </a:lnTo>
                <a:lnTo>
                  <a:pt x="184" y="666"/>
                </a:lnTo>
                <a:lnTo>
                  <a:pt x="184" y="666"/>
                </a:lnTo>
                <a:lnTo>
                  <a:pt x="182" y="667"/>
                </a:lnTo>
                <a:lnTo>
                  <a:pt x="181" y="667"/>
                </a:lnTo>
                <a:lnTo>
                  <a:pt x="178" y="667"/>
                </a:lnTo>
                <a:lnTo>
                  <a:pt x="178" y="667"/>
                </a:lnTo>
                <a:lnTo>
                  <a:pt x="178" y="667"/>
                </a:lnTo>
                <a:lnTo>
                  <a:pt x="179" y="667"/>
                </a:lnTo>
                <a:lnTo>
                  <a:pt x="179" y="666"/>
                </a:lnTo>
                <a:lnTo>
                  <a:pt x="179" y="666"/>
                </a:lnTo>
                <a:lnTo>
                  <a:pt x="179" y="666"/>
                </a:lnTo>
                <a:lnTo>
                  <a:pt x="175" y="664"/>
                </a:lnTo>
                <a:lnTo>
                  <a:pt x="175" y="664"/>
                </a:lnTo>
                <a:lnTo>
                  <a:pt x="174" y="664"/>
                </a:lnTo>
                <a:lnTo>
                  <a:pt x="174" y="666"/>
                </a:lnTo>
                <a:lnTo>
                  <a:pt x="174" y="668"/>
                </a:lnTo>
                <a:lnTo>
                  <a:pt x="174" y="668"/>
                </a:lnTo>
                <a:lnTo>
                  <a:pt x="172" y="668"/>
                </a:lnTo>
                <a:lnTo>
                  <a:pt x="170" y="668"/>
                </a:lnTo>
                <a:lnTo>
                  <a:pt x="170" y="668"/>
                </a:lnTo>
                <a:lnTo>
                  <a:pt x="170" y="668"/>
                </a:lnTo>
                <a:lnTo>
                  <a:pt x="170" y="667"/>
                </a:lnTo>
                <a:lnTo>
                  <a:pt x="172" y="667"/>
                </a:lnTo>
                <a:lnTo>
                  <a:pt x="173" y="667"/>
                </a:lnTo>
                <a:lnTo>
                  <a:pt x="173" y="667"/>
                </a:lnTo>
                <a:lnTo>
                  <a:pt x="173" y="667"/>
                </a:lnTo>
                <a:lnTo>
                  <a:pt x="172" y="666"/>
                </a:lnTo>
                <a:lnTo>
                  <a:pt x="170" y="666"/>
                </a:lnTo>
                <a:lnTo>
                  <a:pt x="169" y="667"/>
                </a:lnTo>
                <a:lnTo>
                  <a:pt x="168" y="667"/>
                </a:lnTo>
                <a:lnTo>
                  <a:pt x="168" y="667"/>
                </a:lnTo>
                <a:lnTo>
                  <a:pt x="169" y="669"/>
                </a:lnTo>
                <a:lnTo>
                  <a:pt x="164" y="669"/>
                </a:lnTo>
                <a:lnTo>
                  <a:pt x="164" y="669"/>
                </a:lnTo>
                <a:lnTo>
                  <a:pt x="163" y="669"/>
                </a:lnTo>
                <a:lnTo>
                  <a:pt x="166" y="669"/>
                </a:lnTo>
                <a:lnTo>
                  <a:pt x="167" y="668"/>
                </a:lnTo>
                <a:lnTo>
                  <a:pt x="167" y="667"/>
                </a:lnTo>
                <a:lnTo>
                  <a:pt x="167" y="667"/>
                </a:lnTo>
                <a:lnTo>
                  <a:pt x="166" y="667"/>
                </a:lnTo>
                <a:lnTo>
                  <a:pt x="164" y="668"/>
                </a:lnTo>
                <a:lnTo>
                  <a:pt x="161" y="669"/>
                </a:lnTo>
                <a:lnTo>
                  <a:pt x="161" y="669"/>
                </a:lnTo>
                <a:lnTo>
                  <a:pt x="162" y="669"/>
                </a:lnTo>
                <a:lnTo>
                  <a:pt x="161" y="671"/>
                </a:lnTo>
                <a:lnTo>
                  <a:pt x="156" y="671"/>
                </a:lnTo>
                <a:lnTo>
                  <a:pt x="156" y="671"/>
                </a:lnTo>
                <a:lnTo>
                  <a:pt x="156" y="671"/>
                </a:lnTo>
                <a:lnTo>
                  <a:pt x="157" y="671"/>
                </a:lnTo>
                <a:lnTo>
                  <a:pt x="159" y="669"/>
                </a:lnTo>
                <a:lnTo>
                  <a:pt x="159" y="669"/>
                </a:lnTo>
                <a:lnTo>
                  <a:pt x="158" y="668"/>
                </a:lnTo>
                <a:lnTo>
                  <a:pt x="157" y="669"/>
                </a:lnTo>
                <a:lnTo>
                  <a:pt x="153" y="671"/>
                </a:lnTo>
                <a:lnTo>
                  <a:pt x="153" y="671"/>
                </a:lnTo>
                <a:lnTo>
                  <a:pt x="150" y="669"/>
                </a:lnTo>
                <a:lnTo>
                  <a:pt x="147" y="671"/>
                </a:lnTo>
                <a:lnTo>
                  <a:pt x="146" y="672"/>
                </a:lnTo>
                <a:lnTo>
                  <a:pt x="146" y="672"/>
                </a:lnTo>
                <a:lnTo>
                  <a:pt x="147" y="672"/>
                </a:lnTo>
                <a:lnTo>
                  <a:pt x="149" y="672"/>
                </a:lnTo>
                <a:lnTo>
                  <a:pt x="152" y="671"/>
                </a:lnTo>
                <a:lnTo>
                  <a:pt x="152" y="671"/>
                </a:lnTo>
                <a:lnTo>
                  <a:pt x="152" y="672"/>
                </a:lnTo>
                <a:lnTo>
                  <a:pt x="151" y="672"/>
                </a:lnTo>
                <a:lnTo>
                  <a:pt x="150" y="672"/>
                </a:lnTo>
                <a:lnTo>
                  <a:pt x="150" y="672"/>
                </a:lnTo>
                <a:lnTo>
                  <a:pt x="146" y="673"/>
                </a:lnTo>
                <a:lnTo>
                  <a:pt x="145" y="673"/>
                </a:lnTo>
                <a:lnTo>
                  <a:pt x="145" y="674"/>
                </a:lnTo>
                <a:lnTo>
                  <a:pt x="145" y="674"/>
                </a:lnTo>
                <a:lnTo>
                  <a:pt x="140" y="674"/>
                </a:lnTo>
                <a:lnTo>
                  <a:pt x="134" y="674"/>
                </a:lnTo>
                <a:lnTo>
                  <a:pt x="134" y="674"/>
                </a:lnTo>
                <a:lnTo>
                  <a:pt x="134" y="676"/>
                </a:lnTo>
                <a:lnTo>
                  <a:pt x="133" y="676"/>
                </a:lnTo>
                <a:lnTo>
                  <a:pt x="133" y="676"/>
                </a:lnTo>
                <a:lnTo>
                  <a:pt x="132" y="676"/>
                </a:lnTo>
                <a:lnTo>
                  <a:pt x="132" y="674"/>
                </a:lnTo>
                <a:lnTo>
                  <a:pt x="132" y="674"/>
                </a:lnTo>
                <a:lnTo>
                  <a:pt x="129" y="674"/>
                </a:lnTo>
                <a:lnTo>
                  <a:pt x="127" y="674"/>
                </a:lnTo>
                <a:lnTo>
                  <a:pt x="124" y="674"/>
                </a:lnTo>
                <a:lnTo>
                  <a:pt x="121" y="676"/>
                </a:lnTo>
                <a:lnTo>
                  <a:pt x="121" y="676"/>
                </a:lnTo>
                <a:lnTo>
                  <a:pt x="121" y="674"/>
                </a:lnTo>
                <a:lnTo>
                  <a:pt x="122" y="673"/>
                </a:lnTo>
                <a:lnTo>
                  <a:pt x="122" y="673"/>
                </a:lnTo>
                <a:lnTo>
                  <a:pt x="120" y="672"/>
                </a:lnTo>
                <a:lnTo>
                  <a:pt x="120" y="672"/>
                </a:lnTo>
                <a:lnTo>
                  <a:pt x="120" y="673"/>
                </a:lnTo>
                <a:lnTo>
                  <a:pt x="120" y="674"/>
                </a:lnTo>
                <a:lnTo>
                  <a:pt x="120" y="674"/>
                </a:lnTo>
                <a:lnTo>
                  <a:pt x="118" y="676"/>
                </a:lnTo>
                <a:lnTo>
                  <a:pt x="117" y="676"/>
                </a:lnTo>
                <a:lnTo>
                  <a:pt x="114" y="677"/>
                </a:lnTo>
                <a:lnTo>
                  <a:pt x="114" y="677"/>
                </a:lnTo>
                <a:lnTo>
                  <a:pt x="114" y="678"/>
                </a:lnTo>
                <a:lnTo>
                  <a:pt x="115" y="678"/>
                </a:lnTo>
                <a:lnTo>
                  <a:pt x="115" y="678"/>
                </a:lnTo>
                <a:lnTo>
                  <a:pt x="112" y="678"/>
                </a:lnTo>
                <a:lnTo>
                  <a:pt x="109" y="679"/>
                </a:lnTo>
                <a:lnTo>
                  <a:pt x="109" y="679"/>
                </a:lnTo>
                <a:lnTo>
                  <a:pt x="110" y="678"/>
                </a:lnTo>
                <a:lnTo>
                  <a:pt x="109" y="677"/>
                </a:lnTo>
                <a:lnTo>
                  <a:pt x="108" y="676"/>
                </a:lnTo>
                <a:lnTo>
                  <a:pt x="108" y="676"/>
                </a:lnTo>
                <a:lnTo>
                  <a:pt x="108" y="674"/>
                </a:lnTo>
                <a:lnTo>
                  <a:pt x="109" y="676"/>
                </a:lnTo>
                <a:lnTo>
                  <a:pt x="110" y="676"/>
                </a:lnTo>
                <a:lnTo>
                  <a:pt x="110" y="676"/>
                </a:lnTo>
                <a:lnTo>
                  <a:pt x="110" y="674"/>
                </a:lnTo>
                <a:lnTo>
                  <a:pt x="109" y="674"/>
                </a:lnTo>
                <a:lnTo>
                  <a:pt x="109" y="674"/>
                </a:lnTo>
                <a:lnTo>
                  <a:pt x="108" y="674"/>
                </a:lnTo>
                <a:lnTo>
                  <a:pt x="108" y="676"/>
                </a:lnTo>
                <a:lnTo>
                  <a:pt x="108" y="677"/>
                </a:lnTo>
                <a:lnTo>
                  <a:pt x="108" y="678"/>
                </a:lnTo>
                <a:lnTo>
                  <a:pt x="108" y="678"/>
                </a:lnTo>
                <a:lnTo>
                  <a:pt x="104" y="677"/>
                </a:lnTo>
                <a:lnTo>
                  <a:pt x="100" y="677"/>
                </a:lnTo>
                <a:lnTo>
                  <a:pt x="100" y="676"/>
                </a:lnTo>
                <a:lnTo>
                  <a:pt x="100" y="676"/>
                </a:lnTo>
                <a:lnTo>
                  <a:pt x="97" y="676"/>
                </a:lnTo>
                <a:lnTo>
                  <a:pt x="95" y="677"/>
                </a:lnTo>
                <a:lnTo>
                  <a:pt x="93" y="677"/>
                </a:lnTo>
                <a:lnTo>
                  <a:pt x="93" y="677"/>
                </a:lnTo>
                <a:lnTo>
                  <a:pt x="93" y="676"/>
                </a:lnTo>
                <a:lnTo>
                  <a:pt x="93" y="676"/>
                </a:lnTo>
                <a:lnTo>
                  <a:pt x="92" y="674"/>
                </a:lnTo>
                <a:lnTo>
                  <a:pt x="92" y="674"/>
                </a:lnTo>
                <a:lnTo>
                  <a:pt x="92" y="673"/>
                </a:lnTo>
                <a:lnTo>
                  <a:pt x="92" y="672"/>
                </a:lnTo>
                <a:lnTo>
                  <a:pt x="91" y="672"/>
                </a:lnTo>
                <a:lnTo>
                  <a:pt x="91" y="672"/>
                </a:lnTo>
                <a:lnTo>
                  <a:pt x="91" y="673"/>
                </a:lnTo>
                <a:lnTo>
                  <a:pt x="91" y="673"/>
                </a:lnTo>
                <a:lnTo>
                  <a:pt x="92" y="674"/>
                </a:lnTo>
                <a:lnTo>
                  <a:pt x="92" y="677"/>
                </a:lnTo>
                <a:lnTo>
                  <a:pt x="92" y="677"/>
                </a:lnTo>
                <a:lnTo>
                  <a:pt x="91" y="676"/>
                </a:lnTo>
                <a:lnTo>
                  <a:pt x="89" y="676"/>
                </a:lnTo>
                <a:lnTo>
                  <a:pt x="89" y="674"/>
                </a:lnTo>
                <a:lnTo>
                  <a:pt x="87" y="674"/>
                </a:lnTo>
                <a:lnTo>
                  <a:pt x="87" y="674"/>
                </a:lnTo>
                <a:lnTo>
                  <a:pt x="87" y="674"/>
                </a:lnTo>
                <a:lnTo>
                  <a:pt x="88" y="676"/>
                </a:lnTo>
                <a:lnTo>
                  <a:pt x="88" y="676"/>
                </a:lnTo>
                <a:lnTo>
                  <a:pt x="87" y="676"/>
                </a:lnTo>
                <a:lnTo>
                  <a:pt x="86" y="676"/>
                </a:lnTo>
                <a:lnTo>
                  <a:pt x="83" y="673"/>
                </a:lnTo>
                <a:lnTo>
                  <a:pt x="83" y="673"/>
                </a:lnTo>
                <a:lnTo>
                  <a:pt x="79" y="673"/>
                </a:lnTo>
                <a:lnTo>
                  <a:pt x="79" y="673"/>
                </a:lnTo>
                <a:lnTo>
                  <a:pt x="76" y="672"/>
                </a:lnTo>
                <a:lnTo>
                  <a:pt x="74" y="672"/>
                </a:lnTo>
                <a:lnTo>
                  <a:pt x="74" y="672"/>
                </a:lnTo>
                <a:lnTo>
                  <a:pt x="75" y="671"/>
                </a:lnTo>
                <a:lnTo>
                  <a:pt x="75" y="671"/>
                </a:lnTo>
                <a:lnTo>
                  <a:pt x="74" y="671"/>
                </a:lnTo>
                <a:lnTo>
                  <a:pt x="72" y="671"/>
                </a:lnTo>
                <a:lnTo>
                  <a:pt x="71" y="669"/>
                </a:lnTo>
                <a:lnTo>
                  <a:pt x="71" y="669"/>
                </a:lnTo>
                <a:lnTo>
                  <a:pt x="72" y="668"/>
                </a:lnTo>
                <a:lnTo>
                  <a:pt x="72" y="669"/>
                </a:lnTo>
                <a:lnTo>
                  <a:pt x="74" y="668"/>
                </a:lnTo>
                <a:lnTo>
                  <a:pt x="74" y="668"/>
                </a:lnTo>
                <a:lnTo>
                  <a:pt x="72" y="668"/>
                </a:lnTo>
                <a:lnTo>
                  <a:pt x="72" y="668"/>
                </a:lnTo>
                <a:lnTo>
                  <a:pt x="71" y="668"/>
                </a:lnTo>
                <a:lnTo>
                  <a:pt x="70" y="668"/>
                </a:lnTo>
                <a:lnTo>
                  <a:pt x="70" y="668"/>
                </a:lnTo>
                <a:lnTo>
                  <a:pt x="71" y="669"/>
                </a:lnTo>
                <a:lnTo>
                  <a:pt x="71" y="671"/>
                </a:lnTo>
                <a:lnTo>
                  <a:pt x="71" y="672"/>
                </a:lnTo>
                <a:lnTo>
                  <a:pt x="71" y="672"/>
                </a:lnTo>
                <a:lnTo>
                  <a:pt x="69" y="671"/>
                </a:lnTo>
                <a:lnTo>
                  <a:pt x="69" y="671"/>
                </a:lnTo>
                <a:lnTo>
                  <a:pt x="70" y="671"/>
                </a:lnTo>
                <a:lnTo>
                  <a:pt x="70" y="671"/>
                </a:lnTo>
                <a:lnTo>
                  <a:pt x="69" y="667"/>
                </a:lnTo>
                <a:lnTo>
                  <a:pt x="66" y="664"/>
                </a:lnTo>
                <a:lnTo>
                  <a:pt x="66" y="664"/>
                </a:lnTo>
                <a:lnTo>
                  <a:pt x="65" y="664"/>
                </a:lnTo>
                <a:lnTo>
                  <a:pt x="65" y="666"/>
                </a:lnTo>
                <a:lnTo>
                  <a:pt x="65" y="666"/>
                </a:lnTo>
                <a:lnTo>
                  <a:pt x="64" y="666"/>
                </a:lnTo>
                <a:lnTo>
                  <a:pt x="64" y="666"/>
                </a:lnTo>
                <a:lnTo>
                  <a:pt x="62" y="662"/>
                </a:lnTo>
                <a:lnTo>
                  <a:pt x="63" y="661"/>
                </a:lnTo>
                <a:lnTo>
                  <a:pt x="63" y="661"/>
                </a:lnTo>
                <a:lnTo>
                  <a:pt x="62" y="659"/>
                </a:lnTo>
                <a:lnTo>
                  <a:pt x="60" y="659"/>
                </a:lnTo>
                <a:lnTo>
                  <a:pt x="60" y="659"/>
                </a:lnTo>
                <a:lnTo>
                  <a:pt x="60" y="657"/>
                </a:lnTo>
                <a:lnTo>
                  <a:pt x="59" y="656"/>
                </a:lnTo>
                <a:lnTo>
                  <a:pt x="58" y="657"/>
                </a:lnTo>
                <a:lnTo>
                  <a:pt x="58" y="657"/>
                </a:lnTo>
                <a:lnTo>
                  <a:pt x="58" y="659"/>
                </a:lnTo>
                <a:lnTo>
                  <a:pt x="58" y="659"/>
                </a:lnTo>
                <a:lnTo>
                  <a:pt x="57" y="658"/>
                </a:lnTo>
                <a:lnTo>
                  <a:pt x="57" y="658"/>
                </a:lnTo>
                <a:lnTo>
                  <a:pt x="57" y="659"/>
                </a:lnTo>
                <a:lnTo>
                  <a:pt x="58" y="662"/>
                </a:lnTo>
                <a:lnTo>
                  <a:pt x="58" y="662"/>
                </a:lnTo>
                <a:lnTo>
                  <a:pt x="62" y="664"/>
                </a:lnTo>
                <a:lnTo>
                  <a:pt x="62" y="664"/>
                </a:lnTo>
                <a:lnTo>
                  <a:pt x="60" y="664"/>
                </a:lnTo>
                <a:lnTo>
                  <a:pt x="59" y="664"/>
                </a:lnTo>
                <a:lnTo>
                  <a:pt x="57" y="662"/>
                </a:lnTo>
                <a:lnTo>
                  <a:pt x="57" y="662"/>
                </a:lnTo>
                <a:lnTo>
                  <a:pt x="53" y="657"/>
                </a:lnTo>
                <a:lnTo>
                  <a:pt x="56" y="656"/>
                </a:lnTo>
                <a:lnTo>
                  <a:pt x="56" y="656"/>
                </a:lnTo>
                <a:lnTo>
                  <a:pt x="53" y="653"/>
                </a:lnTo>
                <a:lnTo>
                  <a:pt x="52" y="654"/>
                </a:lnTo>
                <a:lnTo>
                  <a:pt x="52" y="654"/>
                </a:lnTo>
                <a:lnTo>
                  <a:pt x="50" y="652"/>
                </a:lnTo>
                <a:lnTo>
                  <a:pt x="50" y="652"/>
                </a:lnTo>
                <a:lnTo>
                  <a:pt x="52" y="652"/>
                </a:lnTo>
                <a:lnTo>
                  <a:pt x="52" y="652"/>
                </a:lnTo>
                <a:lnTo>
                  <a:pt x="50" y="648"/>
                </a:lnTo>
                <a:lnTo>
                  <a:pt x="48" y="644"/>
                </a:lnTo>
                <a:lnTo>
                  <a:pt x="48" y="644"/>
                </a:lnTo>
                <a:lnTo>
                  <a:pt x="50" y="644"/>
                </a:lnTo>
                <a:lnTo>
                  <a:pt x="50" y="644"/>
                </a:lnTo>
                <a:lnTo>
                  <a:pt x="48" y="639"/>
                </a:lnTo>
                <a:lnTo>
                  <a:pt x="48" y="639"/>
                </a:lnTo>
                <a:lnTo>
                  <a:pt x="46" y="633"/>
                </a:lnTo>
                <a:lnTo>
                  <a:pt x="46" y="633"/>
                </a:lnTo>
                <a:lnTo>
                  <a:pt x="43" y="632"/>
                </a:lnTo>
                <a:lnTo>
                  <a:pt x="42" y="628"/>
                </a:lnTo>
                <a:lnTo>
                  <a:pt x="42" y="628"/>
                </a:lnTo>
                <a:lnTo>
                  <a:pt x="42" y="629"/>
                </a:lnTo>
                <a:lnTo>
                  <a:pt x="42" y="631"/>
                </a:lnTo>
                <a:lnTo>
                  <a:pt x="43" y="632"/>
                </a:lnTo>
                <a:lnTo>
                  <a:pt x="42" y="633"/>
                </a:lnTo>
                <a:lnTo>
                  <a:pt x="42" y="633"/>
                </a:lnTo>
                <a:lnTo>
                  <a:pt x="42" y="633"/>
                </a:lnTo>
                <a:lnTo>
                  <a:pt x="41" y="631"/>
                </a:lnTo>
                <a:lnTo>
                  <a:pt x="41" y="627"/>
                </a:lnTo>
                <a:lnTo>
                  <a:pt x="41" y="627"/>
                </a:lnTo>
                <a:lnTo>
                  <a:pt x="42" y="627"/>
                </a:lnTo>
                <a:lnTo>
                  <a:pt x="42" y="628"/>
                </a:lnTo>
                <a:lnTo>
                  <a:pt x="42" y="628"/>
                </a:lnTo>
                <a:lnTo>
                  <a:pt x="42" y="627"/>
                </a:lnTo>
                <a:lnTo>
                  <a:pt x="43" y="627"/>
                </a:lnTo>
                <a:lnTo>
                  <a:pt x="45" y="627"/>
                </a:lnTo>
                <a:lnTo>
                  <a:pt x="45" y="626"/>
                </a:lnTo>
                <a:lnTo>
                  <a:pt x="45" y="626"/>
                </a:lnTo>
                <a:lnTo>
                  <a:pt x="45" y="626"/>
                </a:lnTo>
                <a:lnTo>
                  <a:pt x="43" y="626"/>
                </a:lnTo>
                <a:lnTo>
                  <a:pt x="43" y="626"/>
                </a:lnTo>
                <a:lnTo>
                  <a:pt x="42" y="626"/>
                </a:lnTo>
                <a:lnTo>
                  <a:pt x="42" y="626"/>
                </a:lnTo>
                <a:lnTo>
                  <a:pt x="42" y="623"/>
                </a:lnTo>
                <a:lnTo>
                  <a:pt x="43" y="623"/>
                </a:lnTo>
                <a:lnTo>
                  <a:pt x="43" y="622"/>
                </a:lnTo>
                <a:lnTo>
                  <a:pt x="43" y="621"/>
                </a:lnTo>
                <a:lnTo>
                  <a:pt x="43" y="621"/>
                </a:lnTo>
                <a:lnTo>
                  <a:pt x="43" y="621"/>
                </a:lnTo>
                <a:lnTo>
                  <a:pt x="42" y="621"/>
                </a:lnTo>
                <a:lnTo>
                  <a:pt x="42" y="621"/>
                </a:lnTo>
                <a:lnTo>
                  <a:pt x="41" y="621"/>
                </a:lnTo>
                <a:lnTo>
                  <a:pt x="41" y="621"/>
                </a:lnTo>
                <a:lnTo>
                  <a:pt x="41" y="619"/>
                </a:lnTo>
                <a:lnTo>
                  <a:pt x="41" y="617"/>
                </a:lnTo>
                <a:lnTo>
                  <a:pt x="41" y="617"/>
                </a:lnTo>
                <a:lnTo>
                  <a:pt x="42" y="617"/>
                </a:lnTo>
                <a:lnTo>
                  <a:pt x="42" y="617"/>
                </a:lnTo>
                <a:lnTo>
                  <a:pt x="41" y="612"/>
                </a:lnTo>
                <a:lnTo>
                  <a:pt x="41" y="608"/>
                </a:lnTo>
                <a:lnTo>
                  <a:pt x="41" y="608"/>
                </a:lnTo>
                <a:lnTo>
                  <a:pt x="40" y="608"/>
                </a:lnTo>
                <a:lnTo>
                  <a:pt x="39" y="609"/>
                </a:lnTo>
                <a:lnTo>
                  <a:pt x="39" y="612"/>
                </a:lnTo>
                <a:lnTo>
                  <a:pt x="39" y="612"/>
                </a:lnTo>
                <a:lnTo>
                  <a:pt x="39" y="612"/>
                </a:lnTo>
                <a:lnTo>
                  <a:pt x="37" y="611"/>
                </a:lnTo>
                <a:lnTo>
                  <a:pt x="39" y="608"/>
                </a:lnTo>
                <a:lnTo>
                  <a:pt x="39" y="608"/>
                </a:lnTo>
                <a:lnTo>
                  <a:pt x="37" y="606"/>
                </a:lnTo>
                <a:lnTo>
                  <a:pt x="37" y="604"/>
                </a:lnTo>
                <a:lnTo>
                  <a:pt x="37" y="604"/>
                </a:lnTo>
                <a:lnTo>
                  <a:pt x="39" y="604"/>
                </a:lnTo>
                <a:lnTo>
                  <a:pt x="39" y="604"/>
                </a:lnTo>
                <a:lnTo>
                  <a:pt x="39" y="607"/>
                </a:lnTo>
                <a:lnTo>
                  <a:pt x="39" y="607"/>
                </a:lnTo>
                <a:lnTo>
                  <a:pt x="40" y="606"/>
                </a:lnTo>
                <a:lnTo>
                  <a:pt x="40" y="603"/>
                </a:lnTo>
                <a:lnTo>
                  <a:pt x="40" y="603"/>
                </a:lnTo>
                <a:lnTo>
                  <a:pt x="42" y="604"/>
                </a:lnTo>
                <a:lnTo>
                  <a:pt x="43" y="603"/>
                </a:lnTo>
                <a:lnTo>
                  <a:pt x="43" y="603"/>
                </a:lnTo>
                <a:lnTo>
                  <a:pt x="41" y="603"/>
                </a:lnTo>
                <a:lnTo>
                  <a:pt x="41" y="603"/>
                </a:lnTo>
                <a:lnTo>
                  <a:pt x="40" y="602"/>
                </a:lnTo>
                <a:lnTo>
                  <a:pt x="40" y="602"/>
                </a:lnTo>
                <a:lnTo>
                  <a:pt x="39" y="602"/>
                </a:lnTo>
                <a:lnTo>
                  <a:pt x="39" y="602"/>
                </a:lnTo>
                <a:lnTo>
                  <a:pt x="37" y="603"/>
                </a:lnTo>
                <a:lnTo>
                  <a:pt x="37" y="602"/>
                </a:lnTo>
                <a:lnTo>
                  <a:pt x="37" y="602"/>
                </a:lnTo>
                <a:lnTo>
                  <a:pt x="37" y="602"/>
                </a:lnTo>
                <a:lnTo>
                  <a:pt x="39" y="602"/>
                </a:lnTo>
                <a:lnTo>
                  <a:pt x="39" y="602"/>
                </a:lnTo>
                <a:lnTo>
                  <a:pt x="39" y="598"/>
                </a:lnTo>
                <a:lnTo>
                  <a:pt x="39" y="594"/>
                </a:lnTo>
                <a:lnTo>
                  <a:pt x="39" y="594"/>
                </a:lnTo>
                <a:lnTo>
                  <a:pt x="40" y="594"/>
                </a:lnTo>
                <a:lnTo>
                  <a:pt x="40" y="596"/>
                </a:lnTo>
                <a:lnTo>
                  <a:pt x="40" y="597"/>
                </a:lnTo>
                <a:lnTo>
                  <a:pt x="40" y="597"/>
                </a:lnTo>
                <a:lnTo>
                  <a:pt x="40" y="597"/>
                </a:lnTo>
                <a:lnTo>
                  <a:pt x="41" y="596"/>
                </a:lnTo>
                <a:lnTo>
                  <a:pt x="41" y="593"/>
                </a:lnTo>
                <a:lnTo>
                  <a:pt x="41" y="593"/>
                </a:lnTo>
                <a:lnTo>
                  <a:pt x="41" y="593"/>
                </a:lnTo>
                <a:lnTo>
                  <a:pt x="41" y="593"/>
                </a:lnTo>
                <a:lnTo>
                  <a:pt x="40" y="593"/>
                </a:lnTo>
                <a:lnTo>
                  <a:pt x="40" y="593"/>
                </a:lnTo>
                <a:lnTo>
                  <a:pt x="39" y="593"/>
                </a:lnTo>
                <a:lnTo>
                  <a:pt x="39" y="592"/>
                </a:lnTo>
                <a:lnTo>
                  <a:pt x="39" y="592"/>
                </a:lnTo>
                <a:lnTo>
                  <a:pt x="37" y="592"/>
                </a:lnTo>
                <a:lnTo>
                  <a:pt x="37" y="592"/>
                </a:lnTo>
                <a:lnTo>
                  <a:pt x="37" y="588"/>
                </a:lnTo>
                <a:lnTo>
                  <a:pt x="37" y="587"/>
                </a:lnTo>
                <a:lnTo>
                  <a:pt x="37" y="586"/>
                </a:lnTo>
                <a:lnTo>
                  <a:pt x="37" y="586"/>
                </a:lnTo>
                <a:lnTo>
                  <a:pt x="37" y="584"/>
                </a:lnTo>
                <a:lnTo>
                  <a:pt x="37" y="582"/>
                </a:lnTo>
                <a:lnTo>
                  <a:pt x="37" y="574"/>
                </a:lnTo>
                <a:lnTo>
                  <a:pt x="37" y="574"/>
                </a:lnTo>
                <a:lnTo>
                  <a:pt x="37" y="572"/>
                </a:lnTo>
                <a:lnTo>
                  <a:pt x="39" y="569"/>
                </a:lnTo>
                <a:lnTo>
                  <a:pt x="39" y="569"/>
                </a:lnTo>
                <a:lnTo>
                  <a:pt x="39" y="569"/>
                </a:lnTo>
                <a:lnTo>
                  <a:pt x="37" y="568"/>
                </a:lnTo>
                <a:lnTo>
                  <a:pt x="37" y="568"/>
                </a:lnTo>
                <a:lnTo>
                  <a:pt x="39" y="558"/>
                </a:lnTo>
                <a:lnTo>
                  <a:pt x="39" y="554"/>
                </a:lnTo>
                <a:lnTo>
                  <a:pt x="40" y="549"/>
                </a:lnTo>
                <a:lnTo>
                  <a:pt x="40" y="549"/>
                </a:lnTo>
                <a:lnTo>
                  <a:pt x="40" y="549"/>
                </a:lnTo>
                <a:lnTo>
                  <a:pt x="39" y="548"/>
                </a:lnTo>
                <a:lnTo>
                  <a:pt x="39" y="548"/>
                </a:lnTo>
                <a:lnTo>
                  <a:pt x="40" y="547"/>
                </a:lnTo>
                <a:lnTo>
                  <a:pt x="40" y="546"/>
                </a:lnTo>
                <a:lnTo>
                  <a:pt x="40" y="546"/>
                </a:lnTo>
                <a:lnTo>
                  <a:pt x="41" y="546"/>
                </a:lnTo>
                <a:lnTo>
                  <a:pt x="41" y="547"/>
                </a:lnTo>
                <a:lnTo>
                  <a:pt x="42" y="548"/>
                </a:lnTo>
                <a:lnTo>
                  <a:pt x="42" y="548"/>
                </a:lnTo>
                <a:lnTo>
                  <a:pt x="41" y="549"/>
                </a:lnTo>
                <a:lnTo>
                  <a:pt x="40" y="552"/>
                </a:lnTo>
                <a:lnTo>
                  <a:pt x="41" y="553"/>
                </a:lnTo>
                <a:lnTo>
                  <a:pt x="41" y="553"/>
                </a:lnTo>
                <a:lnTo>
                  <a:pt x="41" y="553"/>
                </a:lnTo>
                <a:lnTo>
                  <a:pt x="42" y="552"/>
                </a:lnTo>
                <a:lnTo>
                  <a:pt x="42" y="549"/>
                </a:lnTo>
                <a:lnTo>
                  <a:pt x="42" y="549"/>
                </a:lnTo>
                <a:lnTo>
                  <a:pt x="45" y="549"/>
                </a:lnTo>
                <a:lnTo>
                  <a:pt x="45" y="549"/>
                </a:lnTo>
                <a:lnTo>
                  <a:pt x="45" y="546"/>
                </a:lnTo>
                <a:lnTo>
                  <a:pt x="45" y="546"/>
                </a:lnTo>
                <a:lnTo>
                  <a:pt x="45" y="546"/>
                </a:lnTo>
                <a:lnTo>
                  <a:pt x="43" y="546"/>
                </a:lnTo>
                <a:lnTo>
                  <a:pt x="43" y="547"/>
                </a:lnTo>
                <a:lnTo>
                  <a:pt x="42" y="547"/>
                </a:lnTo>
                <a:lnTo>
                  <a:pt x="42" y="547"/>
                </a:lnTo>
                <a:lnTo>
                  <a:pt x="41" y="544"/>
                </a:lnTo>
                <a:lnTo>
                  <a:pt x="41" y="543"/>
                </a:lnTo>
                <a:lnTo>
                  <a:pt x="40" y="544"/>
                </a:lnTo>
                <a:lnTo>
                  <a:pt x="40" y="544"/>
                </a:lnTo>
                <a:lnTo>
                  <a:pt x="40" y="542"/>
                </a:lnTo>
                <a:lnTo>
                  <a:pt x="40" y="541"/>
                </a:lnTo>
                <a:lnTo>
                  <a:pt x="41" y="539"/>
                </a:lnTo>
                <a:lnTo>
                  <a:pt x="41" y="539"/>
                </a:lnTo>
                <a:lnTo>
                  <a:pt x="40" y="537"/>
                </a:lnTo>
                <a:lnTo>
                  <a:pt x="40" y="534"/>
                </a:lnTo>
                <a:lnTo>
                  <a:pt x="41" y="528"/>
                </a:lnTo>
                <a:lnTo>
                  <a:pt x="41" y="528"/>
                </a:lnTo>
                <a:lnTo>
                  <a:pt x="40" y="511"/>
                </a:lnTo>
                <a:lnTo>
                  <a:pt x="40" y="511"/>
                </a:lnTo>
                <a:lnTo>
                  <a:pt x="40" y="509"/>
                </a:lnTo>
                <a:lnTo>
                  <a:pt x="41" y="508"/>
                </a:lnTo>
                <a:lnTo>
                  <a:pt x="41" y="508"/>
                </a:lnTo>
                <a:lnTo>
                  <a:pt x="41" y="507"/>
                </a:lnTo>
                <a:lnTo>
                  <a:pt x="41" y="506"/>
                </a:lnTo>
                <a:lnTo>
                  <a:pt x="41" y="506"/>
                </a:lnTo>
                <a:lnTo>
                  <a:pt x="40" y="504"/>
                </a:lnTo>
                <a:lnTo>
                  <a:pt x="40" y="504"/>
                </a:lnTo>
                <a:lnTo>
                  <a:pt x="40" y="503"/>
                </a:lnTo>
                <a:lnTo>
                  <a:pt x="40" y="503"/>
                </a:lnTo>
                <a:lnTo>
                  <a:pt x="41" y="502"/>
                </a:lnTo>
                <a:lnTo>
                  <a:pt x="41" y="503"/>
                </a:lnTo>
                <a:lnTo>
                  <a:pt x="42" y="504"/>
                </a:lnTo>
                <a:lnTo>
                  <a:pt x="42" y="504"/>
                </a:lnTo>
                <a:lnTo>
                  <a:pt x="43" y="506"/>
                </a:lnTo>
                <a:lnTo>
                  <a:pt x="43" y="506"/>
                </a:lnTo>
                <a:lnTo>
                  <a:pt x="43" y="508"/>
                </a:lnTo>
                <a:lnTo>
                  <a:pt x="43" y="508"/>
                </a:lnTo>
                <a:lnTo>
                  <a:pt x="45" y="508"/>
                </a:lnTo>
                <a:lnTo>
                  <a:pt x="45" y="508"/>
                </a:lnTo>
                <a:lnTo>
                  <a:pt x="45" y="508"/>
                </a:lnTo>
                <a:lnTo>
                  <a:pt x="45" y="507"/>
                </a:lnTo>
                <a:lnTo>
                  <a:pt x="45" y="507"/>
                </a:lnTo>
                <a:lnTo>
                  <a:pt x="46" y="507"/>
                </a:lnTo>
                <a:lnTo>
                  <a:pt x="46" y="506"/>
                </a:lnTo>
                <a:lnTo>
                  <a:pt x="46" y="504"/>
                </a:lnTo>
                <a:lnTo>
                  <a:pt x="46" y="504"/>
                </a:lnTo>
                <a:lnTo>
                  <a:pt x="46" y="504"/>
                </a:lnTo>
                <a:lnTo>
                  <a:pt x="45" y="506"/>
                </a:lnTo>
                <a:lnTo>
                  <a:pt x="45" y="507"/>
                </a:lnTo>
                <a:lnTo>
                  <a:pt x="45" y="507"/>
                </a:lnTo>
                <a:lnTo>
                  <a:pt x="45" y="507"/>
                </a:lnTo>
                <a:lnTo>
                  <a:pt x="45" y="502"/>
                </a:lnTo>
                <a:lnTo>
                  <a:pt x="46" y="497"/>
                </a:lnTo>
                <a:lnTo>
                  <a:pt x="46" y="497"/>
                </a:lnTo>
                <a:lnTo>
                  <a:pt x="45" y="498"/>
                </a:lnTo>
                <a:lnTo>
                  <a:pt x="45" y="499"/>
                </a:lnTo>
                <a:lnTo>
                  <a:pt x="45" y="501"/>
                </a:lnTo>
                <a:lnTo>
                  <a:pt x="43" y="502"/>
                </a:lnTo>
                <a:lnTo>
                  <a:pt x="43" y="502"/>
                </a:lnTo>
                <a:lnTo>
                  <a:pt x="42" y="502"/>
                </a:lnTo>
                <a:lnTo>
                  <a:pt x="41" y="502"/>
                </a:lnTo>
                <a:lnTo>
                  <a:pt x="40" y="501"/>
                </a:lnTo>
                <a:lnTo>
                  <a:pt x="40" y="501"/>
                </a:lnTo>
                <a:lnTo>
                  <a:pt x="40" y="493"/>
                </a:lnTo>
                <a:lnTo>
                  <a:pt x="41" y="486"/>
                </a:lnTo>
                <a:lnTo>
                  <a:pt x="41" y="486"/>
                </a:lnTo>
                <a:lnTo>
                  <a:pt x="40" y="479"/>
                </a:lnTo>
                <a:lnTo>
                  <a:pt x="41" y="474"/>
                </a:lnTo>
                <a:lnTo>
                  <a:pt x="41" y="474"/>
                </a:lnTo>
                <a:lnTo>
                  <a:pt x="39" y="474"/>
                </a:lnTo>
                <a:lnTo>
                  <a:pt x="37" y="476"/>
                </a:lnTo>
                <a:lnTo>
                  <a:pt x="37" y="476"/>
                </a:lnTo>
                <a:lnTo>
                  <a:pt x="37" y="476"/>
                </a:lnTo>
                <a:lnTo>
                  <a:pt x="36" y="474"/>
                </a:lnTo>
                <a:lnTo>
                  <a:pt x="36" y="473"/>
                </a:lnTo>
                <a:lnTo>
                  <a:pt x="36" y="473"/>
                </a:lnTo>
                <a:lnTo>
                  <a:pt x="35" y="473"/>
                </a:lnTo>
                <a:lnTo>
                  <a:pt x="35" y="474"/>
                </a:lnTo>
                <a:lnTo>
                  <a:pt x="36" y="476"/>
                </a:lnTo>
                <a:lnTo>
                  <a:pt x="36" y="476"/>
                </a:lnTo>
                <a:lnTo>
                  <a:pt x="35" y="482"/>
                </a:lnTo>
                <a:lnTo>
                  <a:pt x="35" y="482"/>
                </a:lnTo>
                <a:lnTo>
                  <a:pt x="36" y="483"/>
                </a:lnTo>
                <a:lnTo>
                  <a:pt x="36" y="483"/>
                </a:lnTo>
                <a:lnTo>
                  <a:pt x="36" y="483"/>
                </a:lnTo>
                <a:lnTo>
                  <a:pt x="36" y="486"/>
                </a:lnTo>
                <a:lnTo>
                  <a:pt x="35" y="488"/>
                </a:lnTo>
                <a:lnTo>
                  <a:pt x="35" y="488"/>
                </a:lnTo>
                <a:lnTo>
                  <a:pt x="35" y="488"/>
                </a:lnTo>
                <a:lnTo>
                  <a:pt x="36" y="488"/>
                </a:lnTo>
                <a:lnTo>
                  <a:pt x="36" y="488"/>
                </a:lnTo>
                <a:lnTo>
                  <a:pt x="37" y="488"/>
                </a:lnTo>
                <a:lnTo>
                  <a:pt x="37" y="488"/>
                </a:lnTo>
                <a:lnTo>
                  <a:pt x="36" y="492"/>
                </a:lnTo>
                <a:lnTo>
                  <a:pt x="36" y="494"/>
                </a:lnTo>
                <a:lnTo>
                  <a:pt x="36" y="498"/>
                </a:lnTo>
                <a:lnTo>
                  <a:pt x="36" y="501"/>
                </a:lnTo>
                <a:lnTo>
                  <a:pt x="36" y="501"/>
                </a:lnTo>
                <a:lnTo>
                  <a:pt x="35" y="501"/>
                </a:lnTo>
                <a:lnTo>
                  <a:pt x="34" y="502"/>
                </a:lnTo>
                <a:lnTo>
                  <a:pt x="34" y="503"/>
                </a:lnTo>
                <a:lnTo>
                  <a:pt x="33" y="504"/>
                </a:lnTo>
                <a:lnTo>
                  <a:pt x="33" y="504"/>
                </a:lnTo>
                <a:lnTo>
                  <a:pt x="33" y="504"/>
                </a:lnTo>
                <a:lnTo>
                  <a:pt x="34" y="504"/>
                </a:lnTo>
                <a:lnTo>
                  <a:pt x="35" y="506"/>
                </a:lnTo>
                <a:lnTo>
                  <a:pt x="35" y="506"/>
                </a:lnTo>
                <a:lnTo>
                  <a:pt x="35" y="506"/>
                </a:lnTo>
                <a:lnTo>
                  <a:pt x="35" y="506"/>
                </a:lnTo>
                <a:lnTo>
                  <a:pt x="35" y="504"/>
                </a:lnTo>
                <a:lnTo>
                  <a:pt x="35" y="504"/>
                </a:lnTo>
                <a:lnTo>
                  <a:pt x="36" y="503"/>
                </a:lnTo>
                <a:lnTo>
                  <a:pt x="36" y="504"/>
                </a:lnTo>
                <a:lnTo>
                  <a:pt x="36" y="506"/>
                </a:lnTo>
                <a:lnTo>
                  <a:pt x="36" y="506"/>
                </a:lnTo>
                <a:lnTo>
                  <a:pt x="35" y="508"/>
                </a:lnTo>
                <a:lnTo>
                  <a:pt x="34" y="511"/>
                </a:lnTo>
                <a:lnTo>
                  <a:pt x="34" y="511"/>
                </a:lnTo>
                <a:lnTo>
                  <a:pt x="35" y="511"/>
                </a:lnTo>
                <a:lnTo>
                  <a:pt x="35" y="509"/>
                </a:lnTo>
                <a:lnTo>
                  <a:pt x="35" y="508"/>
                </a:lnTo>
                <a:lnTo>
                  <a:pt x="35" y="508"/>
                </a:lnTo>
                <a:lnTo>
                  <a:pt x="36" y="508"/>
                </a:lnTo>
                <a:lnTo>
                  <a:pt x="36" y="509"/>
                </a:lnTo>
                <a:lnTo>
                  <a:pt x="36" y="511"/>
                </a:lnTo>
                <a:lnTo>
                  <a:pt x="36" y="511"/>
                </a:lnTo>
                <a:lnTo>
                  <a:pt x="36" y="516"/>
                </a:lnTo>
                <a:lnTo>
                  <a:pt x="36" y="521"/>
                </a:lnTo>
                <a:lnTo>
                  <a:pt x="36" y="521"/>
                </a:lnTo>
                <a:lnTo>
                  <a:pt x="35" y="521"/>
                </a:lnTo>
                <a:lnTo>
                  <a:pt x="35" y="519"/>
                </a:lnTo>
                <a:lnTo>
                  <a:pt x="35" y="519"/>
                </a:lnTo>
                <a:lnTo>
                  <a:pt x="34" y="519"/>
                </a:lnTo>
                <a:lnTo>
                  <a:pt x="34" y="521"/>
                </a:lnTo>
                <a:lnTo>
                  <a:pt x="36" y="523"/>
                </a:lnTo>
                <a:lnTo>
                  <a:pt x="36" y="523"/>
                </a:lnTo>
                <a:lnTo>
                  <a:pt x="36" y="526"/>
                </a:lnTo>
                <a:lnTo>
                  <a:pt x="35" y="528"/>
                </a:lnTo>
                <a:lnTo>
                  <a:pt x="34" y="529"/>
                </a:lnTo>
                <a:lnTo>
                  <a:pt x="34" y="532"/>
                </a:lnTo>
                <a:lnTo>
                  <a:pt x="34" y="532"/>
                </a:lnTo>
                <a:lnTo>
                  <a:pt x="35" y="532"/>
                </a:lnTo>
                <a:lnTo>
                  <a:pt x="35" y="531"/>
                </a:lnTo>
                <a:lnTo>
                  <a:pt x="35" y="528"/>
                </a:lnTo>
                <a:lnTo>
                  <a:pt x="35" y="528"/>
                </a:lnTo>
                <a:lnTo>
                  <a:pt x="36" y="532"/>
                </a:lnTo>
                <a:lnTo>
                  <a:pt x="36" y="536"/>
                </a:lnTo>
                <a:lnTo>
                  <a:pt x="36" y="536"/>
                </a:lnTo>
                <a:lnTo>
                  <a:pt x="35" y="542"/>
                </a:lnTo>
                <a:lnTo>
                  <a:pt x="35" y="542"/>
                </a:lnTo>
                <a:lnTo>
                  <a:pt x="36" y="543"/>
                </a:lnTo>
                <a:lnTo>
                  <a:pt x="36" y="543"/>
                </a:lnTo>
                <a:lnTo>
                  <a:pt x="35" y="543"/>
                </a:lnTo>
                <a:lnTo>
                  <a:pt x="35" y="543"/>
                </a:lnTo>
                <a:lnTo>
                  <a:pt x="35" y="543"/>
                </a:lnTo>
                <a:lnTo>
                  <a:pt x="36" y="547"/>
                </a:lnTo>
                <a:lnTo>
                  <a:pt x="36" y="547"/>
                </a:lnTo>
                <a:lnTo>
                  <a:pt x="35" y="549"/>
                </a:lnTo>
                <a:lnTo>
                  <a:pt x="34" y="551"/>
                </a:lnTo>
                <a:lnTo>
                  <a:pt x="34" y="551"/>
                </a:lnTo>
                <a:lnTo>
                  <a:pt x="34" y="552"/>
                </a:lnTo>
                <a:lnTo>
                  <a:pt x="35" y="552"/>
                </a:lnTo>
                <a:lnTo>
                  <a:pt x="35" y="552"/>
                </a:lnTo>
                <a:lnTo>
                  <a:pt x="35" y="559"/>
                </a:lnTo>
                <a:lnTo>
                  <a:pt x="34" y="563"/>
                </a:lnTo>
                <a:lnTo>
                  <a:pt x="33" y="566"/>
                </a:lnTo>
                <a:lnTo>
                  <a:pt x="33" y="566"/>
                </a:lnTo>
                <a:lnTo>
                  <a:pt x="34" y="567"/>
                </a:lnTo>
                <a:lnTo>
                  <a:pt x="34" y="566"/>
                </a:lnTo>
                <a:lnTo>
                  <a:pt x="34" y="566"/>
                </a:lnTo>
                <a:lnTo>
                  <a:pt x="34" y="571"/>
                </a:lnTo>
                <a:lnTo>
                  <a:pt x="31" y="574"/>
                </a:lnTo>
                <a:lnTo>
                  <a:pt x="31" y="574"/>
                </a:lnTo>
                <a:lnTo>
                  <a:pt x="34" y="579"/>
                </a:lnTo>
                <a:lnTo>
                  <a:pt x="34" y="579"/>
                </a:lnTo>
                <a:lnTo>
                  <a:pt x="29" y="596"/>
                </a:lnTo>
                <a:lnTo>
                  <a:pt x="29" y="596"/>
                </a:lnTo>
                <a:lnTo>
                  <a:pt x="27" y="598"/>
                </a:lnTo>
                <a:lnTo>
                  <a:pt x="23" y="598"/>
                </a:lnTo>
                <a:lnTo>
                  <a:pt x="23" y="598"/>
                </a:lnTo>
                <a:lnTo>
                  <a:pt x="24" y="606"/>
                </a:lnTo>
                <a:lnTo>
                  <a:pt x="23" y="613"/>
                </a:lnTo>
                <a:lnTo>
                  <a:pt x="23" y="613"/>
                </a:lnTo>
                <a:lnTo>
                  <a:pt x="25" y="614"/>
                </a:lnTo>
                <a:lnTo>
                  <a:pt x="25" y="614"/>
                </a:lnTo>
                <a:lnTo>
                  <a:pt x="25" y="618"/>
                </a:lnTo>
                <a:lnTo>
                  <a:pt x="25" y="618"/>
                </a:lnTo>
                <a:lnTo>
                  <a:pt x="25" y="618"/>
                </a:lnTo>
                <a:lnTo>
                  <a:pt x="25" y="618"/>
                </a:lnTo>
                <a:lnTo>
                  <a:pt x="27" y="617"/>
                </a:lnTo>
                <a:lnTo>
                  <a:pt x="27" y="617"/>
                </a:lnTo>
                <a:lnTo>
                  <a:pt x="27" y="614"/>
                </a:lnTo>
                <a:lnTo>
                  <a:pt x="25" y="613"/>
                </a:lnTo>
                <a:lnTo>
                  <a:pt x="25" y="612"/>
                </a:lnTo>
                <a:lnTo>
                  <a:pt x="25" y="611"/>
                </a:lnTo>
                <a:lnTo>
                  <a:pt x="25" y="611"/>
                </a:lnTo>
                <a:lnTo>
                  <a:pt x="27" y="613"/>
                </a:lnTo>
                <a:lnTo>
                  <a:pt x="28" y="617"/>
                </a:lnTo>
                <a:lnTo>
                  <a:pt x="28" y="617"/>
                </a:lnTo>
                <a:lnTo>
                  <a:pt x="29" y="614"/>
                </a:lnTo>
                <a:lnTo>
                  <a:pt x="29" y="614"/>
                </a:lnTo>
                <a:lnTo>
                  <a:pt x="29" y="616"/>
                </a:lnTo>
                <a:lnTo>
                  <a:pt x="29" y="616"/>
                </a:lnTo>
                <a:lnTo>
                  <a:pt x="29" y="616"/>
                </a:lnTo>
                <a:lnTo>
                  <a:pt x="28" y="617"/>
                </a:lnTo>
                <a:lnTo>
                  <a:pt x="27" y="618"/>
                </a:lnTo>
                <a:lnTo>
                  <a:pt x="27" y="618"/>
                </a:lnTo>
                <a:lnTo>
                  <a:pt x="27" y="621"/>
                </a:lnTo>
                <a:lnTo>
                  <a:pt x="27" y="621"/>
                </a:lnTo>
                <a:lnTo>
                  <a:pt x="27" y="623"/>
                </a:lnTo>
                <a:lnTo>
                  <a:pt x="27" y="623"/>
                </a:lnTo>
                <a:lnTo>
                  <a:pt x="27" y="624"/>
                </a:lnTo>
                <a:lnTo>
                  <a:pt x="28" y="624"/>
                </a:lnTo>
                <a:lnTo>
                  <a:pt x="28" y="627"/>
                </a:lnTo>
                <a:lnTo>
                  <a:pt x="28" y="627"/>
                </a:lnTo>
                <a:lnTo>
                  <a:pt x="27" y="627"/>
                </a:lnTo>
                <a:lnTo>
                  <a:pt x="27" y="628"/>
                </a:lnTo>
                <a:lnTo>
                  <a:pt x="27" y="631"/>
                </a:lnTo>
                <a:lnTo>
                  <a:pt x="25" y="632"/>
                </a:lnTo>
                <a:lnTo>
                  <a:pt x="25" y="632"/>
                </a:lnTo>
                <a:lnTo>
                  <a:pt x="25" y="632"/>
                </a:lnTo>
                <a:lnTo>
                  <a:pt x="27" y="632"/>
                </a:lnTo>
                <a:lnTo>
                  <a:pt x="28" y="631"/>
                </a:lnTo>
                <a:lnTo>
                  <a:pt x="28" y="632"/>
                </a:lnTo>
                <a:lnTo>
                  <a:pt x="28" y="632"/>
                </a:lnTo>
                <a:lnTo>
                  <a:pt x="28" y="634"/>
                </a:lnTo>
                <a:lnTo>
                  <a:pt x="28" y="634"/>
                </a:lnTo>
                <a:lnTo>
                  <a:pt x="27" y="634"/>
                </a:lnTo>
                <a:lnTo>
                  <a:pt x="27" y="634"/>
                </a:lnTo>
                <a:lnTo>
                  <a:pt x="28" y="636"/>
                </a:lnTo>
                <a:lnTo>
                  <a:pt x="28" y="638"/>
                </a:lnTo>
                <a:lnTo>
                  <a:pt x="29" y="639"/>
                </a:lnTo>
                <a:lnTo>
                  <a:pt x="30" y="639"/>
                </a:lnTo>
                <a:lnTo>
                  <a:pt x="30" y="639"/>
                </a:lnTo>
                <a:lnTo>
                  <a:pt x="30" y="638"/>
                </a:lnTo>
                <a:lnTo>
                  <a:pt x="29" y="637"/>
                </a:lnTo>
                <a:lnTo>
                  <a:pt x="29" y="636"/>
                </a:lnTo>
                <a:lnTo>
                  <a:pt x="29" y="636"/>
                </a:lnTo>
                <a:lnTo>
                  <a:pt x="29" y="636"/>
                </a:lnTo>
                <a:lnTo>
                  <a:pt x="30" y="636"/>
                </a:lnTo>
                <a:lnTo>
                  <a:pt x="30" y="637"/>
                </a:lnTo>
                <a:lnTo>
                  <a:pt x="31" y="639"/>
                </a:lnTo>
                <a:lnTo>
                  <a:pt x="31" y="639"/>
                </a:lnTo>
                <a:lnTo>
                  <a:pt x="33" y="642"/>
                </a:lnTo>
                <a:lnTo>
                  <a:pt x="33" y="642"/>
                </a:lnTo>
                <a:lnTo>
                  <a:pt x="35" y="648"/>
                </a:lnTo>
                <a:lnTo>
                  <a:pt x="35" y="648"/>
                </a:lnTo>
                <a:lnTo>
                  <a:pt x="36" y="651"/>
                </a:lnTo>
                <a:lnTo>
                  <a:pt x="36" y="653"/>
                </a:lnTo>
                <a:lnTo>
                  <a:pt x="36" y="653"/>
                </a:lnTo>
                <a:lnTo>
                  <a:pt x="39" y="657"/>
                </a:lnTo>
                <a:lnTo>
                  <a:pt x="41" y="662"/>
                </a:lnTo>
                <a:lnTo>
                  <a:pt x="41" y="662"/>
                </a:lnTo>
                <a:lnTo>
                  <a:pt x="46" y="664"/>
                </a:lnTo>
                <a:lnTo>
                  <a:pt x="46" y="664"/>
                </a:lnTo>
                <a:lnTo>
                  <a:pt x="45" y="662"/>
                </a:lnTo>
                <a:lnTo>
                  <a:pt x="42" y="661"/>
                </a:lnTo>
                <a:lnTo>
                  <a:pt x="41" y="658"/>
                </a:lnTo>
                <a:lnTo>
                  <a:pt x="40" y="657"/>
                </a:lnTo>
                <a:lnTo>
                  <a:pt x="40" y="657"/>
                </a:lnTo>
                <a:lnTo>
                  <a:pt x="42" y="657"/>
                </a:lnTo>
                <a:lnTo>
                  <a:pt x="43" y="658"/>
                </a:lnTo>
                <a:lnTo>
                  <a:pt x="46" y="662"/>
                </a:lnTo>
                <a:lnTo>
                  <a:pt x="46" y="662"/>
                </a:lnTo>
                <a:lnTo>
                  <a:pt x="47" y="666"/>
                </a:lnTo>
                <a:lnTo>
                  <a:pt x="51" y="669"/>
                </a:lnTo>
                <a:lnTo>
                  <a:pt x="51" y="669"/>
                </a:lnTo>
                <a:lnTo>
                  <a:pt x="51" y="669"/>
                </a:lnTo>
                <a:lnTo>
                  <a:pt x="50" y="669"/>
                </a:lnTo>
                <a:lnTo>
                  <a:pt x="47" y="669"/>
                </a:lnTo>
                <a:lnTo>
                  <a:pt x="47" y="669"/>
                </a:lnTo>
                <a:lnTo>
                  <a:pt x="51" y="671"/>
                </a:lnTo>
                <a:lnTo>
                  <a:pt x="53" y="672"/>
                </a:lnTo>
                <a:lnTo>
                  <a:pt x="53" y="672"/>
                </a:lnTo>
                <a:lnTo>
                  <a:pt x="54" y="673"/>
                </a:lnTo>
                <a:lnTo>
                  <a:pt x="56" y="674"/>
                </a:lnTo>
                <a:lnTo>
                  <a:pt x="58" y="677"/>
                </a:lnTo>
                <a:lnTo>
                  <a:pt x="58" y="677"/>
                </a:lnTo>
                <a:lnTo>
                  <a:pt x="58" y="677"/>
                </a:lnTo>
                <a:lnTo>
                  <a:pt x="57" y="676"/>
                </a:lnTo>
                <a:lnTo>
                  <a:pt x="57" y="674"/>
                </a:lnTo>
                <a:lnTo>
                  <a:pt x="57" y="674"/>
                </a:lnTo>
                <a:lnTo>
                  <a:pt x="57" y="674"/>
                </a:lnTo>
                <a:lnTo>
                  <a:pt x="60" y="676"/>
                </a:lnTo>
                <a:lnTo>
                  <a:pt x="62" y="677"/>
                </a:lnTo>
                <a:lnTo>
                  <a:pt x="63" y="677"/>
                </a:lnTo>
                <a:lnTo>
                  <a:pt x="63" y="677"/>
                </a:lnTo>
                <a:lnTo>
                  <a:pt x="65" y="679"/>
                </a:lnTo>
                <a:lnTo>
                  <a:pt x="66" y="682"/>
                </a:lnTo>
                <a:lnTo>
                  <a:pt x="66" y="682"/>
                </a:lnTo>
                <a:lnTo>
                  <a:pt x="68" y="682"/>
                </a:lnTo>
                <a:lnTo>
                  <a:pt x="69" y="682"/>
                </a:lnTo>
                <a:lnTo>
                  <a:pt x="69" y="681"/>
                </a:lnTo>
                <a:lnTo>
                  <a:pt x="69" y="681"/>
                </a:lnTo>
                <a:lnTo>
                  <a:pt x="71" y="682"/>
                </a:lnTo>
                <a:lnTo>
                  <a:pt x="71" y="682"/>
                </a:lnTo>
                <a:lnTo>
                  <a:pt x="72" y="682"/>
                </a:lnTo>
                <a:lnTo>
                  <a:pt x="72" y="682"/>
                </a:lnTo>
                <a:lnTo>
                  <a:pt x="74" y="682"/>
                </a:lnTo>
                <a:lnTo>
                  <a:pt x="75" y="683"/>
                </a:lnTo>
                <a:lnTo>
                  <a:pt x="76" y="686"/>
                </a:lnTo>
                <a:lnTo>
                  <a:pt x="76" y="686"/>
                </a:lnTo>
                <a:lnTo>
                  <a:pt x="76" y="686"/>
                </a:lnTo>
                <a:lnTo>
                  <a:pt x="76" y="684"/>
                </a:lnTo>
                <a:lnTo>
                  <a:pt x="75" y="683"/>
                </a:lnTo>
                <a:lnTo>
                  <a:pt x="76" y="683"/>
                </a:lnTo>
                <a:lnTo>
                  <a:pt x="76" y="683"/>
                </a:lnTo>
                <a:lnTo>
                  <a:pt x="80" y="684"/>
                </a:lnTo>
                <a:lnTo>
                  <a:pt x="83" y="686"/>
                </a:lnTo>
                <a:lnTo>
                  <a:pt x="89" y="687"/>
                </a:lnTo>
                <a:lnTo>
                  <a:pt x="89" y="687"/>
                </a:lnTo>
                <a:lnTo>
                  <a:pt x="91" y="686"/>
                </a:lnTo>
                <a:lnTo>
                  <a:pt x="92" y="686"/>
                </a:lnTo>
                <a:lnTo>
                  <a:pt x="92" y="686"/>
                </a:lnTo>
                <a:lnTo>
                  <a:pt x="92" y="687"/>
                </a:lnTo>
                <a:lnTo>
                  <a:pt x="92" y="687"/>
                </a:lnTo>
                <a:lnTo>
                  <a:pt x="93" y="688"/>
                </a:lnTo>
                <a:lnTo>
                  <a:pt x="94" y="688"/>
                </a:lnTo>
                <a:lnTo>
                  <a:pt x="94" y="688"/>
                </a:lnTo>
                <a:lnTo>
                  <a:pt x="97" y="687"/>
                </a:lnTo>
                <a:lnTo>
                  <a:pt x="98" y="687"/>
                </a:lnTo>
                <a:lnTo>
                  <a:pt x="98" y="686"/>
                </a:lnTo>
                <a:lnTo>
                  <a:pt x="98" y="686"/>
                </a:lnTo>
                <a:lnTo>
                  <a:pt x="99" y="686"/>
                </a:lnTo>
                <a:lnTo>
                  <a:pt x="99" y="686"/>
                </a:lnTo>
                <a:lnTo>
                  <a:pt x="100" y="687"/>
                </a:lnTo>
                <a:lnTo>
                  <a:pt x="100" y="687"/>
                </a:lnTo>
                <a:lnTo>
                  <a:pt x="100" y="686"/>
                </a:lnTo>
                <a:lnTo>
                  <a:pt x="100" y="686"/>
                </a:lnTo>
                <a:lnTo>
                  <a:pt x="100" y="684"/>
                </a:lnTo>
                <a:lnTo>
                  <a:pt x="100" y="684"/>
                </a:lnTo>
                <a:lnTo>
                  <a:pt x="100" y="684"/>
                </a:lnTo>
                <a:lnTo>
                  <a:pt x="110" y="684"/>
                </a:lnTo>
                <a:lnTo>
                  <a:pt x="117" y="683"/>
                </a:lnTo>
                <a:lnTo>
                  <a:pt x="117" y="683"/>
                </a:lnTo>
                <a:lnTo>
                  <a:pt x="120" y="683"/>
                </a:lnTo>
                <a:lnTo>
                  <a:pt x="120" y="683"/>
                </a:lnTo>
                <a:lnTo>
                  <a:pt x="121" y="682"/>
                </a:lnTo>
                <a:lnTo>
                  <a:pt x="124" y="682"/>
                </a:lnTo>
                <a:lnTo>
                  <a:pt x="124" y="682"/>
                </a:lnTo>
                <a:lnTo>
                  <a:pt x="126" y="682"/>
                </a:lnTo>
                <a:lnTo>
                  <a:pt x="127" y="682"/>
                </a:lnTo>
                <a:lnTo>
                  <a:pt x="127" y="682"/>
                </a:lnTo>
                <a:lnTo>
                  <a:pt x="134" y="681"/>
                </a:lnTo>
                <a:lnTo>
                  <a:pt x="134" y="681"/>
                </a:lnTo>
                <a:lnTo>
                  <a:pt x="138" y="679"/>
                </a:lnTo>
                <a:lnTo>
                  <a:pt x="143" y="679"/>
                </a:lnTo>
                <a:lnTo>
                  <a:pt x="146" y="681"/>
                </a:lnTo>
                <a:lnTo>
                  <a:pt x="149" y="683"/>
                </a:lnTo>
                <a:lnTo>
                  <a:pt x="149" y="683"/>
                </a:lnTo>
                <a:lnTo>
                  <a:pt x="150" y="686"/>
                </a:lnTo>
                <a:lnTo>
                  <a:pt x="151" y="687"/>
                </a:lnTo>
                <a:lnTo>
                  <a:pt x="151" y="687"/>
                </a:lnTo>
                <a:lnTo>
                  <a:pt x="151" y="688"/>
                </a:lnTo>
                <a:lnTo>
                  <a:pt x="149" y="688"/>
                </a:lnTo>
                <a:lnTo>
                  <a:pt x="149" y="688"/>
                </a:lnTo>
                <a:lnTo>
                  <a:pt x="150" y="689"/>
                </a:lnTo>
                <a:lnTo>
                  <a:pt x="150" y="691"/>
                </a:lnTo>
                <a:lnTo>
                  <a:pt x="150" y="693"/>
                </a:lnTo>
                <a:lnTo>
                  <a:pt x="152" y="693"/>
                </a:lnTo>
                <a:lnTo>
                  <a:pt x="152" y="693"/>
                </a:lnTo>
                <a:lnTo>
                  <a:pt x="151" y="694"/>
                </a:lnTo>
                <a:lnTo>
                  <a:pt x="150" y="696"/>
                </a:lnTo>
                <a:lnTo>
                  <a:pt x="150" y="698"/>
                </a:lnTo>
                <a:lnTo>
                  <a:pt x="150" y="698"/>
                </a:lnTo>
                <a:lnTo>
                  <a:pt x="149" y="698"/>
                </a:lnTo>
                <a:lnTo>
                  <a:pt x="147" y="698"/>
                </a:lnTo>
                <a:lnTo>
                  <a:pt x="147" y="699"/>
                </a:lnTo>
                <a:lnTo>
                  <a:pt x="147" y="699"/>
                </a:lnTo>
                <a:lnTo>
                  <a:pt x="138" y="699"/>
                </a:lnTo>
                <a:lnTo>
                  <a:pt x="128" y="701"/>
                </a:lnTo>
                <a:lnTo>
                  <a:pt x="128" y="701"/>
                </a:lnTo>
                <a:lnTo>
                  <a:pt x="124" y="699"/>
                </a:lnTo>
                <a:lnTo>
                  <a:pt x="124" y="699"/>
                </a:lnTo>
                <a:lnTo>
                  <a:pt x="120" y="701"/>
                </a:lnTo>
                <a:lnTo>
                  <a:pt x="120" y="701"/>
                </a:lnTo>
                <a:lnTo>
                  <a:pt x="117" y="701"/>
                </a:lnTo>
                <a:lnTo>
                  <a:pt x="117" y="701"/>
                </a:lnTo>
                <a:lnTo>
                  <a:pt x="114" y="702"/>
                </a:lnTo>
                <a:lnTo>
                  <a:pt x="112" y="702"/>
                </a:lnTo>
                <a:lnTo>
                  <a:pt x="111" y="701"/>
                </a:lnTo>
                <a:lnTo>
                  <a:pt x="111" y="701"/>
                </a:lnTo>
                <a:lnTo>
                  <a:pt x="111" y="702"/>
                </a:lnTo>
                <a:lnTo>
                  <a:pt x="110" y="702"/>
                </a:lnTo>
                <a:lnTo>
                  <a:pt x="110" y="702"/>
                </a:lnTo>
                <a:lnTo>
                  <a:pt x="104" y="702"/>
                </a:lnTo>
                <a:lnTo>
                  <a:pt x="104" y="702"/>
                </a:lnTo>
                <a:lnTo>
                  <a:pt x="101" y="701"/>
                </a:lnTo>
                <a:lnTo>
                  <a:pt x="101" y="701"/>
                </a:lnTo>
                <a:lnTo>
                  <a:pt x="99" y="702"/>
                </a:lnTo>
                <a:lnTo>
                  <a:pt x="99" y="702"/>
                </a:lnTo>
                <a:lnTo>
                  <a:pt x="97" y="702"/>
                </a:lnTo>
                <a:lnTo>
                  <a:pt x="94" y="701"/>
                </a:lnTo>
                <a:lnTo>
                  <a:pt x="94" y="701"/>
                </a:lnTo>
                <a:lnTo>
                  <a:pt x="91" y="702"/>
                </a:lnTo>
                <a:lnTo>
                  <a:pt x="91" y="702"/>
                </a:lnTo>
                <a:lnTo>
                  <a:pt x="87" y="702"/>
                </a:lnTo>
                <a:lnTo>
                  <a:pt x="82" y="701"/>
                </a:lnTo>
                <a:lnTo>
                  <a:pt x="82" y="701"/>
                </a:lnTo>
                <a:lnTo>
                  <a:pt x="81" y="701"/>
                </a:lnTo>
                <a:lnTo>
                  <a:pt x="80" y="701"/>
                </a:lnTo>
                <a:lnTo>
                  <a:pt x="80" y="701"/>
                </a:lnTo>
                <a:lnTo>
                  <a:pt x="71" y="698"/>
                </a:lnTo>
                <a:lnTo>
                  <a:pt x="59" y="694"/>
                </a:lnTo>
                <a:lnTo>
                  <a:pt x="59" y="694"/>
                </a:lnTo>
                <a:lnTo>
                  <a:pt x="59" y="693"/>
                </a:lnTo>
                <a:lnTo>
                  <a:pt x="60" y="692"/>
                </a:lnTo>
                <a:lnTo>
                  <a:pt x="60" y="692"/>
                </a:lnTo>
                <a:lnTo>
                  <a:pt x="59" y="691"/>
                </a:lnTo>
                <a:lnTo>
                  <a:pt x="59" y="691"/>
                </a:lnTo>
                <a:lnTo>
                  <a:pt x="58" y="691"/>
                </a:lnTo>
                <a:lnTo>
                  <a:pt x="58" y="692"/>
                </a:lnTo>
                <a:lnTo>
                  <a:pt x="58" y="692"/>
                </a:lnTo>
                <a:lnTo>
                  <a:pt x="57" y="693"/>
                </a:lnTo>
                <a:lnTo>
                  <a:pt x="57" y="693"/>
                </a:lnTo>
                <a:lnTo>
                  <a:pt x="43" y="682"/>
                </a:lnTo>
                <a:lnTo>
                  <a:pt x="43" y="682"/>
                </a:lnTo>
                <a:lnTo>
                  <a:pt x="45" y="682"/>
                </a:lnTo>
                <a:lnTo>
                  <a:pt x="46" y="683"/>
                </a:lnTo>
                <a:lnTo>
                  <a:pt x="46" y="683"/>
                </a:lnTo>
                <a:lnTo>
                  <a:pt x="45" y="682"/>
                </a:lnTo>
                <a:lnTo>
                  <a:pt x="43" y="681"/>
                </a:lnTo>
                <a:lnTo>
                  <a:pt x="41" y="682"/>
                </a:lnTo>
                <a:lnTo>
                  <a:pt x="41" y="682"/>
                </a:lnTo>
                <a:lnTo>
                  <a:pt x="40" y="681"/>
                </a:lnTo>
                <a:lnTo>
                  <a:pt x="41" y="679"/>
                </a:lnTo>
                <a:lnTo>
                  <a:pt x="42" y="679"/>
                </a:lnTo>
                <a:lnTo>
                  <a:pt x="41" y="679"/>
                </a:lnTo>
                <a:lnTo>
                  <a:pt x="41" y="679"/>
                </a:lnTo>
                <a:lnTo>
                  <a:pt x="40" y="678"/>
                </a:lnTo>
                <a:lnTo>
                  <a:pt x="39" y="678"/>
                </a:lnTo>
                <a:lnTo>
                  <a:pt x="39" y="678"/>
                </a:lnTo>
                <a:lnTo>
                  <a:pt x="35" y="673"/>
                </a:lnTo>
                <a:lnTo>
                  <a:pt x="35" y="673"/>
                </a:lnTo>
                <a:lnTo>
                  <a:pt x="35" y="672"/>
                </a:lnTo>
                <a:lnTo>
                  <a:pt x="36" y="672"/>
                </a:lnTo>
                <a:lnTo>
                  <a:pt x="35" y="669"/>
                </a:lnTo>
                <a:lnTo>
                  <a:pt x="35" y="669"/>
                </a:lnTo>
                <a:lnTo>
                  <a:pt x="34" y="669"/>
                </a:lnTo>
                <a:lnTo>
                  <a:pt x="34" y="671"/>
                </a:lnTo>
                <a:lnTo>
                  <a:pt x="34" y="671"/>
                </a:lnTo>
                <a:lnTo>
                  <a:pt x="31" y="669"/>
                </a:lnTo>
                <a:lnTo>
                  <a:pt x="31" y="669"/>
                </a:lnTo>
                <a:lnTo>
                  <a:pt x="31" y="668"/>
                </a:lnTo>
                <a:lnTo>
                  <a:pt x="31" y="668"/>
                </a:lnTo>
                <a:lnTo>
                  <a:pt x="33" y="668"/>
                </a:lnTo>
                <a:lnTo>
                  <a:pt x="33" y="667"/>
                </a:lnTo>
                <a:lnTo>
                  <a:pt x="33" y="667"/>
                </a:lnTo>
                <a:lnTo>
                  <a:pt x="33" y="666"/>
                </a:lnTo>
                <a:lnTo>
                  <a:pt x="31" y="664"/>
                </a:lnTo>
                <a:lnTo>
                  <a:pt x="31" y="664"/>
                </a:lnTo>
                <a:lnTo>
                  <a:pt x="30" y="663"/>
                </a:lnTo>
                <a:lnTo>
                  <a:pt x="29" y="664"/>
                </a:lnTo>
                <a:lnTo>
                  <a:pt x="28" y="666"/>
                </a:lnTo>
                <a:lnTo>
                  <a:pt x="28" y="666"/>
                </a:lnTo>
                <a:lnTo>
                  <a:pt x="24" y="659"/>
                </a:lnTo>
                <a:lnTo>
                  <a:pt x="24" y="659"/>
                </a:lnTo>
                <a:lnTo>
                  <a:pt x="25" y="659"/>
                </a:lnTo>
                <a:lnTo>
                  <a:pt x="27" y="659"/>
                </a:lnTo>
                <a:lnTo>
                  <a:pt x="27" y="659"/>
                </a:lnTo>
                <a:lnTo>
                  <a:pt x="25" y="657"/>
                </a:lnTo>
                <a:lnTo>
                  <a:pt x="24" y="656"/>
                </a:lnTo>
                <a:lnTo>
                  <a:pt x="23" y="657"/>
                </a:lnTo>
                <a:lnTo>
                  <a:pt x="23" y="657"/>
                </a:lnTo>
                <a:lnTo>
                  <a:pt x="21" y="651"/>
                </a:lnTo>
                <a:lnTo>
                  <a:pt x="22" y="647"/>
                </a:lnTo>
                <a:lnTo>
                  <a:pt x="22" y="647"/>
                </a:lnTo>
                <a:lnTo>
                  <a:pt x="21" y="644"/>
                </a:lnTo>
                <a:lnTo>
                  <a:pt x="19" y="643"/>
                </a:lnTo>
                <a:lnTo>
                  <a:pt x="21" y="643"/>
                </a:lnTo>
                <a:lnTo>
                  <a:pt x="21" y="643"/>
                </a:lnTo>
                <a:lnTo>
                  <a:pt x="19" y="642"/>
                </a:lnTo>
                <a:lnTo>
                  <a:pt x="19" y="643"/>
                </a:lnTo>
                <a:lnTo>
                  <a:pt x="18" y="643"/>
                </a:lnTo>
                <a:lnTo>
                  <a:pt x="18" y="641"/>
                </a:lnTo>
                <a:lnTo>
                  <a:pt x="18" y="641"/>
                </a:lnTo>
                <a:lnTo>
                  <a:pt x="18" y="643"/>
                </a:lnTo>
                <a:lnTo>
                  <a:pt x="18" y="643"/>
                </a:lnTo>
                <a:lnTo>
                  <a:pt x="16" y="639"/>
                </a:lnTo>
                <a:lnTo>
                  <a:pt x="16" y="639"/>
                </a:lnTo>
                <a:lnTo>
                  <a:pt x="16" y="637"/>
                </a:lnTo>
                <a:lnTo>
                  <a:pt x="17" y="637"/>
                </a:lnTo>
                <a:lnTo>
                  <a:pt x="17" y="637"/>
                </a:lnTo>
                <a:lnTo>
                  <a:pt x="17" y="634"/>
                </a:lnTo>
                <a:lnTo>
                  <a:pt x="16" y="634"/>
                </a:lnTo>
                <a:lnTo>
                  <a:pt x="14" y="633"/>
                </a:lnTo>
                <a:lnTo>
                  <a:pt x="14" y="632"/>
                </a:lnTo>
                <a:lnTo>
                  <a:pt x="16" y="632"/>
                </a:lnTo>
                <a:lnTo>
                  <a:pt x="16" y="632"/>
                </a:lnTo>
                <a:lnTo>
                  <a:pt x="14" y="629"/>
                </a:lnTo>
                <a:lnTo>
                  <a:pt x="14" y="628"/>
                </a:lnTo>
                <a:lnTo>
                  <a:pt x="14" y="628"/>
                </a:lnTo>
                <a:lnTo>
                  <a:pt x="14" y="626"/>
                </a:lnTo>
                <a:lnTo>
                  <a:pt x="16" y="624"/>
                </a:lnTo>
                <a:lnTo>
                  <a:pt x="16" y="624"/>
                </a:lnTo>
                <a:lnTo>
                  <a:pt x="14" y="623"/>
                </a:lnTo>
                <a:lnTo>
                  <a:pt x="13" y="621"/>
                </a:lnTo>
                <a:lnTo>
                  <a:pt x="13" y="621"/>
                </a:lnTo>
                <a:lnTo>
                  <a:pt x="13" y="617"/>
                </a:lnTo>
                <a:lnTo>
                  <a:pt x="13" y="617"/>
                </a:lnTo>
                <a:lnTo>
                  <a:pt x="13" y="618"/>
                </a:lnTo>
                <a:lnTo>
                  <a:pt x="13" y="619"/>
                </a:lnTo>
                <a:lnTo>
                  <a:pt x="13" y="619"/>
                </a:lnTo>
                <a:lnTo>
                  <a:pt x="12" y="617"/>
                </a:lnTo>
                <a:lnTo>
                  <a:pt x="12" y="613"/>
                </a:lnTo>
                <a:lnTo>
                  <a:pt x="12" y="613"/>
                </a:lnTo>
                <a:lnTo>
                  <a:pt x="12" y="606"/>
                </a:lnTo>
                <a:lnTo>
                  <a:pt x="12" y="606"/>
                </a:lnTo>
                <a:lnTo>
                  <a:pt x="14" y="603"/>
                </a:lnTo>
                <a:lnTo>
                  <a:pt x="18" y="601"/>
                </a:lnTo>
                <a:lnTo>
                  <a:pt x="18" y="601"/>
                </a:lnTo>
                <a:lnTo>
                  <a:pt x="17" y="599"/>
                </a:lnTo>
                <a:lnTo>
                  <a:pt x="17" y="599"/>
                </a:lnTo>
                <a:lnTo>
                  <a:pt x="17" y="598"/>
                </a:lnTo>
                <a:lnTo>
                  <a:pt x="17" y="597"/>
                </a:lnTo>
                <a:lnTo>
                  <a:pt x="17" y="597"/>
                </a:lnTo>
                <a:lnTo>
                  <a:pt x="16" y="598"/>
                </a:lnTo>
                <a:lnTo>
                  <a:pt x="14" y="597"/>
                </a:lnTo>
                <a:lnTo>
                  <a:pt x="13" y="597"/>
                </a:lnTo>
                <a:lnTo>
                  <a:pt x="13" y="598"/>
                </a:lnTo>
                <a:lnTo>
                  <a:pt x="13" y="598"/>
                </a:lnTo>
                <a:lnTo>
                  <a:pt x="12" y="597"/>
                </a:lnTo>
                <a:lnTo>
                  <a:pt x="12" y="594"/>
                </a:lnTo>
                <a:lnTo>
                  <a:pt x="12" y="594"/>
                </a:lnTo>
                <a:lnTo>
                  <a:pt x="10" y="594"/>
                </a:lnTo>
                <a:lnTo>
                  <a:pt x="10" y="594"/>
                </a:lnTo>
                <a:lnTo>
                  <a:pt x="10" y="588"/>
                </a:lnTo>
                <a:lnTo>
                  <a:pt x="11" y="581"/>
                </a:lnTo>
                <a:lnTo>
                  <a:pt x="12" y="569"/>
                </a:lnTo>
                <a:lnTo>
                  <a:pt x="12" y="569"/>
                </a:lnTo>
                <a:lnTo>
                  <a:pt x="12" y="569"/>
                </a:lnTo>
                <a:lnTo>
                  <a:pt x="13" y="572"/>
                </a:lnTo>
                <a:lnTo>
                  <a:pt x="12" y="576"/>
                </a:lnTo>
                <a:lnTo>
                  <a:pt x="12" y="576"/>
                </a:lnTo>
                <a:lnTo>
                  <a:pt x="12" y="579"/>
                </a:lnTo>
                <a:lnTo>
                  <a:pt x="12" y="582"/>
                </a:lnTo>
                <a:lnTo>
                  <a:pt x="12" y="582"/>
                </a:lnTo>
                <a:lnTo>
                  <a:pt x="13" y="579"/>
                </a:lnTo>
                <a:lnTo>
                  <a:pt x="14" y="578"/>
                </a:lnTo>
                <a:lnTo>
                  <a:pt x="14" y="578"/>
                </a:lnTo>
                <a:lnTo>
                  <a:pt x="14" y="577"/>
                </a:lnTo>
                <a:lnTo>
                  <a:pt x="14" y="576"/>
                </a:lnTo>
                <a:lnTo>
                  <a:pt x="13" y="576"/>
                </a:lnTo>
                <a:lnTo>
                  <a:pt x="13" y="574"/>
                </a:lnTo>
                <a:lnTo>
                  <a:pt x="14" y="574"/>
                </a:lnTo>
                <a:lnTo>
                  <a:pt x="14" y="574"/>
                </a:lnTo>
                <a:lnTo>
                  <a:pt x="14" y="571"/>
                </a:lnTo>
                <a:lnTo>
                  <a:pt x="17" y="568"/>
                </a:lnTo>
                <a:lnTo>
                  <a:pt x="17" y="568"/>
                </a:lnTo>
                <a:lnTo>
                  <a:pt x="16" y="568"/>
                </a:lnTo>
                <a:lnTo>
                  <a:pt x="16" y="567"/>
                </a:lnTo>
                <a:lnTo>
                  <a:pt x="16" y="563"/>
                </a:lnTo>
                <a:lnTo>
                  <a:pt x="16" y="563"/>
                </a:lnTo>
                <a:lnTo>
                  <a:pt x="17" y="562"/>
                </a:lnTo>
                <a:lnTo>
                  <a:pt x="18" y="562"/>
                </a:lnTo>
                <a:lnTo>
                  <a:pt x="18" y="562"/>
                </a:lnTo>
                <a:lnTo>
                  <a:pt x="18" y="561"/>
                </a:lnTo>
                <a:lnTo>
                  <a:pt x="17" y="561"/>
                </a:lnTo>
                <a:lnTo>
                  <a:pt x="17" y="561"/>
                </a:lnTo>
                <a:lnTo>
                  <a:pt x="16" y="561"/>
                </a:lnTo>
                <a:lnTo>
                  <a:pt x="16" y="561"/>
                </a:lnTo>
                <a:lnTo>
                  <a:pt x="17" y="558"/>
                </a:lnTo>
                <a:lnTo>
                  <a:pt x="16" y="557"/>
                </a:lnTo>
                <a:lnTo>
                  <a:pt x="14" y="557"/>
                </a:lnTo>
                <a:lnTo>
                  <a:pt x="14" y="557"/>
                </a:lnTo>
                <a:lnTo>
                  <a:pt x="16" y="551"/>
                </a:lnTo>
                <a:lnTo>
                  <a:pt x="17" y="546"/>
                </a:lnTo>
                <a:lnTo>
                  <a:pt x="17" y="546"/>
                </a:lnTo>
                <a:lnTo>
                  <a:pt x="17" y="547"/>
                </a:lnTo>
                <a:lnTo>
                  <a:pt x="17" y="549"/>
                </a:lnTo>
                <a:lnTo>
                  <a:pt x="16" y="554"/>
                </a:lnTo>
                <a:lnTo>
                  <a:pt x="16" y="554"/>
                </a:lnTo>
                <a:lnTo>
                  <a:pt x="17" y="556"/>
                </a:lnTo>
                <a:lnTo>
                  <a:pt x="19" y="557"/>
                </a:lnTo>
                <a:lnTo>
                  <a:pt x="19" y="557"/>
                </a:lnTo>
                <a:lnTo>
                  <a:pt x="19" y="556"/>
                </a:lnTo>
                <a:lnTo>
                  <a:pt x="17" y="554"/>
                </a:lnTo>
                <a:lnTo>
                  <a:pt x="17" y="554"/>
                </a:lnTo>
                <a:lnTo>
                  <a:pt x="18" y="553"/>
                </a:lnTo>
                <a:lnTo>
                  <a:pt x="18" y="552"/>
                </a:lnTo>
                <a:lnTo>
                  <a:pt x="18" y="547"/>
                </a:lnTo>
                <a:lnTo>
                  <a:pt x="18" y="547"/>
                </a:lnTo>
                <a:lnTo>
                  <a:pt x="19" y="548"/>
                </a:lnTo>
                <a:lnTo>
                  <a:pt x="19" y="548"/>
                </a:lnTo>
                <a:lnTo>
                  <a:pt x="19" y="548"/>
                </a:lnTo>
                <a:lnTo>
                  <a:pt x="19" y="533"/>
                </a:lnTo>
                <a:lnTo>
                  <a:pt x="19" y="533"/>
                </a:lnTo>
                <a:lnTo>
                  <a:pt x="21" y="532"/>
                </a:lnTo>
                <a:lnTo>
                  <a:pt x="21" y="533"/>
                </a:lnTo>
                <a:lnTo>
                  <a:pt x="22" y="533"/>
                </a:lnTo>
                <a:lnTo>
                  <a:pt x="22" y="532"/>
                </a:lnTo>
                <a:lnTo>
                  <a:pt x="22" y="532"/>
                </a:lnTo>
                <a:lnTo>
                  <a:pt x="22" y="532"/>
                </a:lnTo>
                <a:lnTo>
                  <a:pt x="21" y="532"/>
                </a:lnTo>
                <a:lnTo>
                  <a:pt x="21" y="532"/>
                </a:lnTo>
                <a:lnTo>
                  <a:pt x="21" y="529"/>
                </a:lnTo>
                <a:lnTo>
                  <a:pt x="21" y="529"/>
                </a:lnTo>
                <a:lnTo>
                  <a:pt x="21" y="529"/>
                </a:lnTo>
                <a:lnTo>
                  <a:pt x="22" y="531"/>
                </a:lnTo>
                <a:lnTo>
                  <a:pt x="23" y="532"/>
                </a:lnTo>
                <a:lnTo>
                  <a:pt x="23" y="532"/>
                </a:lnTo>
                <a:lnTo>
                  <a:pt x="24" y="532"/>
                </a:lnTo>
                <a:lnTo>
                  <a:pt x="24" y="531"/>
                </a:lnTo>
                <a:lnTo>
                  <a:pt x="23" y="529"/>
                </a:lnTo>
                <a:lnTo>
                  <a:pt x="22" y="529"/>
                </a:lnTo>
                <a:lnTo>
                  <a:pt x="22" y="529"/>
                </a:lnTo>
                <a:lnTo>
                  <a:pt x="22" y="528"/>
                </a:lnTo>
                <a:lnTo>
                  <a:pt x="21" y="528"/>
                </a:lnTo>
                <a:lnTo>
                  <a:pt x="21" y="528"/>
                </a:lnTo>
                <a:lnTo>
                  <a:pt x="22" y="508"/>
                </a:lnTo>
                <a:lnTo>
                  <a:pt x="22" y="497"/>
                </a:lnTo>
                <a:lnTo>
                  <a:pt x="22" y="488"/>
                </a:lnTo>
                <a:lnTo>
                  <a:pt x="22" y="488"/>
                </a:lnTo>
                <a:lnTo>
                  <a:pt x="21" y="488"/>
                </a:lnTo>
                <a:lnTo>
                  <a:pt x="21" y="488"/>
                </a:lnTo>
                <a:lnTo>
                  <a:pt x="21" y="488"/>
                </a:lnTo>
                <a:lnTo>
                  <a:pt x="21" y="482"/>
                </a:lnTo>
                <a:lnTo>
                  <a:pt x="21" y="482"/>
                </a:lnTo>
                <a:lnTo>
                  <a:pt x="22" y="482"/>
                </a:lnTo>
                <a:lnTo>
                  <a:pt x="22" y="482"/>
                </a:lnTo>
                <a:lnTo>
                  <a:pt x="22" y="482"/>
                </a:lnTo>
                <a:lnTo>
                  <a:pt x="23" y="482"/>
                </a:lnTo>
                <a:lnTo>
                  <a:pt x="23" y="482"/>
                </a:lnTo>
                <a:lnTo>
                  <a:pt x="23" y="479"/>
                </a:lnTo>
                <a:lnTo>
                  <a:pt x="23" y="479"/>
                </a:lnTo>
                <a:lnTo>
                  <a:pt x="23" y="479"/>
                </a:lnTo>
                <a:lnTo>
                  <a:pt x="23" y="478"/>
                </a:lnTo>
                <a:lnTo>
                  <a:pt x="24" y="479"/>
                </a:lnTo>
                <a:lnTo>
                  <a:pt x="24" y="482"/>
                </a:lnTo>
                <a:lnTo>
                  <a:pt x="24" y="482"/>
                </a:lnTo>
                <a:lnTo>
                  <a:pt x="27" y="476"/>
                </a:lnTo>
                <a:lnTo>
                  <a:pt x="27" y="476"/>
                </a:lnTo>
                <a:lnTo>
                  <a:pt x="24" y="473"/>
                </a:lnTo>
                <a:lnTo>
                  <a:pt x="22" y="471"/>
                </a:lnTo>
                <a:lnTo>
                  <a:pt x="22" y="471"/>
                </a:lnTo>
                <a:lnTo>
                  <a:pt x="22" y="468"/>
                </a:lnTo>
                <a:lnTo>
                  <a:pt x="24" y="468"/>
                </a:lnTo>
                <a:lnTo>
                  <a:pt x="24" y="468"/>
                </a:lnTo>
                <a:lnTo>
                  <a:pt x="23" y="465"/>
                </a:lnTo>
                <a:lnTo>
                  <a:pt x="23" y="463"/>
                </a:lnTo>
                <a:lnTo>
                  <a:pt x="24" y="455"/>
                </a:lnTo>
                <a:lnTo>
                  <a:pt x="24" y="455"/>
                </a:lnTo>
                <a:lnTo>
                  <a:pt x="25" y="454"/>
                </a:lnTo>
                <a:lnTo>
                  <a:pt x="25" y="454"/>
                </a:lnTo>
                <a:lnTo>
                  <a:pt x="25" y="454"/>
                </a:lnTo>
                <a:lnTo>
                  <a:pt x="24" y="453"/>
                </a:lnTo>
                <a:lnTo>
                  <a:pt x="24" y="453"/>
                </a:lnTo>
                <a:lnTo>
                  <a:pt x="24" y="449"/>
                </a:lnTo>
                <a:lnTo>
                  <a:pt x="24" y="444"/>
                </a:lnTo>
                <a:lnTo>
                  <a:pt x="24" y="444"/>
                </a:lnTo>
                <a:lnTo>
                  <a:pt x="25" y="437"/>
                </a:lnTo>
                <a:lnTo>
                  <a:pt x="27" y="429"/>
                </a:lnTo>
                <a:lnTo>
                  <a:pt x="27" y="429"/>
                </a:lnTo>
                <a:lnTo>
                  <a:pt x="27" y="425"/>
                </a:lnTo>
                <a:lnTo>
                  <a:pt x="27" y="424"/>
                </a:lnTo>
                <a:lnTo>
                  <a:pt x="27" y="423"/>
                </a:lnTo>
                <a:lnTo>
                  <a:pt x="27" y="423"/>
                </a:lnTo>
                <a:lnTo>
                  <a:pt x="25" y="422"/>
                </a:lnTo>
                <a:lnTo>
                  <a:pt x="25" y="422"/>
                </a:lnTo>
                <a:lnTo>
                  <a:pt x="27" y="420"/>
                </a:lnTo>
                <a:lnTo>
                  <a:pt x="28" y="419"/>
                </a:lnTo>
                <a:lnTo>
                  <a:pt x="28" y="419"/>
                </a:lnTo>
                <a:lnTo>
                  <a:pt x="27" y="415"/>
                </a:lnTo>
                <a:lnTo>
                  <a:pt x="27" y="410"/>
                </a:lnTo>
                <a:lnTo>
                  <a:pt x="28" y="400"/>
                </a:lnTo>
                <a:lnTo>
                  <a:pt x="28" y="400"/>
                </a:lnTo>
                <a:lnTo>
                  <a:pt x="28" y="399"/>
                </a:lnTo>
                <a:lnTo>
                  <a:pt x="29" y="400"/>
                </a:lnTo>
                <a:lnTo>
                  <a:pt x="29" y="400"/>
                </a:lnTo>
                <a:lnTo>
                  <a:pt x="30" y="400"/>
                </a:lnTo>
                <a:lnTo>
                  <a:pt x="30" y="400"/>
                </a:lnTo>
                <a:lnTo>
                  <a:pt x="30" y="399"/>
                </a:lnTo>
                <a:lnTo>
                  <a:pt x="29" y="398"/>
                </a:lnTo>
                <a:lnTo>
                  <a:pt x="28" y="397"/>
                </a:lnTo>
                <a:lnTo>
                  <a:pt x="28" y="394"/>
                </a:lnTo>
                <a:lnTo>
                  <a:pt x="28" y="394"/>
                </a:lnTo>
                <a:lnTo>
                  <a:pt x="29" y="395"/>
                </a:lnTo>
                <a:lnTo>
                  <a:pt x="31" y="395"/>
                </a:lnTo>
                <a:lnTo>
                  <a:pt x="31" y="395"/>
                </a:lnTo>
                <a:lnTo>
                  <a:pt x="31" y="394"/>
                </a:lnTo>
                <a:lnTo>
                  <a:pt x="30" y="394"/>
                </a:lnTo>
                <a:lnTo>
                  <a:pt x="30" y="393"/>
                </a:lnTo>
                <a:lnTo>
                  <a:pt x="30" y="392"/>
                </a:lnTo>
                <a:lnTo>
                  <a:pt x="30" y="392"/>
                </a:lnTo>
                <a:lnTo>
                  <a:pt x="31" y="393"/>
                </a:lnTo>
                <a:lnTo>
                  <a:pt x="31" y="394"/>
                </a:lnTo>
                <a:lnTo>
                  <a:pt x="33" y="395"/>
                </a:lnTo>
                <a:lnTo>
                  <a:pt x="33" y="395"/>
                </a:lnTo>
                <a:lnTo>
                  <a:pt x="33" y="394"/>
                </a:lnTo>
                <a:lnTo>
                  <a:pt x="31" y="393"/>
                </a:lnTo>
                <a:lnTo>
                  <a:pt x="31" y="390"/>
                </a:lnTo>
                <a:lnTo>
                  <a:pt x="31" y="389"/>
                </a:lnTo>
                <a:lnTo>
                  <a:pt x="31" y="389"/>
                </a:lnTo>
                <a:lnTo>
                  <a:pt x="33" y="389"/>
                </a:lnTo>
                <a:lnTo>
                  <a:pt x="33" y="392"/>
                </a:lnTo>
                <a:lnTo>
                  <a:pt x="33" y="392"/>
                </a:lnTo>
                <a:lnTo>
                  <a:pt x="34" y="390"/>
                </a:lnTo>
                <a:lnTo>
                  <a:pt x="33" y="389"/>
                </a:lnTo>
                <a:lnTo>
                  <a:pt x="33" y="389"/>
                </a:lnTo>
                <a:lnTo>
                  <a:pt x="33" y="388"/>
                </a:lnTo>
                <a:lnTo>
                  <a:pt x="33" y="388"/>
                </a:lnTo>
                <a:lnTo>
                  <a:pt x="33" y="387"/>
                </a:lnTo>
                <a:lnTo>
                  <a:pt x="33" y="387"/>
                </a:lnTo>
                <a:lnTo>
                  <a:pt x="34" y="384"/>
                </a:lnTo>
                <a:lnTo>
                  <a:pt x="34" y="384"/>
                </a:lnTo>
                <a:lnTo>
                  <a:pt x="31" y="382"/>
                </a:lnTo>
                <a:lnTo>
                  <a:pt x="30" y="380"/>
                </a:lnTo>
                <a:lnTo>
                  <a:pt x="30" y="379"/>
                </a:lnTo>
                <a:lnTo>
                  <a:pt x="30" y="379"/>
                </a:lnTo>
                <a:lnTo>
                  <a:pt x="34" y="380"/>
                </a:lnTo>
                <a:lnTo>
                  <a:pt x="34" y="380"/>
                </a:lnTo>
                <a:lnTo>
                  <a:pt x="33" y="383"/>
                </a:lnTo>
                <a:lnTo>
                  <a:pt x="33" y="383"/>
                </a:lnTo>
                <a:lnTo>
                  <a:pt x="34" y="383"/>
                </a:lnTo>
                <a:lnTo>
                  <a:pt x="35" y="382"/>
                </a:lnTo>
                <a:lnTo>
                  <a:pt x="34" y="378"/>
                </a:lnTo>
                <a:lnTo>
                  <a:pt x="34" y="378"/>
                </a:lnTo>
                <a:lnTo>
                  <a:pt x="36" y="379"/>
                </a:lnTo>
                <a:lnTo>
                  <a:pt x="37" y="379"/>
                </a:lnTo>
                <a:lnTo>
                  <a:pt x="37" y="379"/>
                </a:lnTo>
                <a:lnTo>
                  <a:pt x="35" y="377"/>
                </a:lnTo>
                <a:lnTo>
                  <a:pt x="35" y="377"/>
                </a:lnTo>
                <a:lnTo>
                  <a:pt x="35" y="375"/>
                </a:lnTo>
                <a:lnTo>
                  <a:pt x="36" y="375"/>
                </a:lnTo>
                <a:lnTo>
                  <a:pt x="37" y="374"/>
                </a:lnTo>
                <a:lnTo>
                  <a:pt x="37" y="374"/>
                </a:lnTo>
                <a:lnTo>
                  <a:pt x="39" y="380"/>
                </a:lnTo>
                <a:lnTo>
                  <a:pt x="39" y="383"/>
                </a:lnTo>
                <a:lnTo>
                  <a:pt x="37" y="385"/>
                </a:lnTo>
                <a:lnTo>
                  <a:pt x="37" y="385"/>
                </a:lnTo>
                <a:lnTo>
                  <a:pt x="37" y="387"/>
                </a:lnTo>
                <a:lnTo>
                  <a:pt x="37" y="387"/>
                </a:lnTo>
                <a:lnTo>
                  <a:pt x="39" y="387"/>
                </a:lnTo>
                <a:lnTo>
                  <a:pt x="39" y="387"/>
                </a:lnTo>
                <a:lnTo>
                  <a:pt x="39" y="387"/>
                </a:lnTo>
                <a:lnTo>
                  <a:pt x="39" y="390"/>
                </a:lnTo>
                <a:lnTo>
                  <a:pt x="37" y="394"/>
                </a:lnTo>
                <a:lnTo>
                  <a:pt x="37" y="394"/>
                </a:lnTo>
                <a:lnTo>
                  <a:pt x="39" y="394"/>
                </a:lnTo>
                <a:lnTo>
                  <a:pt x="39" y="395"/>
                </a:lnTo>
                <a:lnTo>
                  <a:pt x="39" y="395"/>
                </a:lnTo>
                <a:lnTo>
                  <a:pt x="39" y="399"/>
                </a:lnTo>
                <a:lnTo>
                  <a:pt x="39" y="402"/>
                </a:lnTo>
                <a:lnTo>
                  <a:pt x="40" y="403"/>
                </a:lnTo>
                <a:lnTo>
                  <a:pt x="40" y="403"/>
                </a:lnTo>
                <a:lnTo>
                  <a:pt x="39" y="405"/>
                </a:lnTo>
                <a:lnTo>
                  <a:pt x="39" y="408"/>
                </a:lnTo>
                <a:lnTo>
                  <a:pt x="40" y="414"/>
                </a:lnTo>
                <a:lnTo>
                  <a:pt x="40" y="414"/>
                </a:lnTo>
                <a:lnTo>
                  <a:pt x="39" y="415"/>
                </a:lnTo>
                <a:lnTo>
                  <a:pt x="39" y="419"/>
                </a:lnTo>
                <a:lnTo>
                  <a:pt x="39" y="419"/>
                </a:lnTo>
                <a:lnTo>
                  <a:pt x="40" y="419"/>
                </a:lnTo>
                <a:lnTo>
                  <a:pt x="40" y="418"/>
                </a:lnTo>
                <a:lnTo>
                  <a:pt x="41" y="415"/>
                </a:lnTo>
                <a:lnTo>
                  <a:pt x="41" y="415"/>
                </a:lnTo>
                <a:lnTo>
                  <a:pt x="42" y="415"/>
                </a:lnTo>
                <a:lnTo>
                  <a:pt x="42" y="417"/>
                </a:lnTo>
                <a:lnTo>
                  <a:pt x="41" y="418"/>
                </a:lnTo>
                <a:lnTo>
                  <a:pt x="41" y="418"/>
                </a:lnTo>
                <a:lnTo>
                  <a:pt x="41" y="419"/>
                </a:lnTo>
                <a:lnTo>
                  <a:pt x="42" y="419"/>
                </a:lnTo>
                <a:lnTo>
                  <a:pt x="43" y="419"/>
                </a:lnTo>
                <a:lnTo>
                  <a:pt x="43" y="419"/>
                </a:lnTo>
                <a:lnTo>
                  <a:pt x="43" y="417"/>
                </a:lnTo>
                <a:lnTo>
                  <a:pt x="43" y="415"/>
                </a:lnTo>
                <a:lnTo>
                  <a:pt x="41" y="413"/>
                </a:lnTo>
                <a:lnTo>
                  <a:pt x="41" y="413"/>
                </a:lnTo>
                <a:lnTo>
                  <a:pt x="41" y="403"/>
                </a:lnTo>
                <a:lnTo>
                  <a:pt x="42" y="395"/>
                </a:lnTo>
                <a:lnTo>
                  <a:pt x="42" y="395"/>
                </a:lnTo>
                <a:lnTo>
                  <a:pt x="43" y="397"/>
                </a:lnTo>
                <a:lnTo>
                  <a:pt x="45" y="397"/>
                </a:lnTo>
                <a:lnTo>
                  <a:pt x="46" y="398"/>
                </a:lnTo>
                <a:lnTo>
                  <a:pt x="46" y="398"/>
                </a:lnTo>
                <a:lnTo>
                  <a:pt x="46" y="398"/>
                </a:lnTo>
                <a:lnTo>
                  <a:pt x="46" y="397"/>
                </a:lnTo>
                <a:lnTo>
                  <a:pt x="46" y="395"/>
                </a:lnTo>
                <a:lnTo>
                  <a:pt x="47" y="394"/>
                </a:lnTo>
                <a:lnTo>
                  <a:pt x="47" y="394"/>
                </a:lnTo>
                <a:lnTo>
                  <a:pt x="46" y="394"/>
                </a:lnTo>
                <a:lnTo>
                  <a:pt x="45" y="395"/>
                </a:lnTo>
                <a:lnTo>
                  <a:pt x="45" y="395"/>
                </a:lnTo>
                <a:lnTo>
                  <a:pt x="43" y="395"/>
                </a:lnTo>
                <a:lnTo>
                  <a:pt x="43" y="394"/>
                </a:lnTo>
                <a:lnTo>
                  <a:pt x="43" y="390"/>
                </a:lnTo>
                <a:lnTo>
                  <a:pt x="43" y="390"/>
                </a:lnTo>
                <a:lnTo>
                  <a:pt x="45" y="390"/>
                </a:lnTo>
                <a:lnTo>
                  <a:pt x="46" y="390"/>
                </a:lnTo>
                <a:lnTo>
                  <a:pt x="46" y="390"/>
                </a:lnTo>
                <a:lnTo>
                  <a:pt x="46" y="389"/>
                </a:lnTo>
                <a:lnTo>
                  <a:pt x="45" y="389"/>
                </a:lnTo>
                <a:lnTo>
                  <a:pt x="45" y="388"/>
                </a:lnTo>
                <a:lnTo>
                  <a:pt x="45" y="387"/>
                </a:lnTo>
                <a:lnTo>
                  <a:pt x="45" y="387"/>
                </a:lnTo>
                <a:lnTo>
                  <a:pt x="46" y="388"/>
                </a:lnTo>
                <a:lnTo>
                  <a:pt x="47" y="387"/>
                </a:lnTo>
                <a:lnTo>
                  <a:pt x="47" y="387"/>
                </a:lnTo>
                <a:lnTo>
                  <a:pt x="47" y="387"/>
                </a:lnTo>
                <a:lnTo>
                  <a:pt x="46" y="387"/>
                </a:lnTo>
                <a:lnTo>
                  <a:pt x="46" y="387"/>
                </a:lnTo>
                <a:lnTo>
                  <a:pt x="46" y="387"/>
                </a:lnTo>
                <a:lnTo>
                  <a:pt x="45" y="385"/>
                </a:lnTo>
                <a:lnTo>
                  <a:pt x="45" y="385"/>
                </a:lnTo>
                <a:lnTo>
                  <a:pt x="46" y="384"/>
                </a:lnTo>
                <a:lnTo>
                  <a:pt x="47" y="383"/>
                </a:lnTo>
                <a:lnTo>
                  <a:pt x="48" y="384"/>
                </a:lnTo>
                <a:lnTo>
                  <a:pt x="48" y="384"/>
                </a:lnTo>
                <a:lnTo>
                  <a:pt x="48" y="382"/>
                </a:lnTo>
                <a:lnTo>
                  <a:pt x="47" y="380"/>
                </a:lnTo>
                <a:lnTo>
                  <a:pt x="47" y="378"/>
                </a:lnTo>
                <a:lnTo>
                  <a:pt x="47" y="378"/>
                </a:lnTo>
                <a:lnTo>
                  <a:pt x="48" y="377"/>
                </a:lnTo>
                <a:lnTo>
                  <a:pt x="48" y="377"/>
                </a:lnTo>
                <a:lnTo>
                  <a:pt x="50" y="375"/>
                </a:lnTo>
                <a:lnTo>
                  <a:pt x="50" y="374"/>
                </a:lnTo>
                <a:lnTo>
                  <a:pt x="50" y="374"/>
                </a:lnTo>
                <a:lnTo>
                  <a:pt x="48" y="372"/>
                </a:lnTo>
                <a:lnTo>
                  <a:pt x="48" y="372"/>
                </a:lnTo>
                <a:lnTo>
                  <a:pt x="46" y="372"/>
                </a:lnTo>
                <a:lnTo>
                  <a:pt x="46" y="372"/>
                </a:lnTo>
                <a:lnTo>
                  <a:pt x="46" y="368"/>
                </a:lnTo>
                <a:lnTo>
                  <a:pt x="45" y="367"/>
                </a:lnTo>
                <a:lnTo>
                  <a:pt x="43" y="367"/>
                </a:lnTo>
                <a:lnTo>
                  <a:pt x="43" y="367"/>
                </a:lnTo>
                <a:lnTo>
                  <a:pt x="43" y="365"/>
                </a:lnTo>
                <a:lnTo>
                  <a:pt x="45" y="364"/>
                </a:lnTo>
                <a:lnTo>
                  <a:pt x="45" y="364"/>
                </a:lnTo>
                <a:lnTo>
                  <a:pt x="46" y="364"/>
                </a:lnTo>
                <a:lnTo>
                  <a:pt x="46" y="365"/>
                </a:lnTo>
                <a:lnTo>
                  <a:pt x="46" y="365"/>
                </a:lnTo>
                <a:lnTo>
                  <a:pt x="47" y="365"/>
                </a:lnTo>
                <a:lnTo>
                  <a:pt x="48" y="363"/>
                </a:lnTo>
                <a:lnTo>
                  <a:pt x="48" y="363"/>
                </a:lnTo>
                <a:lnTo>
                  <a:pt x="47" y="362"/>
                </a:lnTo>
                <a:lnTo>
                  <a:pt x="48" y="359"/>
                </a:lnTo>
                <a:lnTo>
                  <a:pt x="48" y="359"/>
                </a:lnTo>
                <a:lnTo>
                  <a:pt x="50" y="359"/>
                </a:lnTo>
                <a:lnTo>
                  <a:pt x="50" y="359"/>
                </a:lnTo>
                <a:lnTo>
                  <a:pt x="50" y="360"/>
                </a:lnTo>
                <a:lnTo>
                  <a:pt x="51" y="360"/>
                </a:lnTo>
                <a:lnTo>
                  <a:pt x="51" y="360"/>
                </a:lnTo>
                <a:lnTo>
                  <a:pt x="51" y="360"/>
                </a:lnTo>
                <a:lnTo>
                  <a:pt x="51" y="359"/>
                </a:lnTo>
                <a:lnTo>
                  <a:pt x="50" y="359"/>
                </a:lnTo>
                <a:lnTo>
                  <a:pt x="50" y="359"/>
                </a:lnTo>
                <a:lnTo>
                  <a:pt x="50" y="357"/>
                </a:lnTo>
                <a:lnTo>
                  <a:pt x="50" y="354"/>
                </a:lnTo>
                <a:lnTo>
                  <a:pt x="50" y="354"/>
                </a:lnTo>
                <a:lnTo>
                  <a:pt x="46" y="354"/>
                </a:lnTo>
                <a:lnTo>
                  <a:pt x="46" y="354"/>
                </a:lnTo>
                <a:lnTo>
                  <a:pt x="47" y="355"/>
                </a:lnTo>
                <a:lnTo>
                  <a:pt x="47" y="358"/>
                </a:lnTo>
                <a:lnTo>
                  <a:pt x="47" y="358"/>
                </a:lnTo>
                <a:lnTo>
                  <a:pt x="45" y="359"/>
                </a:lnTo>
                <a:lnTo>
                  <a:pt x="45" y="360"/>
                </a:lnTo>
                <a:lnTo>
                  <a:pt x="43" y="360"/>
                </a:lnTo>
                <a:lnTo>
                  <a:pt x="42" y="362"/>
                </a:lnTo>
                <a:lnTo>
                  <a:pt x="42" y="362"/>
                </a:lnTo>
                <a:lnTo>
                  <a:pt x="42" y="348"/>
                </a:lnTo>
                <a:lnTo>
                  <a:pt x="42" y="342"/>
                </a:lnTo>
                <a:lnTo>
                  <a:pt x="43" y="337"/>
                </a:lnTo>
                <a:lnTo>
                  <a:pt x="43" y="337"/>
                </a:lnTo>
                <a:lnTo>
                  <a:pt x="45" y="337"/>
                </a:lnTo>
                <a:lnTo>
                  <a:pt x="45" y="337"/>
                </a:lnTo>
                <a:lnTo>
                  <a:pt x="43" y="339"/>
                </a:lnTo>
                <a:lnTo>
                  <a:pt x="43" y="339"/>
                </a:lnTo>
                <a:lnTo>
                  <a:pt x="43" y="357"/>
                </a:lnTo>
                <a:lnTo>
                  <a:pt x="43" y="357"/>
                </a:lnTo>
                <a:lnTo>
                  <a:pt x="45" y="353"/>
                </a:lnTo>
                <a:lnTo>
                  <a:pt x="45" y="352"/>
                </a:lnTo>
                <a:lnTo>
                  <a:pt x="46" y="352"/>
                </a:lnTo>
                <a:lnTo>
                  <a:pt x="46" y="352"/>
                </a:lnTo>
                <a:lnTo>
                  <a:pt x="46" y="350"/>
                </a:lnTo>
                <a:lnTo>
                  <a:pt x="46" y="349"/>
                </a:lnTo>
                <a:lnTo>
                  <a:pt x="45" y="349"/>
                </a:lnTo>
                <a:lnTo>
                  <a:pt x="45" y="348"/>
                </a:lnTo>
                <a:lnTo>
                  <a:pt x="45" y="348"/>
                </a:lnTo>
                <a:lnTo>
                  <a:pt x="45" y="347"/>
                </a:lnTo>
                <a:lnTo>
                  <a:pt x="46" y="347"/>
                </a:lnTo>
                <a:lnTo>
                  <a:pt x="46" y="347"/>
                </a:lnTo>
                <a:lnTo>
                  <a:pt x="46" y="345"/>
                </a:lnTo>
                <a:lnTo>
                  <a:pt x="46" y="345"/>
                </a:lnTo>
                <a:lnTo>
                  <a:pt x="45" y="344"/>
                </a:lnTo>
                <a:lnTo>
                  <a:pt x="45" y="344"/>
                </a:lnTo>
                <a:lnTo>
                  <a:pt x="45" y="343"/>
                </a:lnTo>
                <a:lnTo>
                  <a:pt x="45" y="343"/>
                </a:lnTo>
                <a:lnTo>
                  <a:pt x="45" y="342"/>
                </a:lnTo>
                <a:lnTo>
                  <a:pt x="45" y="342"/>
                </a:lnTo>
                <a:lnTo>
                  <a:pt x="45" y="338"/>
                </a:lnTo>
                <a:lnTo>
                  <a:pt x="45" y="334"/>
                </a:lnTo>
                <a:lnTo>
                  <a:pt x="45" y="334"/>
                </a:lnTo>
                <a:lnTo>
                  <a:pt x="45" y="333"/>
                </a:lnTo>
                <a:lnTo>
                  <a:pt x="46" y="333"/>
                </a:lnTo>
                <a:lnTo>
                  <a:pt x="46" y="333"/>
                </a:lnTo>
                <a:lnTo>
                  <a:pt x="46" y="333"/>
                </a:lnTo>
                <a:lnTo>
                  <a:pt x="45" y="333"/>
                </a:lnTo>
                <a:lnTo>
                  <a:pt x="43" y="333"/>
                </a:lnTo>
                <a:lnTo>
                  <a:pt x="43" y="333"/>
                </a:lnTo>
                <a:lnTo>
                  <a:pt x="45" y="332"/>
                </a:lnTo>
                <a:lnTo>
                  <a:pt x="46" y="330"/>
                </a:lnTo>
                <a:lnTo>
                  <a:pt x="46" y="330"/>
                </a:lnTo>
                <a:lnTo>
                  <a:pt x="45" y="330"/>
                </a:lnTo>
                <a:lnTo>
                  <a:pt x="45" y="330"/>
                </a:lnTo>
                <a:lnTo>
                  <a:pt x="42" y="330"/>
                </a:lnTo>
                <a:lnTo>
                  <a:pt x="42" y="330"/>
                </a:lnTo>
                <a:lnTo>
                  <a:pt x="41" y="317"/>
                </a:lnTo>
                <a:lnTo>
                  <a:pt x="41" y="317"/>
                </a:lnTo>
                <a:lnTo>
                  <a:pt x="42" y="315"/>
                </a:lnTo>
                <a:lnTo>
                  <a:pt x="42" y="315"/>
                </a:lnTo>
                <a:lnTo>
                  <a:pt x="42" y="312"/>
                </a:lnTo>
                <a:lnTo>
                  <a:pt x="42" y="312"/>
                </a:lnTo>
                <a:lnTo>
                  <a:pt x="42" y="310"/>
                </a:lnTo>
                <a:lnTo>
                  <a:pt x="42" y="308"/>
                </a:lnTo>
                <a:lnTo>
                  <a:pt x="42" y="308"/>
                </a:lnTo>
                <a:lnTo>
                  <a:pt x="42" y="308"/>
                </a:lnTo>
                <a:lnTo>
                  <a:pt x="43" y="307"/>
                </a:lnTo>
                <a:lnTo>
                  <a:pt x="43" y="307"/>
                </a:lnTo>
                <a:lnTo>
                  <a:pt x="42" y="304"/>
                </a:lnTo>
                <a:lnTo>
                  <a:pt x="42" y="300"/>
                </a:lnTo>
                <a:lnTo>
                  <a:pt x="42" y="297"/>
                </a:lnTo>
                <a:lnTo>
                  <a:pt x="42" y="293"/>
                </a:lnTo>
                <a:lnTo>
                  <a:pt x="42" y="293"/>
                </a:lnTo>
                <a:lnTo>
                  <a:pt x="43" y="293"/>
                </a:lnTo>
                <a:lnTo>
                  <a:pt x="43" y="293"/>
                </a:lnTo>
                <a:lnTo>
                  <a:pt x="45" y="294"/>
                </a:lnTo>
                <a:lnTo>
                  <a:pt x="45" y="294"/>
                </a:lnTo>
                <a:lnTo>
                  <a:pt x="43" y="297"/>
                </a:lnTo>
                <a:lnTo>
                  <a:pt x="45" y="300"/>
                </a:lnTo>
                <a:lnTo>
                  <a:pt x="45" y="300"/>
                </a:lnTo>
                <a:lnTo>
                  <a:pt x="46" y="302"/>
                </a:lnTo>
                <a:lnTo>
                  <a:pt x="46" y="302"/>
                </a:lnTo>
                <a:lnTo>
                  <a:pt x="46" y="303"/>
                </a:lnTo>
                <a:lnTo>
                  <a:pt x="46" y="303"/>
                </a:lnTo>
                <a:lnTo>
                  <a:pt x="47" y="302"/>
                </a:lnTo>
                <a:lnTo>
                  <a:pt x="46" y="300"/>
                </a:lnTo>
                <a:lnTo>
                  <a:pt x="45" y="297"/>
                </a:lnTo>
                <a:lnTo>
                  <a:pt x="45" y="297"/>
                </a:lnTo>
                <a:lnTo>
                  <a:pt x="46" y="297"/>
                </a:lnTo>
                <a:lnTo>
                  <a:pt x="46" y="295"/>
                </a:lnTo>
                <a:lnTo>
                  <a:pt x="46" y="294"/>
                </a:lnTo>
                <a:lnTo>
                  <a:pt x="47" y="294"/>
                </a:lnTo>
                <a:lnTo>
                  <a:pt x="47" y="294"/>
                </a:lnTo>
                <a:lnTo>
                  <a:pt x="46" y="293"/>
                </a:lnTo>
                <a:lnTo>
                  <a:pt x="45" y="293"/>
                </a:lnTo>
                <a:lnTo>
                  <a:pt x="43" y="293"/>
                </a:lnTo>
                <a:lnTo>
                  <a:pt x="43" y="293"/>
                </a:lnTo>
                <a:lnTo>
                  <a:pt x="43" y="290"/>
                </a:lnTo>
                <a:lnTo>
                  <a:pt x="45" y="289"/>
                </a:lnTo>
                <a:lnTo>
                  <a:pt x="45" y="289"/>
                </a:lnTo>
                <a:lnTo>
                  <a:pt x="43" y="289"/>
                </a:lnTo>
                <a:lnTo>
                  <a:pt x="43" y="290"/>
                </a:lnTo>
                <a:lnTo>
                  <a:pt x="43" y="292"/>
                </a:lnTo>
                <a:lnTo>
                  <a:pt x="43" y="292"/>
                </a:lnTo>
                <a:lnTo>
                  <a:pt x="42" y="289"/>
                </a:lnTo>
                <a:lnTo>
                  <a:pt x="41" y="285"/>
                </a:lnTo>
                <a:lnTo>
                  <a:pt x="41" y="285"/>
                </a:lnTo>
                <a:lnTo>
                  <a:pt x="42" y="280"/>
                </a:lnTo>
                <a:lnTo>
                  <a:pt x="42" y="280"/>
                </a:lnTo>
                <a:lnTo>
                  <a:pt x="42" y="279"/>
                </a:lnTo>
                <a:lnTo>
                  <a:pt x="42" y="279"/>
                </a:lnTo>
                <a:lnTo>
                  <a:pt x="42" y="278"/>
                </a:lnTo>
                <a:lnTo>
                  <a:pt x="42" y="278"/>
                </a:lnTo>
                <a:lnTo>
                  <a:pt x="42" y="277"/>
                </a:lnTo>
                <a:lnTo>
                  <a:pt x="42" y="275"/>
                </a:lnTo>
                <a:lnTo>
                  <a:pt x="41" y="274"/>
                </a:lnTo>
                <a:lnTo>
                  <a:pt x="41" y="274"/>
                </a:lnTo>
                <a:lnTo>
                  <a:pt x="41" y="273"/>
                </a:lnTo>
                <a:lnTo>
                  <a:pt x="42" y="273"/>
                </a:lnTo>
                <a:lnTo>
                  <a:pt x="42" y="273"/>
                </a:lnTo>
                <a:lnTo>
                  <a:pt x="42" y="272"/>
                </a:lnTo>
                <a:lnTo>
                  <a:pt x="41" y="269"/>
                </a:lnTo>
                <a:lnTo>
                  <a:pt x="41" y="269"/>
                </a:lnTo>
                <a:lnTo>
                  <a:pt x="42" y="270"/>
                </a:lnTo>
                <a:lnTo>
                  <a:pt x="42" y="272"/>
                </a:lnTo>
                <a:lnTo>
                  <a:pt x="42" y="272"/>
                </a:lnTo>
                <a:lnTo>
                  <a:pt x="43" y="270"/>
                </a:lnTo>
                <a:lnTo>
                  <a:pt x="45" y="269"/>
                </a:lnTo>
                <a:lnTo>
                  <a:pt x="45" y="269"/>
                </a:lnTo>
                <a:lnTo>
                  <a:pt x="45" y="268"/>
                </a:lnTo>
                <a:lnTo>
                  <a:pt x="42" y="267"/>
                </a:lnTo>
                <a:lnTo>
                  <a:pt x="42" y="267"/>
                </a:lnTo>
                <a:lnTo>
                  <a:pt x="43" y="265"/>
                </a:lnTo>
                <a:lnTo>
                  <a:pt x="43" y="264"/>
                </a:lnTo>
                <a:lnTo>
                  <a:pt x="42" y="264"/>
                </a:lnTo>
                <a:lnTo>
                  <a:pt x="42" y="264"/>
                </a:lnTo>
                <a:lnTo>
                  <a:pt x="41" y="264"/>
                </a:lnTo>
                <a:lnTo>
                  <a:pt x="42" y="265"/>
                </a:lnTo>
                <a:lnTo>
                  <a:pt x="42" y="267"/>
                </a:lnTo>
                <a:lnTo>
                  <a:pt x="42" y="268"/>
                </a:lnTo>
                <a:lnTo>
                  <a:pt x="42" y="268"/>
                </a:lnTo>
                <a:lnTo>
                  <a:pt x="41" y="267"/>
                </a:lnTo>
                <a:lnTo>
                  <a:pt x="41" y="265"/>
                </a:lnTo>
                <a:lnTo>
                  <a:pt x="41" y="265"/>
                </a:lnTo>
                <a:lnTo>
                  <a:pt x="40" y="265"/>
                </a:lnTo>
                <a:lnTo>
                  <a:pt x="40" y="267"/>
                </a:lnTo>
                <a:lnTo>
                  <a:pt x="39" y="268"/>
                </a:lnTo>
                <a:lnTo>
                  <a:pt x="37" y="269"/>
                </a:lnTo>
                <a:lnTo>
                  <a:pt x="37" y="269"/>
                </a:lnTo>
                <a:lnTo>
                  <a:pt x="37" y="272"/>
                </a:lnTo>
                <a:lnTo>
                  <a:pt x="36" y="274"/>
                </a:lnTo>
                <a:lnTo>
                  <a:pt x="36" y="274"/>
                </a:lnTo>
                <a:lnTo>
                  <a:pt x="36" y="273"/>
                </a:lnTo>
                <a:lnTo>
                  <a:pt x="37" y="272"/>
                </a:lnTo>
                <a:lnTo>
                  <a:pt x="37" y="272"/>
                </a:lnTo>
                <a:lnTo>
                  <a:pt x="36" y="270"/>
                </a:lnTo>
                <a:lnTo>
                  <a:pt x="36" y="270"/>
                </a:lnTo>
                <a:lnTo>
                  <a:pt x="35" y="272"/>
                </a:lnTo>
                <a:lnTo>
                  <a:pt x="36" y="272"/>
                </a:lnTo>
                <a:lnTo>
                  <a:pt x="36" y="272"/>
                </a:lnTo>
                <a:lnTo>
                  <a:pt x="35" y="272"/>
                </a:lnTo>
                <a:lnTo>
                  <a:pt x="34" y="272"/>
                </a:lnTo>
                <a:lnTo>
                  <a:pt x="33" y="272"/>
                </a:lnTo>
                <a:lnTo>
                  <a:pt x="33" y="273"/>
                </a:lnTo>
                <a:lnTo>
                  <a:pt x="33" y="273"/>
                </a:lnTo>
                <a:lnTo>
                  <a:pt x="31" y="273"/>
                </a:lnTo>
                <a:lnTo>
                  <a:pt x="31" y="270"/>
                </a:lnTo>
                <a:lnTo>
                  <a:pt x="33" y="269"/>
                </a:lnTo>
                <a:lnTo>
                  <a:pt x="31" y="268"/>
                </a:lnTo>
                <a:lnTo>
                  <a:pt x="31" y="268"/>
                </a:lnTo>
                <a:lnTo>
                  <a:pt x="30" y="272"/>
                </a:lnTo>
                <a:lnTo>
                  <a:pt x="29" y="274"/>
                </a:lnTo>
                <a:lnTo>
                  <a:pt x="29" y="274"/>
                </a:lnTo>
                <a:lnTo>
                  <a:pt x="29" y="275"/>
                </a:lnTo>
                <a:lnTo>
                  <a:pt x="30" y="275"/>
                </a:lnTo>
                <a:lnTo>
                  <a:pt x="31" y="274"/>
                </a:lnTo>
                <a:lnTo>
                  <a:pt x="31" y="274"/>
                </a:lnTo>
                <a:lnTo>
                  <a:pt x="31" y="274"/>
                </a:lnTo>
                <a:lnTo>
                  <a:pt x="30" y="277"/>
                </a:lnTo>
                <a:lnTo>
                  <a:pt x="29" y="277"/>
                </a:lnTo>
                <a:lnTo>
                  <a:pt x="29" y="277"/>
                </a:lnTo>
                <a:lnTo>
                  <a:pt x="29" y="279"/>
                </a:lnTo>
                <a:lnTo>
                  <a:pt x="28" y="280"/>
                </a:lnTo>
                <a:lnTo>
                  <a:pt x="28" y="280"/>
                </a:lnTo>
                <a:lnTo>
                  <a:pt x="27" y="279"/>
                </a:lnTo>
                <a:lnTo>
                  <a:pt x="27" y="277"/>
                </a:lnTo>
                <a:lnTo>
                  <a:pt x="27" y="273"/>
                </a:lnTo>
                <a:lnTo>
                  <a:pt x="27" y="270"/>
                </a:lnTo>
                <a:lnTo>
                  <a:pt x="27" y="270"/>
                </a:lnTo>
                <a:lnTo>
                  <a:pt x="28" y="272"/>
                </a:lnTo>
                <a:lnTo>
                  <a:pt x="29" y="272"/>
                </a:lnTo>
                <a:lnTo>
                  <a:pt x="29" y="272"/>
                </a:lnTo>
                <a:lnTo>
                  <a:pt x="29" y="270"/>
                </a:lnTo>
                <a:lnTo>
                  <a:pt x="28" y="270"/>
                </a:lnTo>
                <a:lnTo>
                  <a:pt x="28" y="269"/>
                </a:lnTo>
                <a:lnTo>
                  <a:pt x="28" y="268"/>
                </a:lnTo>
                <a:lnTo>
                  <a:pt x="28" y="268"/>
                </a:lnTo>
                <a:lnTo>
                  <a:pt x="27" y="269"/>
                </a:lnTo>
                <a:lnTo>
                  <a:pt x="27" y="269"/>
                </a:lnTo>
                <a:lnTo>
                  <a:pt x="24" y="265"/>
                </a:lnTo>
                <a:lnTo>
                  <a:pt x="23" y="264"/>
                </a:lnTo>
                <a:lnTo>
                  <a:pt x="22" y="264"/>
                </a:lnTo>
                <a:lnTo>
                  <a:pt x="22" y="264"/>
                </a:lnTo>
                <a:lnTo>
                  <a:pt x="22" y="262"/>
                </a:lnTo>
                <a:lnTo>
                  <a:pt x="23" y="260"/>
                </a:lnTo>
                <a:lnTo>
                  <a:pt x="23" y="260"/>
                </a:lnTo>
                <a:lnTo>
                  <a:pt x="23" y="258"/>
                </a:lnTo>
                <a:lnTo>
                  <a:pt x="23" y="254"/>
                </a:lnTo>
                <a:lnTo>
                  <a:pt x="23" y="254"/>
                </a:lnTo>
                <a:lnTo>
                  <a:pt x="24" y="255"/>
                </a:lnTo>
                <a:lnTo>
                  <a:pt x="24" y="257"/>
                </a:lnTo>
                <a:lnTo>
                  <a:pt x="24" y="257"/>
                </a:lnTo>
                <a:lnTo>
                  <a:pt x="25" y="255"/>
                </a:lnTo>
                <a:lnTo>
                  <a:pt x="25" y="253"/>
                </a:lnTo>
                <a:lnTo>
                  <a:pt x="27" y="250"/>
                </a:lnTo>
                <a:lnTo>
                  <a:pt x="28" y="250"/>
                </a:lnTo>
                <a:lnTo>
                  <a:pt x="28" y="250"/>
                </a:lnTo>
                <a:lnTo>
                  <a:pt x="27" y="249"/>
                </a:lnTo>
                <a:lnTo>
                  <a:pt x="25" y="249"/>
                </a:lnTo>
                <a:lnTo>
                  <a:pt x="24" y="252"/>
                </a:lnTo>
                <a:lnTo>
                  <a:pt x="24" y="252"/>
                </a:lnTo>
                <a:lnTo>
                  <a:pt x="23" y="250"/>
                </a:lnTo>
                <a:lnTo>
                  <a:pt x="23" y="250"/>
                </a:lnTo>
                <a:lnTo>
                  <a:pt x="23" y="248"/>
                </a:lnTo>
                <a:lnTo>
                  <a:pt x="23" y="248"/>
                </a:lnTo>
                <a:lnTo>
                  <a:pt x="24" y="249"/>
                </a:lnTo>
                <a:lnTo>
                  <a:pt x="25" y="248"/>
                </a:lnTo>
                <a:lnTo>
                  <a:pt x="28" y="247"/>
                </a:lnTo>
                <a:lnTo>
                  <a:pt x="28" y="247"/>
                </a:lnTo>
                <a:lnTo>
                  <a:pt x="25" y="243"/>
                </a:lnTo>
                <a:lnTo>
                  <a:pt x="24" y="242"/>
                </a:lnTo>
                <a:lnTo>
                  <a:pt x="24" y="238"/>
                </a:lnTo>
                <a:lnTo>
                  <a:pt x="24" y="238"/>
                </a:lnTo>
                <a:lnTo>
                  <a:pt x="24" y="238"/>
                </a:lnTo>
                <a:lnTo>
                  <a:pt x="24" y="237"/>
                </a:lnTo>
                <a:lnTo>
                  <a:pt x="25" y="237"/>
                </a:lnTo>
                <a:lnTo>
                  <a:pt x="25" y="237"/>
                </a:lnTo>
                <a:lnTo>
                  <a:pt x="25" y="235"/>
                </a:lnTo>
                <a:lnTo>
                  <a:pt x="25" y="235"/>
                </a:lnTo>
                <a:lnTo>
                  <a:pt x="24" y="235"/>
                </a:lnTo>
                <a:lnTo>
                  <a:pt x="24" y="235"/>
                </a:lnTo>
                <a:lnTo>
                  <a:pt x="23" y="235"/>
                </a:lnTo>
                <a:lnTo>
                  <a:pt x="23" y="235"/>
                </a:lnTo>
                <a:lnTo>
                  <a:pt x="23" y="235"/>
                </a:lnTo>
                <a:lnTo>
                  <a:pt x="23" y="234"/>
                </a:lnTo>
                <a:lnTo>
                  <a:pt x="24" y="234"/>
                </a:lnTo>
                <a:lnTo>
                  <a:pt x="24" y="234"/>
                </a:lnTo>
                <a:lnTo>
                  <a:pt x="23" y="230"/>
                </a:lnTo>
                <a:lnTo>
                  <a:pt x="23" y="228"/>
                </a:lnTo>
                <a:lnTo>
                  <a:pt x="23" y="228"/>
                </a:lnTo>
                <a:lnTo>
                  <a:pt x="24" y="225"/>
                </a:lnTo>
                <a:lnTo>
                  <a:pt x="24" y="223"/>
                </a:lnTo>
                <a:lnTo>
                  <a:pt x="24" y="223"/>
                </a:lnTo>
                <a:lnTo>
                  <a:pt x="24" y="224"/>
                </a:lnTo>
                <a:lnTo>
                  <a:pt x="23" y="225"/>
                </a:lnTo>
                <a:lnTo>
                  <a:pt x="23" y="225"/>
                </a:lnTo>
                <a:lnTo>
                  <a:pt x="23" y="223"/>
                </a:lnTo>
                <a:lnTo>
                  <a:pt x="23" y="220"/>
                </a:lnTo>
                <a:lnTo>
                  <a:pt x="23" y="216"/>
                </a:lnTo>
                <a:lnTo>
                  <a:pt x="23" y="213"/>
                </a:lnTo>
                <a:lnTo>
                  <a:pt x="23" y="213"/>
                </a:lnTo>
                <a:lnTo>
                  <a:pt x="24" y="213"/>
                </a:lnTo>
                <a:lnTo>
                  <a:pt x="25" y="211"/>
                </a:lnTo>
                <a:lnTo>
                  <a:pt x="25" y="210"/>
                </a:lnTo>
                <a:lnTo>
                  <a:pt x="25" y="210"/>
                </a:lnTo>
                <a:lnTo>
                  <a:pt x="25" y="210"/>
                </a:lnTo>
                <a:lnTo>
                  <a:pt x="24" y="210"/>
                </a:lnTo>
                <a:lnTo>
                  <a:pt x="24" y="210"/>
                </a:lnTo>
                <a:lnTo>
                  <a:pt x="24" y="205"/>
                </a:lnTo>
                <a:lnTo>
                  <a:pt x="23" y="201"/>
                </a:lnTo>
                <a:lnTo>
                  <a:pt x="23" y="201"/>
                </a:lnTo>
                <a:lnTo>
                  <a:pt x="25" y="200"/>
                </a:lnTo>
                <a:lnTo>
                  <a:pt x="25" y="198"/>
                </a:lnTo>
                <a:lnTo>
                  <a:pt x="25" y="198"/>
                </a:lnTo>
                <a:lnTo>
                  <a:pt x="25" y="199"/>
                </a:lnTo>
                <a:lnTo>
                  <a:pt x="24" y="199"/>
                </a:lnTo>
                <a:lnTo>
                  <a:pt x="24" y="199"/>
                </a:lnTo>
                <a:lnTo>
                  <a:pt x="24" y="199"/>
                </a:lnTo>
                <a:lnTo>
                  <a:pt x="24" y="199"/>
                </a:lnTo>
                <a:lnTo>
                  <a:pt x="25" y="198"/>
                </a:lnTo>
                <a:lnTo>
                  <a:pt x="25" y="198"/>
                </a:lnTo>
                <a:lnTo>
                  <a:pt x="24" y="196"/>
                </a:lnTo>
                <a:lnTo>
                  <a:pt x="24" y="195"/>
                </a:lnTo>
                <a:lnTo>
                  <a:pt x="25" y="194"/>
                </a:lnTo>
                <a:lnTo>
                  <a:pt x="25" y="194"/>
                </a:lnTo>
                <a:lnTo>
                  <a:pt x="27" y="195"/>
                </a:lnTo>
                <a:lnTo>
                  <a:pt x="27" y="196"/>
                </a:lnTo>
                <a:lnTo>
                  <a:pt x="27" y="201"/>
                </a:lnTo>
                <a:lnTo>
                  <a:pt x="27" y="201"/>
                </a:lnTo>
                <a:lnTo>
                  <a:pt x="28" y="203"/>
                </a:lnTo>
                <a:lnTo>
                  <a:pt x="28" y="203"/>
                </a:lnTo>
                <a:lnTo>
                  <a:pt x="28" y="204"/>
                </a:lnTo>
                <a:lnTo>
                  <a:pt x="28" y="204"/>
                </a:lnTo>
                <a:lnTo>
                  <a:pt x="27" y="204"/>
                </a:lnTo>
                <a:lnTo>
                  <a:pt x="27" y="205"/>
                </a:lnTo>
                <a:lnTo>
                  <a:pt x="27" y="208"/>
                </a:lnTo>
                <a:lnTo>
                  <a:pt x="27" y="209"/>
                </a:lnTo>
                <a:lnTo>
                  <a:pt x="27" y="209"/>
                </a:lnTo>
                <a:lnTo>
                  <a:pt x="28" y="211"/>
                </a:lnTo>
                <a:lnTo>
                  <a:pt x="28" y="211"/>
                </a:lnTo>
                <a:lnTo>
                  <a:pt x="27" y="213"/>
                </a:lnTo>
                <a:lnTo>
                  <a:pt x="24" y="214"/>
                </a:lnTo>
                <a:lnTo>
                  <a:pt x="24" y="214"/>
                </a:lnTo>
                <a:lnTo>
                  <a:pt x="25" y="215"/>
                </a:lnTo>
                <a:lnTo>
                  <a:pt x="24" y="215"/>
                </a:lnTo>
                <a:lnTo>
                  <a:pt x="24" y="216"/>
                </a:lnTo>
                <a:lnTo>
                  <a:pt x="24" y="219"/>
                </a:lnTo>
                <a:lnTo>
                  <a:pt x="24" y="219"/>
                </a:lnTo>
                <a:lnTo>
                  <a:pt x="25" y="218"/>
                </a:lnTo>
                <a:lnTo>
                  <a:pt x="27" y="218"/>
                </a:lnTo>
                <a:lnTo>
                  <a:pt x="28" y="216"/>
                </a:lnTo>
                <a:lnTo>
                  <a:pt x="29" y="216"/>
                </a:lnTo>
                <a:lnTo>
                  <a:pt x="29" y="216"/>
                </a:lnTo>
                <a:lnTo>
                  <a:pt x="27" y="219"/>
                </a:lnTo>
                <a:lnTo>
                  <a:pt x="24" y="220"/>
                </a:lnTo>
                <a:lnTo>
                  <a:pt x="24" y="220"/>
                </a:lnTo>
                <a:lnTo>
                  <a:pt x="24" y="221"/>
                </a:lnTo>
                <a:lnTo>
                  <a:pt x="25" y="221"/>
                </a:lnTo>
                <a:lnTo>
                  <a:pt x="27" y="221"/>
                </a:lnTo>
                <a:lnTo>
                  <a:pt x="27" y="221"/>
                </a:lnTo>
                <a:lnTo>
                  <a:pt x="27" y="221"/>
                </a:lnTo>
                <a:lnTo>
                  <a:pt x="25" y="223"/>
                </a:lnTo>
                <a:lnTo>
                  <a:pt x="25" y="223"/>
                </a:lnTo>
                <a:lnTo>
                  <a:pt x="25" y="224"/>
                </a:lnTo>
                <a:lnTo>
                  <a:pt x="24" y="226"/>
                </a:lnTo>
                <a:lnTo>
                  <a:pt x="24" y="226"/>
                </a:lnTo>
                <a:lnTo>
                  <a:pt x="25" y="226"/>
                </a:lnTo>
                <a:lnTo>
                  <a:pt x="25" y="226"/>
                </a:lnTo>
                <a:lnTo>
                  <a:pt x="27" y="226"/>
                </a:lnTo>
                <a:lnTo>
                  <a:pt x="27" y="225"/>
                </a:lnTo>
                <a:lnTo>
                  <a:pt x="27" y="225"/>
                </a:lnTo>
                <a:lnTo>
                  <a:pt x="27" y="226"/>
                </a:lnTo>
                <a:lnTo>
                  <a:pt x="27" y="228"/>
                </a:lnTo>
                <a:lnTo>
                  <a:pt x="27" y="229"/>
                </a:lnTo>
                <a:lnTo>
                  <a:pt x="27" y="229"/>
                </a:lnTo>
                <a:lnTo>
                  <a:pt x="27" y="229"/>
                </a:lnTo>
                <a:lnTo>
                  <a:pt x="29" y="229"/>
                </a:lnTo>
                <a:lnTo>
                  <a:pt x="29" y="229"/>
                </a:lnTo>
                <a:lnTo>
                  <a:pt x="28" y="226"/>
                </a:lnTo>
                <a:lnTo>
                  <a:pt x="28" y="225"/>
                </a:lnTo>
                <a:lnTo>
                  <a:pt x="27" y="225"/>
                </a:lnTo>
                <a:lnTo>
                  <a:pt x="27" y="225"/>
                </a:lnTo>
                <a:lnTo>
                  <a:pt x="27" y="224"/>
                </a:lnTo>
                <a:lnTo>
                  <a:pt x="28" y="223"/>
                </a:lnTo>
                <a:lnTo>
                  <a:pt x="28" y="223"/>
                </a:lnTo>
                <a:lnTo>
                  <a:pt x="28" y="221"/>
                </a:lnTo>
                <a:lnTo>
                  <a:pt x="28" y="221"/>
                </a:lnTo>
                <a:lnTo>
                  <a:pt x="29" y="221"/>
                </a:lnTo>
                <a:lnTo>
                  <a:pt x="30" y="223"/>
                </a:lnTo>
                <a:lnTo>
                  <a:pt x="30" y="223"/>
                </a:lnTo>
                <a:lnTo>
                  <a:pt x="30" y="221"/>
                </a:lnTo>
                <a:lnTo>
                  <a:pt x="30" y="221"/>
                </a:lnTo>
                <a:lnTo>
                  <a:pt x="29" y="221"/>
                </a:lnTo>
                <a:lnTo>
                  <a:pt x="29" y="221"/>
                </a:lnTo>
                <a:lnTo>
                  <a:pt x="30" y="220"/>
                </a:lnTo>
                <a:lnTo>
                  <a:pt x="30" y="219"/>
                </a:lnTo>
                <a:lnTo>
                  <a:pt x="30" y="219"/>
                </a:lnTo>
                <a:lnTo>
                  <a:pt x="30" y="218"/>
                </a:lnTo>
                <a:lnTo>
                  <a:pt x="29" y="216"/>
                </a:lnTo>
                <a:lnTo>
                  <a:pt x="29" y="216"/>
                </a:lnTo>
                <a:lnTo>
                  <a:pt x="29" y="215"/>
                </a:lnTo>
                <a:lnTo>
                  <a:pt x="27" y="215"/>
                </a:lnTo>
                <a:lnTo>
                  <a:pt x="27" y="215"/>
                </a:lnTo>
                <a:lnTo>
                  <a:pt x="28" y="213"/>
                </a:lnTo>
                <a:lnTo>
                  <a:pt x="29" y="211"/>
                </a:lnTo>
                <a:lnTo>
                  <a:pt x="29" y="211"/>
                </a:lnTo>
                <a:lnTo>
                  <a:pt x="29" y="210"/>
                </a:lnTo>
                <a:lnTo>
                  <a:pt x="29" y="210"/>
                </a:lnTo>
                <a:lnTo>
                  <a:pt x="28" y="209"/>
                </a:lnTo>
                <a:lnTo>
                  <a:pt x="28" y="209"/>
                </a:lnTo>
                <a:lnTo>
                  <a:pt x="29" y="208"/>
                </a:lnTo>
                <a:lnTo>
                  <a:pt x="31" y="206"/>
                </a:lnTo>
                <a:lnTo>
                  <a:pt x="31" y="206"/>
                </a:lnTo>
                <a:lnTo>
                  <a:pt x="29" y="205"/>
                </a:lnTo>
                <a:lnTo>
                  <a:pt x="29" y="203"/>
                </a:lnTo>
                <a:lnTo>
                  <a:pt x="28" y="198"/>
                </a:lnTo>
                <a:lnTo>
                  <a:pt x="28" y="198"/>
                </a:lnTo>
                <a:lnTo>
                  <a:pt x="29" y="198"/>
                </a:lnTo>
                <a:lnTo>
                  <a:pt x="29" y="196"/>
                </a:lnTo>
                <a:lnTo>
                  <a:pt x="29" y="194"/>
                </a:lnTo>
                <a:lnTo>
                  <a:pt x="29" y="194"/>
                </a:lnTo>
                <a:lnTo>
                  <a:pt x="29" y="194"/>
                </a:lnTo>
                <a:lnTo>
                  <a:pt x="28" y="193"/>
                </a:lnTo>
                <a:lnTo>
                  <a:pt x="27" y="191"/>
                </a:lnTo>
                <a:lnTo>
                  <a:pt x="27" y="190"/>
                </a:lnTo>
                <a:lnTo>
                  <a:pt x="27" y="190"/>
                </a:lnTo>
                <a:lnTo>
                  <a:pt x="28" y="193"/>
                </a:lnTo>
                <a:lnTo>
                  <a:pt x="28" y="193"/>
                </a:lnTo>
                <a:lnTo>
                  <a:pt x="29" y="191"/>
                </a:lnTo>
                <a:lnTo>
                  <a:pt x="29" y="190"/>
                </a:lnTo>
                <a:lnTo>
                  <a:pt x="28" y="189"/>
                </a:lnTo>
                <a:lnTo>
                  <a:pt x="28" y="189"/>
                </a:lnTo>
                <a:lnTo>
                  <a:pt x="27" y="190"/>
                </a:lnTo>
                <a:lnTo>
                  <a:pt x="27" y="190"/>
                </a:lnTo>
                <a:lnTo>
                  <a:pt x="25" y="193"/>
                </a:lnTo>
                <a:lnTo>
                  <a:pt x="24" y="191"/>
                </a:lnTo>
                <a:lnTo>
                  <a:pt x="24" y="198"/>
                </a:lnTo>
                <a:lnTo>
                  <a:pt x="24" y="198"/>
                </a:lnTo>
                <a:lnTo>
                  <a:pt x="23" y="196"/>
                </a:lnTo>
                <a:lnTo>
                  <a:pt x="23" y="195"/>
                </a:lnTo>
                <a:lnTo>
                  <a:pt x="23" y="191"/>
                </a:lnTo>
                <a:lnTo>
                  <a:pt x="23" y="191"/>
                </a:lnTo>
                <a:lnTo>
                  <a:pt x="24" y="181"/>
                </a:lnTo>
                <a:lnTo>
                  <a:pt x="24" y="181"/>
                </a:lnTo>
                <a:lnTo>
                  <a:pt x="25" y="181"/>
                </a:lnTo>
                <a:lnTo>
                  <a:pt x="28" y="180"/>
                </a:lnTo>
                <a:lnTo>
                  <a:pt x="28" y="180"/>
                </a:lnTo>
                <a:lnTo>
                  <a:pt x="28" y="176"/>
                </a:lnTo>
                <a:lnTo>
                  <a:pt x="28" y="174"/>
                </a:lnTo>
                <a:lnTo>
                  <a:pt x="28" y="174"/>
                </a:lnTo>
                <a:lnTo>
                  <a:pt x="29" y="174"/>
                </a:lnTo>
                <a:lnTo>
                  <a:pt x="30" y="176"/>
                </a:lnTo>
                <a:lnTo>
                  <a:pt x="30" y="176"/>
                </a:lnTo>
                <a:lnTo>
                  <a:pt x="30" y="175"/>
                </a:lnTo>
                <a:lnTo>
                  <a:pt x="30" y="174"/>
                </a:lnTo>
                <a:lnTo>
                  <a:pt x="28" y="171"/>
                </a:lnTo>
                <a:lnTo>
                  <a:pt x="28" y="171"/>
                </a:lnTo>
                <a:lnTo>
                  <a:pt x="28" y="170"/>
                </a:lnTo>
                <a:lnTo>
                  <a:pt x="29" y="170"/>
                </a:lnTo>
                <a:lnTo>
                  <a:pt x="29" y="169"/>
                </a:lnTo>
                <a:lnTo>
                  <a:pt x="30" y="168"/>
                </a:lnTo>
                <a:lnTo>
                  <a:pt x="30" y="168"/>
                </a:lnTo>
                <a:lnTo>
                  <a:pt x="29" y="168"/>
                </a:lnTo>
                <a:lnTo>
                  <a:pt x="29" y="168"/>
                </a:lnTo>
                <a:lnTo>
                  <a:pt x="28" y="169"/>
                </a:lnTo>
                <a:lnTo>
                  <a:pt x="28" y="170"/>
                </a:lnTo>
                <a:lnTo>
                  <a:pt x="28" y="170"/>
                </a:lnTo>
                <a:lnTo>
                  <a:pt x="27" y="169"/>
                </a:lnTo>
                <a:lnTo>
                  <a:pt x="28" y="168"/>
                </a:lnTo>
                <a:lnTo>
                  <a:pt x="29" y="166"/>
                </a:lnTo>
                <a:lnTo>
                  <a:pt x="29" y="166"/>
                </a:lnTo>
                <a:lnTo>
                  <a:pt x="29" y="165"/>
                </a:lnTo>
                <a:lnTo>
                  <a:pt x="28" y="165"/>
                </a:lnTo>
                <a:lnTo>
                  <a:pt x="25" y="164"/>
                </a:lnTo>
                <a:lnTo>
                  <a:pt x="25" y="164"/>
                </a:lnTo>
                <a:lnTo>
                  <a:pt x="27" y="164"/>
                </a:lnTo>
                <a:lnTo>
                  <a:pt x="27" y="164"/>
                </a:lnTo>
                <a:lnTo>
                  <a:pt x="28" y="164"/>
                </a:lnTo>
                <a:lnTo>
                  <a:pt x="29" y="163"/>
                </a:lnTo>
                <a:lnTo>
                  <a:pt x="29" y="163"/>
                </a:lnTo>
                <a:lnTo>
                  <a:pt x="28" y="161"/>
                </a:lnTo>
                <a:lnTo>
                  <a:pt x="27" y="160"/>
                </a:lnTo>
                <a:lnTo>
                  <a:pt x="25" y="160"/>
                </a:lnTo>
                <a:lnTo>
                  <a:pt x="25" y="160"/>
                </a:lnTo>
                <a:lnTo>
                  <a:pt x="27" y="158"/>
                </a:lnTo>
                <a:lnTo>
                  <a:pt x="27" y="156"/>
                </a:lnTo>
                <a:lnTo>
                  <a:pt x="27" y="156"/>
                </a:lnTo>
                <a:lnTo>
                  <a:pt x="27" y="156"/>
                </a:lnTo>
                <a:lnTo>
                  <a:pt x="27" y="154"/>
                </a:lnTo>
                <a:lnTo>
                  <a:pt x="27" y="153"/>
                </a:lnTo>
                <a:lnTo>
                  <a:pt x="27" y="151"/>
                </a:lnTo>
                <a:lnTo>
                  <a:pt x="27" y="151"/>
                </a:lnTo>
                <a:lnTo>
                  <a:pt x="28" y="151"/>
                </a:lnTo>
                <a:lnTo>
                  <a:pt x="28" y="151"/>
                </a:lnTo>
                <a:lnTo>
                  <a:pt x="28" y="151"/>
                </a:lnTo>
                <a:lnTo>
                  <a:pt x="28" y="150"/>
                </a:lnTo>
                <a:lnTo>
                  <a:pt x="28" y="150"/>
                </a:lnTo>
                <a:lnTo>
                  <a:pt x="27" y="149"/>
                </a:lnTo>
                <a:lnTo>
                  <a:pt x="27" y="149"/>
                </a:lnTo>
                <a:lnTo>
                  <a:pt x="27" y="149"/>
                </a:lnTo>
                <a:lnTo>
                  <a:pt x="27" y="148"/>
                </a:lnTo>
                <a:lnTo>
                  <a:pt x="25" y="146"/>
                </a:lnTo>
                <a:lnTo>
                  <a:pt x="27" y="145"/>
                </a:lnTo>
                <a:lnTo>
                  <a:pt x="27" y="145"/>
                </a:lnTo>
                <a:lnTo>
                  <a:pt x="29" y="146"/>
                </a:lnTo>
                <a:lnTo>
                  <a:pt x="29" y="146"/>
                </a:lnTo>
                <a:lnTo>
                  <a:pt x="29" y="154"/>
                </a:lnTo>
                <a:lnTo>
                  <a:pt x="29" y="160"/>
                </a:lnTo>
                <a:lnTo>
                  <a:pt x="31" y="173"/>
                </a:lnTo>
                <a:lnTo>
                  <a:pt x="31" y="173"/>
                </a:lnTo>
                <a:lnTo>
                  <a:pt x="31" y="173"/>
                </a:lnTo>
                <a:lnTo>
                  <a:pt x="31" y="171"/>
                </a:lnTo>
                <a:lnTo>
                  <a:pt x="31" y="171"/>
                </a:lnTo>
                <a:lnTo>
                  <a:pt x="33" y="178"/>
                </a:lnTo>
                <a:lnTo>
                  <a:pt x="33" y="178"/>
                </a:lnTo>
                <a:lnTo>
                  <a:pt x="31" y="180"/>
                </a:lnTo>
                <a:lnTo>
                  <a:pt x="31" y="180"/>
                </a:lnTo>
                <a:lnTo>
                  <a:pt x="33" y="180"/>
                </a:lnTo>
                <a:lnTo>
                  <a:pt x="33" y="180"/>
                </a:lnTo>
                <a:lnTo>
                  <a:pt x="31" y="181"/>
                </a:lnTo>
                <a:lnTo>
                  <a:pt x="31" y="183"/>
                </a:lnTo>
                <a:lnTo>
                  <a:pt x="31" y="183"/>
                </a:lnTo>
                <a:lnTo>
                  <a:pt x="29" y="181"/>
                </a:lnTo>
                <a:lnTo>
                  <a:pt x="29" y="180"/>
                </a:lnTo>
                <a:lnTo>
                  <a:pt x="29" y="178"/>
                </a:lnTo>
                <a:lnTo>
                  <a:pt x="29" y="178"/>
                </a:lnTo>
                <a:lnTo>
                  <a:pt x="27" y="181"/>
                </a:lnTo>
                <a:lnTo>
                  <a:pt x="25" y="188"/>
                </a:lnTo>
                <a:lnTo>
                  <a:pt x="25" y="188"/>
                </a:lnTo>
                <a:lnTo>
                  <a:pt x="24" y="188"/>
                </a:lnTo>
                <a:lnTo>
                  <a:pt x="24" y="188"/>
                </a:lnTo>
                <a:lnTo>
                  <a:pt x="25" y="189"/>
                </a:lnTo>
                <a:lnTo>
                  <a:pt x="27" y="189"/>
                </a:lnTo>
                <a:lnTo>
                  <a:pt x="29" y="188"/>
                </a:lnTo>
                <a:lnTo>
                  <a:pt x="29" y="188"/>
                </a:lnTo>
                <a:lnTo>
                  <a:pt x="29" y="186"/>
                </a:lnTo>
                <a:lnTo>
                  <a:pt x="28" y="185"/>
                </a:lnTo>
                <a:lnTo>
                  <a:pt x="28" y="185"/>
                </a:lnTo>
                <a:lnTo>
                  <a:pt x="27" y="184"/>
                </a:lnTo>
                <a:lnTo>
                  <a:pt x="27" y="184"/>
                </a:lnTo>
                <a:lnTo>
                  <a:pt x="31" y="185"/>
                </a:lnTo>
                <a:lnTo>
                  <a:pt x="33" y="184"/>
                </a:lnTo>
                <a:lnTo>
                  <a:pt x="33" y="183"/>
                </a:lnTo>
                <a:lnTo>
                  <a:pt x="33" y="183"/>
                </a:lnTo>
                <a:lnTo>
                  <a:pt x="34" y="191"/>
                </a:lnTo>
                <a:lnTo>
                  <a:pt x="34" y="195"/>
                </a:lnTo>
                <a:lnTo>
                  <a:pt x="34" y="200"/>
                </a:lnTo>
                <a:lnTo>
                  <a:pt x="34" y="200"/>
                </a:lnTo>
                <a:lnTo>
                  <a:pt x="34" y="201"/>
                </a:lnTo>
                <a:lnTo>
                  <a:pt x="34" y="204"/>
                </a:lnTo>
                <a:lnTo>
                  <a:pt x="34" y="210"/>
                </a:lnTo>
                <a:lnTo>
                  <a:pt x="34" y="210"/>
                </a:lnTo>
                <a:lnTo>
                  <a:pt x="35" y="210"/>
                </a:lnTo>
                <a:lnTo>
                  <a:pt x="36" y="211"/>
                </a:lnTo>
                <a:lnTo>
                  <a:pt x="36" y="213"/>
                </a:lnTo>
                <a:lnTo>
                  <a:pt x="36" y="213"/>
                </a:lnTo>
                <a:lnTo>
                  <a:pt x="34" y="214"/>
                </a:lnTo>
                <a:lnTo>
                  <a:pt x="31" y="214"/>
                </a:lnTo>
                <a:lnTo>
                  <a:pt x="31" y="214"/>
                </a:lnTo>
                <a:lnTo>
                  <a:pt x="33" y="220"/>
                </a:lnTo>
                <a:lnTo>
                  <a:pt x="33" y="220"/>
                </a:lnTo>
                <a:lnTo>
                  <a:pt x="34" y="220"/>
                </a:lnTo>
                <a:lnTo>
                  <a:pt x="35" y="219"/>
                </a:lnTo>
                <a:lnTo>
                  <a:pt x="35" y="219"/>
                </a:lnTo>
                <a:lnTo>
                  <a:pt x="34" y="218"/>
                </a:lnTo>
                <a:lnTo>
                  <a:pt x="33" y="215"/>
                </a:lnTo>
                <a:lnTo>
                  <a:pt x="33" y="215"/>
                </a:lnTo>
                <a:lnTo>
                  <a:pt x="35" y="214"/>
                </a:lnTo>
                <a:lnTo>
                  <a:pt x="36" y="215"/>
                </a:lnTo>
                <a:lnTo>
                  <a:pt x="36" y="218"/>
                </a:lnTo>
                <a:lnTo>
                  <a:pt x="36" y="220"/>
                </a:lnTo>
                <a:lnTo>
                  <a:pt x="36" y="220"/>
                </a:lnTo>
                <a:lnTo>
                  <a:pt x="35" y="220"/>
                </a:lnTo>
                <a:lnTo>
                  <a:pt x="35" y="220"/>
                </a:lnTo>
                <a:lnTo>
                  <a:pt x="35" y="221"/>
                </a:lnTo>
                <a:lnTo>
                  <a:pt x="36" y="223"/>
                </a:lnTo>
                <a:lnTo>
                  <a:pt x="36" y="223"/>
                </a:lnTo>
                <a:lnTo>
                  <a:pt x="36" y="223"/>
                </a:lnTo>
                <a:lnTo>
                  <a:pt x="37" y="239"/>
                </a:lnTo>
                <a:lnTo>
                  <a:pt x="37" y="239"/>
                </a:lnTo>
                <a:lnTo>
                  <a:pt x="37" y="245"/>
                </a:lnTo>
                <a:lnTo>
                  <a:pt x="37" y="250"/>
                </a:lnTo>
                <a:lnTo>
                  <a:pt x="37" y="250"/>
                </a:lnTo>
                <a:lnTo>
                  <a:pt x="39" y="255"/>
                </a:lnTo>
                <a:lnTo>
                  <a:pt x="39" y="255"/>
                </a:lnTo>
                <a:lnTo>
                  <a:pt x="39" y="259"/>
                </a:lnTo>
                <a:lnTo>
                  <a:pt x="40" y="262"/>
                </a:lnTo>
                <a:lnTo>
                  <a:pt x="40" y="262"/>
                </a:lnTo>
                <a:lnTo>
                  <a:pt x="41" y="260"/>
                </a:lnTo>
                <a:lnTo>
                  <a:pt x="42" y="259"/>
                </a:lnTo>
                <a:lnTo>
                  <a:pt x="42" y="259"/>
                </a:lnTo>
                <a:lnTo>
                  <a:pt x="43" y="258"/>
                </a:lnTo>
                <a:lnTo>
                  <a:pt x="43" y="258"/>
                </a:lnTo>
                <a:lnTo>
                  <a:pt x="43" y="253"/>
                </a:lnTo>
                <a:lnTo>
                  <a:pt x="45" y="252"/>
                </a:lnTo>
                <a:lnTo>
                  <a:pt x="46" y="250"/>
                </a:lnTo>
                <a:lnTo>
                  <a:pt x="46" y="250"/>
                </a:lnTo>
                <a:lnTo>
                  <a:pt x="43" y="248"/>
                </a:lnTo>
                <a:lnTo>
                  <a:pt x="42" y="245"/>
                </a:lnTo>
                <a:lnTo>
                  <a:pt x="42" y="245"/>
                </a:lnTo>
                <a:lnTo>
                  <a:pt x="41" y="245"/>
                </a:lnTo>
                <a:lnTo>
                  <a:pt x="40" y="245"/>
                </a:lnTo>
                <a:lnTo>
                  <a:pt x="40" y="245"/>
                </a:lnTo>
                <a:lnTo>
                  <a:pt x="40" y="244"/>
                </a:lnTo>
                <a:lnTo>
                  <a:pt x="41" y="244"/>
                </a:lnTo>
                <a:lnTo>
                  <a:pt x="43" y="245"/>
                </a:lnTo>
                <a:lnTo>
                  <a:pt x="43" y="245"/>
                </a:lnTo>
                <a:lnTo>
                  <a:pt x="45" y="240"/>
                </a:lnTo>
                <a:lnTo>
                  <a:pt x="45" y="240"/>
                </a:lnTo>
                <a:lnTo>
                  <a:pt x="45" y="239"/>
                </a:lnTo>
                <a:lnTo>
                  <a:pt x="43" y="240"/>
                </a:lnTo>
                <a:lnTo>
                  <a:pt x="42" y="240"/>
                </a:lnTo>
                <a:lnTo>
                  <a:pt x="42" y="239"/>
                </a:lnTo>
                <a:lnTo>
                  <a:pt x="42" y="239"/>
                </a:lnTo>
                <a:lnTo>
                  <a:pt x="41" y="240"/>
                </a:lnTo>
                <a:lnTo>
                  <a:pt x="42" y="242"/>
                </a:lnTo>
                <a:lnTo>
                  <a:pt x="42" y="243"/>
                </a:lnTo>
                <a:lnTo>
                  <a:pt x="42" y="244"/>
                </a:lnTo>
                <a:lnTo>
                  <a:pt x="42" y="244"/>
                </a:lnTo>
                <a:lnTo>
                  <a:pt x="41" y="243"/>
                </a:lnTo>
                <a:lnTo>
                  <a:pt x="40" y="242"/>
                </a:lnTo>
                <a:lnTo>
                  <a:pt x="40" y="242"/>
                </a:lnTo>
                <a:lnTo>
                  <a:pt x="40" y="234"/>
                </a:lnTo>
                <a:lnTo>
                  <a:pt x="40" y="225"/>
                </a:lnTo>
                <a:lnTo>
                  <a:pt x="40" y="225"/>
                </a:lnTo>
                <a:lnTo>
                  <a:pt x="40" y="225"/>
                </a:lnTo>
                <a:lnTo>
                  <a:pt x="40" y="226"/>
                </a:lnTo>
                <a:lnTo>
                  <a:pt x="41" y="228"/>
                </a:lnTo>
                <a:lnTo>
                  <a:pt x="41" y="229"/>
                </a:lnTo>
                <a:lnTo>
                  <a:pt x="41" y="229"/>
                </a:lnTo>
                <a:lnTo>
                  <a:pt x="42" y="228"/>
                </a:lnTo>
                <a:lnTo>
                  <a:pt x="42" y="228"/>
                </a:lnTo>
                <a:lnTo>
                  <a:pt x="42" y="225"/>
                </a:lnTo>
                <a:lnTo>
                  <a:pt x="42" y="225"/>
                </a:lnTo>
                <a:lnTo>
                  <a:pt x="42" y="224"/>
                </a:lnTo>
                <a:lnTo>
                  <a:pt x="42" y="224"/>
                </a:lnTo>
                <a:lnTo>
                  <a:pt x="41" y="224"/>
                </a:lnTo>
                <a:lnTo>
                  <a:pt x="41" y="223"/>
                </a:lnTo>
                <a:lnTo>
                  <a:pt x="41" y="223"/>
                </a:lnTo>
                <a:lnTo>
                  <a:pt x="42" y="223"/>
                </a:lnTo>
                <a:lnTo>
                  <a:pt x="42" y="223"/>
                </a:lnTo>
                <a:lnTo>
                  <a:pt x="42" y="220"/>
                </a:lnTo>
                <a:lnTo>
                  <a:pt x="42" y="220"/>
                </a:lnTo>
                <a:lnTo>
                  <a:pt x="41" y="220"/>
                </a:lnTo>
                <a:lnTo>
                  <a:pt x="42" y="219"/>
                </a:lnTo>
                <a:lnTo>
                  <a:pt x="42" y="219"/>
                </a:lnTo>
                <a:lnTo>
                  <a:pt x="43" y="218"/>
                </a:lnTo>
                <a:lnTo>
                  <a:pt x="43" y="215"/>
                </a:lnTo>
                <a:lnTo>
                  <a:pt x="43" y="215"/>
                </a:lnTo>
                <a:lnTo>
                  <a:pt x="42" y="216"/>
                </a:lnTo>
                <a:lnTo>
                  <a:pt x="41" y="218"/>
                </a:lnTo>
                <a:lnTo>
                  <a:pt x="40" y="218"/>
                </a:lnTo>
                <a:lnTo>
                  <a:pt x="40" y="218"/>
                </a:lnTo>
                <a:lnTo>
                  <a:pt x="41" y="216"/>
                </a:lnTo>
                <a:lnTo>
                  <a:pt x="41" y="216"/>
                </a:lnTo>
                <a:lnTo>
                  <a:pt x="42" y="215"/>
                </a:lnTo>
                <a:lnTo>
                  <a:pt x="42" y="215"/>
                </a:lnTo>
                <a:lnTo>
                  <a:pt x="42" y="214"/>
                </a:lnTo>
                <a:lnTo>
                  <a:pt x="42" y="214"/>
                </a:lnTo>
                <a:lnTo>
                  <a:pt x="41" y="214"/>
                </a:lnTo>
                <a:lnTo>
                  <a:pt x="40" y="214"/>
                </a:lnTo>
                <a:lnTo>
                  <a:pt x="40" y="215"/>
                </a:lnTo>
                <a:lnTo>
                  <a:pt x="40" y="215"/>
                </a:lnTo>
                <a:lnTo>
                  <a:pt x="40" y="215"/>
                </a:lnTo>
                <a:lnTo>
                  <a:pt x="39" y="214"/>
                </a:lnTo>
                <a:lnTo>
                  <a:pt x="40" y="214"/>
                </a:lnTo>
                <a:lnTo>
                  <a:pt x="40" y="214"/>
                </a:lnTo>
                <a:lnTo>
                  <a:pt x="39" y="211"/>
                </a:lnTo>
                <a:lnTo>
                  <a:pt x="39" y="211"/>
                </a:lnTo>
                <a:lnTo>
                  <a:pt x="39" y="201"/>
                </a:lnTo>
                <a:lnTo>
                  <a:pt x="39" y="201"/>
                </a:lnTo>
                <a:lnTo>
                  <a:pt x="39" y="204"/>
                </a:lnTo>
                <a:lnTo>
                  <a:pt x="39" y="206"/>
                </a:lnTo>
                <a:lnTo>
                  <a:pt x="39" y="206"/>
                </a:lnTo>
                <a:lnTo>
                  <a:pt x="40" y="205"/>
                </a:lnTo>
                <a:lnTo>
                  <a:pt x="40" y="205"/>
                </a:lnTo>
                <a:lnTo>
                  <a:pt x="40" y="203"/>
                </a:lnTo>
                <a:lnTo>
                  <a:pt x="40" y="203"/>
                </a:lnTo>
                <a:lnTo>
                  <a:pt x="42" y="201"/>
                </a:lnTo>
                <a:lnTo>
                  <a:pt x="43" y="200"/>
                </a:lnTo>
                <a:lnTo>
                  <a:pt x="43" y="200"/>
                </a:lnTo>
                <a:lnTo>
                  <a:pt x="42" y="200"/>
                </a:lnTo>
                <a:lnTo>
                  <a:pt x="42" y="200"/>
                </a:lnTo>
                <a:lnTo>
                  <a:pt x="41" y="200"/>
                </a:lnTo>
                <a:lnTo>
                  <a:pt x="40" y="200"/>
                </a:lnTo>
                <a:lnTo>
                  <a:pt x="40" y="200"/>
                </a:lnTo>
                <a:lnTo>
                  <a:pt x="40" y="199"/>
                </a:lnTo>
                <a:lnTo>
                  <a:pt x="41" y="198"/>
                </a:lnTo>
                <a:lnTo>
                  <a:pt x="43" y="198"/>
                </a:lnTo>
                <a:lnTo>
                  <a:pt x="45" y="196"/>
                </a:lnTo>
                <a:lnTo>
                  <a:pt x="45" y="196"/>
                </a:lnTo>
                <a:lnTo>
                  <a:pt x="45" y="194"/>
                </a:lnTo>
                <a:lnTo>
                  <a:pt x="46" y="191"/>
                </a:lnTo>
                <a:lnTo>
                  <a:pt x="46" y="191"/>
                </a:lnTo>
                <a:lnTo>
                  <a:pt x="45" y="190"/>
                </a:lnTo>
                <a:lnTo>
                  <a:pt x="43" y="190"/>
                </a:lnTo>
                <a:lnTo>
                  <a:pt x="43" y="190"/>
                </a:lnTo>
                <a:lnTo>
                  <a:pt x="43" y="188"/>
                </a:lnTo>
                <a:lnTo>
                  <a:pt x="45" y="188"/>
                </a:lnTo>
                <a:lnTo>
                  <a:pt x="45" y="186"/>
                </a:lnTo>
                <a:lnTo>
                  <a:pt x="45" y="184"/>
                </a:lnTo>
                <a:lnTo>
                  <a:pt x="45" y="184"/>
                </a:lnTo>
                <a:lnTo>
                  <a:pt x="47" y="184"/>
                </a:lnTo>
                <a:lnTo>
                  <a:pt x="47" y="183"/>
                </a:lnTo>
                <a:lnTo>
                  <a:pt x="48" y="183"/>
                </a:lnTo>
                <a:lnTo>
                  <a:pt x="51" y="183"/>
                </a:lnTo>
                <a:lnTo>
                  <a:pt x="51" y="183"/>
                </a:lnTo>
                <a:lnTo>
                  <a:pt x="50" y="184"/>
                </a:lnTo>
                <a:lnTo>
                  <a:pt x="51" y="185"/>
                </a:lnTo>
                <a:lnTo>
                  <a:pt x="52" y="188"/>
                </a:lnTo>
                <a:lnTo>
                  <a:pt x="52" y="188"/>
                </a:lnTo>
                <a:lnTo>
                  <a:pt x="53" y="186"/>
                </a:lnTo>
                <a:lnTo>
                  <a:pt x="53" y="185"/>
                </a:lnTo>
                <a:lnTo>
                  <a:pt x="53" y="185"/>
                </a:lnTo>
                <a:lnTo>
                  <a:pt x="54" y="186"/>
                </a:lnTo>
                <a:lnTo>
                  <a:pt x="54" y="186"/>
                </a:lnTo>
                <a:lnTo>
                  <a:pt x="54" y="188"/>
                </a:lnTo>
                <a:lnTo>
                  <a:pt x="53" y="188"/>
                </a:lnTo>
                <a:lnTo>
                  <a:pt x="53" y="188"/>
                </a:lnTo>
                <a:lnTo>
                  <a:pt x="54" y="189"/>
                </a:lnTo>
                <a:lnTo>
                  <a:pt x="54" y="189"/>
                </a:lnTo>
                <a:lnTo>
                  <a:pt x="53" y="190"/>
                </a:lnTo>
                <a:lnTo>
                  <a:pt x="53" y="190"/>
                </a:lnTo>
                <a:lnTo>
                  <a:pt x="53" y="190"/>
                </a:lnTo>
                <a:lnTo>
                  <a:pt x="53" y="189"/>
                </a:lnTo>
                <a:lnTo>
                  <a:pt x="53" y="189"/>
                </a:lnTo>
                <a:lnTo>
                  <a:pt x="51" y="189"/>
                </a:lnTo>
                <a:lnTo>
                  <a:pt x="50" y="188"/>
                </a:lnTo>
                <a:lnTo>
                  <a:pt x="50" y="188"/>
                </a:lnTo>
                <a:lnTo>
                  <a:pt x="48" y="189"/>
                </a:lnTo>
                <a:lnTo>
                  <a:pt x="48" y="189"/>
                </a:lnTo>
                <a:lnTo>
                  <a:pt x="50" y="191"/>
                </a:lnTo>
                <a:lnTo>
                  <a:pt x="50" y="191"/>
                </a:lnTo>
                <a:lnTo>
                  <a:pt x="48" y="191"/>
                </a:lnTo>
                <a:lnTo>
                  <a:pt x="46" y="191"/>
                </a:lnTo>
                <a:lnTo>
                  <a:pt x="46" y="191"/>
                </a:lnTo>
                <a:lnTo>
                  <a:pt x="46" y="193"/>
                </a:lnTo>
                <a:lnTo>
                  <a:pt x="47" y="193"/>
                </a:lnTo>
                <a:lnTo>
                  <a:pt x="48" y="194"/>
                </a:lnTo>
                <a:lnTo>
                  <a:pt x="48" y="194"/>
                </a:lnTo>
                <a:lnTo>
                  <a:pt x="48" y="194"/>
                </a:lnTo>
                <a:lnTo>
                  <a:pt x="50" y="194"/>
                </a:lnTo>
                <a:lnTo>
                  <a:pt x="50" y="193"/>
                </a:lnTo>
                <a:lnTo>
                  <a:pt x="50" y="193"/>
                </a:lnTo>
                <a:lnTo>
                  <a:pt x="51" y="193"/>
                </a:lnTo>
                <a:lnTo>
                  <a:pt x="51" y="193"/>
                </a:lnTo>
                <a:lnTo>
                  <a:pt x="51" y="194"/>
                </a:lnTo>
                <a:lnTo>
                  <a:pt x="51" y="195"/>
                </a:lnTo>
                <a:lnTo>
                  <a:pt x="50" y="195"/>
                </a:lnTo>
                <a:lnTo>
                  <a:pt x="50" y="195"/>
                </a:lnTo>
                <a:lnTo>
                  <a:pt x="52" y="196"/>
                </a:lnTo>
                <a:lnTo>
                  <a:pt x="52" y="199"/>
                </a:lnTo>
                <a:lnTo>
                  <a:pt x="52" y="199"/>
                </a:lnTo>
                <a:lnTo>
                  <a:pt x="50" y="199"/>
                </a:lnTo>
                <a:lnTo>
                  <a:pt x="48" y="200"/>
                </a:lnTo>
                <a:lnTo>
                  <a:pt x="48" y="201"/>
                </a:lnTo>
                <a:lnTo>
                  <a:pt x="48" y="201"/>
                </a:lnTo>
                <a:lnTo>
                  <a:pt x="48" y="201"/>
                </a:lnTo>
                <a:lnTo>
                  <a:pt x="47" y="201"/>
                </a:lnTo>
                <a:lnTo>
                  <a:pt x="47" y="201"/>
                </a:lnTo>
                <a:lnTo>
                  <a:pt x="46" y="201"/>
                </a:lnTo>
                <a:lnTo>
                  <a:pt x="46" y="201"/>
                </a:lnTo>
                <a:lnTo>
                  <a:pt x="47" y="203"/>
                </a:lnTo>
                <a:lnTo>
                  <a:pt x="47" y="204"/>
                </a:lnTo>
                <a:lnTo>
                  <a:pt x="47" y="204"/>
                </a:lnTo>
                <a:lnTo>
                  <a:pt x="46" y="205"/>
                </a:lnTo>
                <a:lnTo>
                  <a:pt x="46" y="205"/>
                </a:lnTo>
                <a:lnTo>
                  <a:pt x="46" y="205"/>
                </a:lnTo>
                <a:lnTo>
                  <a:pt x="43" y="205"/>
                </a:lnTo>
                <a:lnTo>
                  <a:pt x="41" y="205"/>
                </a:lnTo>
                <a:lnTo>
                  <a:pt x="41" y="205"/>
                </a:lnTo>
                <a:lnTo>
                  <a:pt x="42" y="206"/>
                </a:lnTo>
                <a:lnTo>
                  <a:pt x="43" y="208"/>
                </a:lnTo>
                <a:lnTo>
                  <a:pt x="43" y="209"/>
                </a:lnTo>
                <a:lnTo>
                  <a:pt x="43" y="209"/>
                </a:lnTo>
                <a:lnTo>
                  <a:pt x="42" y="209"/>
                </a:lnTo>
                <a:lnTo>
                  <a:pt x="41" y="208"/>
                </a:lnTo>
                <a:lnTo>
                  <a:pt x="41" y="208"/>
                </a:lnTo>
                <a:lnTo>
                  <a:pt x="40" y="208"/>
                </a:lnTo>
                <a:lnTo>
                  <a:pt x="40" y="208"/>
                </a:lnTo>
                <a:lnTo>
                  <a:pt x="40" y="209"/>
                </a:lnTo>
                <a:lnTo>
                  <a:pt x="40" y="209"/>
                </a:lnTo>
                <a:lnTo>
                  <a:pt x="42" y="210"/>
                </a:lnTo>
                <a:lnTo>
                  <a:pt x="42" y="210"/>
                </a:lnTo>
                <a:lnTo>
                  <a:pt x="40" y="210"/>
                </a:lnTo>
                <a:lnTo>
                  <a:pt x="40" y="211"/>
                </a:lnTo>
                <a:lnTo>
                  <a:pt x="40" y="213"/>
                </a:lnTo>
                <a:lnTo>
                  <a:pt x="40" y="213"/>
                </a:lnTo>
                <a:lnTo>
                  <a:pt x="41" y="213"/>
                </a:lnTo>
                <a:lnTo>
                  <a:pt x="42" y="214"/>
                </a:lnTo>
                <a:lnTo>
                  <a:pt x="42" y="214"/>
                </a:lnTo>
                <a:lnTo>
                  <a:pt x="43" y="214"/>
                </a:lnTo>
                <a:lnTo>
                  <a:pt x="42" y="213"/>
                </a:lnTo>
                <a:lnTo>
                  <a:pt x="42" y="211"/>
                </a:lnTo>
                <a:lnTo>
                  <a:pt x="42" y="210"/>
                </a:lnTo>
                <a:lnTo>
                  <a:pt x="42" y="210"/>
                </a:lnTo>
                <a:lnTo>
                  <a:pt x="43" y="210"/>
                </a:lnTo>
                <a:lnTo>
                  <a:pt x="43" y="210"/>
                </a:lnTo>
                <a:lnTo>
                  <a:pt x="45" y="209"/>
                </a:lnTo>
                <a:lnTo>
                  <a:pt x="45" y="209"/>
                </a:lnTo>
                <a:lnTo>
                  <a:pt x="46" y="209"/>
                </a:lnTo>
                <a:lnTo>
                  <a:pt x="46" y="209"/>
                </a:lnTo>
                <a:lnTo>
                  <a:pt x="47" y="208"/>
                </a:lnTo>
                <a:lnTo>
                  <a:pt x="47" y="208"/>
                </a:lnTo>
                <a:lnTo>
                  <a:pt x="47" y="208"/>
                </a:lnTo>
                <a:lnTo>
                  <a:pt x="48" y="210"/>
                </a:lnTo>
                <a:lnTo>
                  <a:pt x="48" y="210"/>
                </a:lnTo>
                <a:lnTo>
                  <a:pt x="46" y="209"/>
                </a:lnTo>
                <a:lnTo>
                  <a:pt x="46" y="209"/>
                </a:lnTo>
                <a:lnTo>
                  <a:pt x="47" y="211"/>
                </a:lnTo>
                <a:lnTo>
                  <a:pt x="47" y="213"/>
                </a:lnTo>
                <a:lnTo>
                  <a:pt x="47" y="213"/>
                </a:lnTo>
                <a:lnTo>
                  <a:pt x="50" y="211"/>
                </a:lnTo>
                <a:lnTo>
                  <a:pt x="50" y="210"/>
                </a:lnTo>
                <a:lnTo>
                  <a:pt x="50" y="206"/>
                </a:lnTo>
                <a:lnTo>
                  <a:pt x="50" y="206"/>
                </a:lnTo>
                <a:lnTo>
                  <a:pt x="51" y="206"/>
                </a:lnTo>
                <a:lnTo>
                  <a:pt x="51" y="208"/>
                </a:lnTo>
                <a:lnTo>
                  <a:pt x="51" y="209"/>
                </a:lnTo>
                <a:lnTo>
                  <a:pt x="51" y="209"/>
                </a:lnTo>
                <a:lnTo>
                  <a:pt x="53" y="209"/>
                </a:lnTo>
                <a:lnTo>
                  <a:pt x="54" y="209"/>
                </a:lnTo>
                <a:lnTo>
                  <a:pt x="54" y="209"/>
                </a:lnTo>
                <a:lnTo>
                  <a:pt x="56" y="209"/>
                </a:lnTo>
                <a:lnTo>
                  <a:pt x="56" y="208"/>
                </a:lnTo>
                <a:lnTo>
                  <a:pt x="56" y="208"/>
                </a:lnTo>
                <a:lnTo>
                  <a:pt x="54" y="206"/>
                </a:lnTo>
                <a:lnTo>
                  <a:pt x="54" y="205"/>
                </a:lnTo>
                <a:lnTo>
                  <a:pt x="56" y="205"/>
                </a:lnTo>
                <a:lnTo>
                  <a:pt x="56" y="205"/>
                </a:lnTo>
                <a:lnTo>
                  <a:pt x="57" y="205"/>
                </a:lnTo>
                <a:lnTo>
                  <a:pt x="57" y="208"/>
                </a:lnTo>
                <a:lnTo>
                  <a:pt x="57" y="214"/>
                </a:lnTo>
                <a:lnTo>
                  <a:pt x="57" y="214"/>
                </a:lnTo>
                <a:lnTo>
                  <a:pt x="57" y="216"/>
                </a:lnTo>
                <a:lnTo>
                  <a:pt x="57" y="219"/>
                </a:lnTo>
                <a:lnTo>
                  <a:pt x="57" y="219"/>
                </a:lnTo>
                <a:lnTo>
                  <a:pt x="57" y="218"/>
                </a:lnTo>
                <a:lnTo>
                  <a:pt x="57" y="216"/>
                </a:lnTo>
                <a:lnTo>
                  <a:pt x="57" y="216"/>
                </a:lnTo>
                <a:lnTo>
                  <a:pt x="57" y="218"/>
                </a:lnTo>
                <a:lnTo>
                  <a:pt x="57" y="219"/>
                </a:lnTo>
                <a:lnTo>
                  <a:pt x="57" y="220"/>
                </a:lnTo>
                <a:lnTo>
                  <a:pt x="57" y="220"/>
                </a:lnTo>
                <a:lnTo>
                  <a:pt x="57" y="221"/>
                </a:lnTo>
                <a:lnTo>
                  <a:pt x="56" y="223"/>
                </a:lnTo>
                <a:lnTo>
                  <a:pt x="56" y="223"/>
                </a:lnTo>
                <a:lnTo>
                  <a:pt x="58" y="225"/>
                </a:lnTo>
                <a:lnTo>
                  <a:pt x="58" y="225"/>
                </a:lnTo>
                <a:lnTo>
                  <a:pt x="57" y="228"/>
                </a:lnTo>
                <a:lnTo>
                  <a:pt x="57" y="228"/>
                </a:lnTo>
                <a:lnTo>
                  <a:pt x="58" y="230"/>
                </a:lnTo>
                <a:lnTo>
                  <a:pt x="58" y="233"/>
                </a:lnTo>
                <a:lnTo>
                  <a:pt x="57" y="234"/>
                </a:lnTo>
                <a:lnTo>
                  <a:pt x="57" y="234"/>
                </a:lnTo>
                <a:lnTo>
                  <a:pt x="56" y="233"/>
                </a:lnTo>
                <a:lnTo>
                  <a:pt x="54" y="231"/>
                </a:lnTo>
                <a:lnTo>
                  <a:pt x="53" y="230"/>
                </a:lnTo>
                <a:lnTo>
                  <a:pt x="54" y="228"/>
                </a:lnTo>
                <a:lnTo>
                  <a:pt x="54" y="228"/>
                </a:lnTo>
                <a:lnTo>
                  <a:pt x="53" y="228"/>
                </a:lnTo>
                <a:lnTo>
                  <a:pt x="53" y="229"/>
                </a:lnTo>
                <a:lnTo>
                  <a:pt x="52" y="233"/>
                </a:lnTo>
                <a:lnTo>
                  <a:pt x="52" y="233"/>
                </a:lnTo>
                <a:lnTo>
                  <a:pt x="53" y="233"/>
                </a:lnTo>
                <a:lnTo>
                  <a:pt x="54" y="233"/>
                </a:lnTo>
                <a:lnTo>
                  <a:pt x="54" y="233"/>
                </a:lnTo>
                <a:lnTo>
                  <a:pt x="54" y="234"/>
                </a:lnTo>
                <a:lnTo>
                  <a:pt x="56" y="235"/>
                </a:lnTo>
                <a:lnTo>
                  <a:pt x="56" y="235"/>
                </a:lnTo>
                <a:lnTo>
                  <a:pt x="56" y="237"/>
                </a:lnTo>
                <a:lnTo>
                  <a:pt x="56" y="238"/>
                </a:lnTo>
                <a:lnTo>
                  <a:pt x="57" y="238"/>
                </a:lnTo>
                <a:lnTo>
                  <a:pt x="57" y="238"/>
                </a:lnTo>
                <a:lnTo>
                  <a:pt x="57" y="237"/>
                </a:lnTo>
                <a:lnTo>
                  <a:pt x="57" y="237"/>
                </a:lnTo>
                <a:lnTo>
                  <a:pt x="57" y="235"/>
                </a:lnTo>
                <a:lnTo>
                  <a:pt x="58" y="234"/>
                </a:lnTo>
                <a:lnTo>
                  <a:pt x="58" y="234"/>
                </a:lnTo>
                <a:lnTo>
                  <a:pt x="58" y="237"/>
                </a:lnTo>
                <a:lnTo>
                  <a:pt x="58" y="239"/>
                </a:lnTo>
                <a:lnTo>
                  <a:pt x="58" y="244"/>
                </a:lnTo>
                <a:lnTo>
                  <a:pt x="58" y="244"/>
                </a:lnTo>
                <a:lnTo>
                  <a:pt x="59" y="247"/>
                </a:lnTo>
                <a:lnTo>
                  <a:pt x="59" y="247"/>
                </a:lnTo>
                <a:lnTo>
                  <a:pt x="59" y="255"/>
                </a:lnTo>
                <a:lnTo>
                  <a:pt x="59" y="255"/>
                </a:lnTo>
                <a:lnTo>
                  <a:pt x="59" y="262"/>
                </a:lnTo>
                <a:lnTo>
                  <a:pt x="59" y="268"/>
                </a:lnTo>
                <a:lnTo>
                  <a:pt x="59" y="268"/>
                </a:lnTo>
                <a:lnTo>
                  <a:pt x="58" y="268"/>
                </a:lnTo>
                <a:lnTo>
                  <a:pt x="58" y="268"/>
                </a:lnTo>
                <a:lnTo>
                  <a:pt x="58" y="269"/>
                </a:lnTo>
                <a:lnTo>
                  <a:pt x="59" y="270"/>
                </a:lnTo>
                <a:lnTo>
                  <a:pt x="59" y="270"/>
                </a:lnTo>
                <a:lnTo>
                  <a:pt x="57" y="270"/>
                </a:lnTo>
                <a:lnTo>
                  <a:pt x="58" y="270"/>
                </a:lnTo>
                <a:lnTo>
                  <a:pt x="58" y="273"/>
                </a:lnTo>
                <a:lnTo>
                  <a:pt x="59" y="274"/>
                </a:lnTo>
                <a:lnTo>
                  <a:pt x="59" y="274"/>
                </a:lnTo>
                <a:lnTo>
                  <a:pt x="59" y="275"/>
                </a:lnTo>
                <a:lnTo>
                  <a:pt x="60" y="275"/>
                </a:lnTo>
                <a:lnTo>
                  <a:pt x="60" y="275"/>
                </a:lnTo>
                <a:lnTo>
                  <a:pt x="60" y="279"/>
                </a:lnTo>
                <a:lnTo>
                  <a:pt x="60" y="280"/>
                </a:lnTo>
                <a:lnTo>
                  <a:pt x="59" y="282"/>
                </a:lnTo>
                <a:lnTo>
                  <a:pt x="59" y="282"/>
                </a:lnTo>
                <a:lnTo>
                  <a:pt x="59" y="283"/>
                </a:lnTo>
                <a:lnTo>
                  <a:pt x="59" y="283"/>
                </a:lnTo>
                <a:lnTo>
                  <a:pt x="60" y="284"/>
                </a:lnTo>
                <a:lnTo>
                  <a:pt x="60" y="285"/>
                </a:lnTo>
                <a:lnTo>
                  <a:pt x="60" y="285"/>
                </a:lnTo>
                <a:lnTo>
                  <a:pt x="58" y="285"/>
                </a:lnTo>
                <a:lnTo>
                  <a:pt x="58" y="283"/>
                </a:lnTo>
                <a:lnTo>
                  <a:pt x="58" y="283"/>
                </a:lnTo>
                <a:lnTo>
                  <a:pt x="57" y="283"/>
                </a:lnTo>
                <a:lnTo>
                  <a:pt x="57" y="284"/>
                </a:lnTo>
                <a:lnTo>
                  <a:pt x="56" y="287"/>
                </a:lnTo>
                <a:lnTo>
                  <a:pt x="56" y="287"/>
                </a:lnTo>
                <a:lnTo>
                  <a:pt x="58" y="287"/>
                </a:lnTo>
                <a:lnTo>
                  <a:pt x="59" y="285"/>
                </a:lnTo>
                <a:lnTo>
                  <a:pt x="59" y="285"/>
                </a:lnTo>
                <a:lnTo>
                  <a:pt x="60" y="308"/>
                </a:lnTo>
                <a:lnTo>
                  <a:pt x="60" y="329"/>
                </a:lnTo>
                <a:lnTo>
                  <a:pt x="59" y="372"/>
                </a:lnTo>
                <a:lnTo>
                  <a:pt x="59" y="372"/>
                </a:lnTo>
                <a:lnTo>
                  <a:pt x="59" y="384"/>
                </a:lnTo>
                <a:lnTo>
                  <a:pt x="59" y="384"/>
                </a:lnTo>
                <a:lnTo>
                  <a:pt x="59" y="387"/>
                </a:lnTo>
                <a:lnTo>
                  <a:pt x="59" y="387"/>
                </a:lnTo>
                <a:lnTo>
                  <a:pt x="59" y="395"/>
                </a:lnTo>
                <a:lnTo>
                  <a:pt x="59" y="395"/>
                </a:lnTo>
                <a:lnTo>
                  <a:pt x="59" y="402"/>
                </a:lnTo>
                <a:lnTo>
                  <a:pt x="59" y="402"/>
                </a:lnTo>
                <a:lnTo>
                  <a:pt x="59" y="409"/>
                </a:lnTo>
                <a:lnTo>
                  <a:pt x="59" y="418"/>
                </a:lnTo>
                <a:lnTo>
                  <a:pt x="59" y="418"/>
                </a:lnTo>
                <a:lnTo>
                  <a:pt x="60" y="423"/>
                </a:lnTo>
                <a:lnTo>
                  <a:pt x="60" y="425"/>
                </a:lnTo>
                <a:lnTo>
                  <a:pt x="59" y="428"/>
                </a:lnTo>
                <a:lnTo>
                  <a:pt x="59" y="428"/>
                </a:lnTo>
                <a:lnTo>
                  <a:pt x="59" y="433"/>
                </a:lnTo>
                <a:lnTo>
                  <a:pt x="59" y="437"/>
                </a:lnTo>
                <a:lnTo>
                  <a:pt x="59" y="437"/>
                </a:lnTo>
                <a:lnTo>
                  <a:pt x="59" y="435"/>
                </a:lnTo>
                <a:lnTo>
                  <a:pt x="60" y="435"/>
                </a:lnTo>
                <a:lnTo>
                  <a:pt x="60" y="435"/>
                </a:lnTo>
                <a:lnTo>
                  <a:pt x="60" y="442"/>
                </a:lnTo>
                <a:lnTo>
                  <a:pt x="60" y="448"/>
                </a:lnTo>
                <a:lnTo>
                  <a:pt x="60" y="448"/>
                </a:lnTo>
                <a:lnTo>
                  <a:pt x="58" y="447"/>
                </a:lnTo>
                <a:lnTo>
                  <a:pt x="58" y="447"/>
                </a:lnTo>
                <a:lnTo>
                  <a:pt x="58" y="448"/>
                </a:lnTo>
                <a:lnTo>
                  <a:pt x="59" y="449"/>
                </a:lnTo>
                <a:lnTo>
                  <a:pt x="60" y="450"/>
                </a:lnTo>
                <a:lnTo>
                  <a:pt x="60" y="450"/>
                </a:lnTo>
                <a:lnTo>
                  <a:pt x="60" y="450"/>
                </a:lnTo>
                <a:lnTo>
                  <a:pt x="59" y="450"/>
                </a:lnTo>
                <a:lnTo>
                  <a:pt x="58" y="450"/>
                </a:lnTo>
                <a:lnTo>
                  <a:pt x="58" y="450"/>
                </a:lnTo>
                <a:lnTo>
                  <a:pt x="59" y="454"/>
                </a:lnTo>
                <a:lnTo>
                  <a:pt x="59" y="454"/>
                </a:lnTo>
                <a:lnTo>
                  <a:pt x="59" y="457"/>
                </a:lnTo>
                <a:lnTo>
                  <a:pt x="59" y="459"/>
                </a:lnTo>
                <a:lnTo>
                  <a:pt x="59" y="459"/>
                </a:lnTo>
                <a:lnTo>
                  <a:pt x="59" y="463"/>
                </a:lnTo>
                <a:lnTo>
                  <a:pt x="59" y="463"/>
                </a:lnTo>
                <a:lnTo>
                  <a:pt x="59" y="465"/>
                </a:lnTo>
                <a:lnTo>
                  <a:pt x="60" y="469"/>
                </a:lnTo>
                <a:lnTo>
                  <a:pt x="60" y="469"/>
                </a:lnTo>
                <a:lnTo>
                  <a:pt x="59" y="472"/>
                </a:lnTo>
                <a:lnTo>
                  <a:pt x="59" y="472"/>
                </a:lnTo>
                <a:lnTo>
                  <a:pt x="59" y="473"/>
                </a:lnTo>
                <a:lnTo>
                  <a:pt x="59" y="474"/>
                </a:lnTo>
                <a:lnTo>
                  <a:pt x="59" y="474"/>
                </a:lnTo>
                <a:lnTo>
                  <a:pt x="59" y="474"/>
                </a:lnTo>
                <a:lnTo>
                  <a:pt x="60" y="484"/>
                </a:lnTo>
                <a:lnTo>
                  <a:pt x="60" y="484"/>
                </a:lnTo>
                <a:lnTo>
                  <a:pt x="60" y="487"/>
                </a:lnTo>
                <a:lnTo>
                  <a:pt x="60" y="487"/>
                </a:lnTo>
                <a:lnTo>
                  <a:pt x="60" y="489"/>
                </a:lnTo>
                <a:lnTo>
                  <a:pt x="60" y="489"/>
                </a:lnTo>
                <a:lnTo>
                  <a:pt x="60" y="491"/>
                </a:lnTo>
                <a:lnTo>
                  <a:pt x="59" y="491"/>
                </a:lnTo>
                <a:lnTo>
                  <a:pt x="59" y="491"/>
                </a:lnTo>
                <a:lnTo>
                  <a:pt x="60" y="493"/>
                </a:lnTo>
                <a:lnTo>
                  <a:pt x="60" y="493"/>
                </a:lnTo>
                <a:lnTo>
                  <a:pt x="59" y="497"/>
                </a:lnTo>
                <a:lnTo>
                  <a:pt x="59" y="502"/>
                </a:lnTo>
                <a:lnTo>
                  <a:pt x="59" y="502"/>
                </a:lnTo>
                <a:lnTo>
                  <a:pt x="60" y="504"/>
                </a:lnTo>
                <a:lnTo>
                  <a:pt x="60" y="504"/>
                </a:lnTo>
                <a:lnTo>
                  <a:pt x="59" y="507"/>
                </a:lnTo>
                <a:lnTo>
                  <a:pt x="59" y="507"/>
                </a:lnTo>
                <a:lnTo>
                  <a:pt x="60" y="509"/>
                </a:lnTo>
                <a:lnTo>
                  <a:pt x="59" y="512"/>
                </a:lnTo>
                <a:lnTo>
                  <a:pt x="59" y="512"/>
                </a:lnTo>
                <a:lnTo>
                  <a:pt x="60" y="517"/>
                </a:lnTo>
                <a:lnTo>
                  <a:pt x="60" y="517"/>
                </a:lnTo>
                <a:lnTo>
                  <a:pt x="60" y="518"/>
                </a:lnTo>
                <a:lnTo>
                  <a:pt x="60" y="518"/>
                </a:lnTo>
                <a:lnTo>
                  <a:pt x="62" y="533"/>
                </a:lnTo>
                <a:lnTo>
                  <a:pt x="62" y="533"/>
                </a:lnTo>
                <a:lnTo>
                  <a:pt x="60" y="534"/>
                </a:lnTo>
                <a:lnTo>
                  <a:pt x="60" y="534"/>
                </a:lnTo>
                <a:lnTo>
                  <a:pt x="60" y="541"/>
                </a:lnTo>
                <a:lnTo>
                  <a:pt x="60" y="546"/>
                </a:lnTo>
                <a:lnTo>
                  <a:pt x="60" y="546"/>
                </a:lnTo>
                <a:lnTo>
                  <a:pt x="60" y="547"/>
                </a:lnTo>
                <a:lnTo>
                  <a:pt x="59" y="547"/>
                </a:lnTo>
                <a:lnTo>
                  <a:pt x="59" y="547"/>
                </a:lnTo>
                <a:lnTo>
                  <a:pt x="59" y="557"/>
                </a:lnTo>
                <a:lnTo>
                  <a:pt x="59" y="557"/>
                </a:lnTo>
                <a:lnTo>
                  <a:pt x="59" y="558"/>
                </a:lnTo>
                <a:lnTo>
                  <a:pt x="58" y="558"/>
                </a:lnTo>
                <a:lnTo>
                  <a:pt x="58" y="558"/>
                </a:lnTo>
                <a:lnTo>
                  <a:pt x="58" y="558"/>
                </a:lnTo>
                <a:lnTo>
                  <a:pt x="59" y="559"/>
                </a:lnTo>
                <a:lnTo>
                  <a:pt x="59" y="559"/>
                </a:lnTo>
                <a:lnTo>
                  <a:pt x="59" y="564"/>
                </a:lnTo>
                <a:lnTo>
                  <a:pt x="59" y="567"/>
                </a:lnTo>
                <a:lnTo>
                  <a:pt x="58" y="568"/>
                </a:lnTo>
                <a:lnTo>
                  <a:pt x="58" y="568"/>
                </a:lnTo>
                <a:lnTo>
                  <a:pt x="58" y="573"/>
                </a:lnTo>
                <a:lnTo>
                  <a:pt x="58" y="573"/>
                </a:lnTo>
                <a:lnTo>
                  <a:pt x="57" y="574"/>
                </a:lnTo>
                <a:lnTo>
                  <a:pt x="56" y="574"/>
                </a:lnTo>
                <a:lnTo>
                  <a:pt x="56" y="574"/>
                </a:lnTo>
                <a:lnTo>
                  <a:pt x="56" y="576"/>
                </a:lnTo>
                <a:lnTo>
                  <a:pt x="56" y="576"/>
                </a:lnTo>
                <a:lnTo>
                  <a:pt x="58" y="576"/>
                </a:lnTo>
                <a:lnTo>
                  <a:pt x="58" y="576"/>
                </a:lnTo>
                <a:lnTo>
                  <a:pt x="58" y="578"/>
                </a:lnTo>
                <a:lnTo>
                  <a:pt x="57" y="578"/>
                </a:lnTo>
                <a:lnTo>
                  <a:pt x="56" y="581"/>
                </a:lnTo>
                <a:lnTo>
                  <a:pt x="56" y="581"/>
                </a:lnTo>
                <a:lnTo>
                  <a:pt x="57" y="582"/>
                </a:lnTo>
                <a:lnTo>
                  <a:pt x="58" y="582"/>
                </a:lnTo>
                <a:lnTo>
                  <a:pt x="58" y="582"/>
                </a:lnTo>
                <a:lnTo>
                  <a:pt x="58" y="588"/>
                </a:lnTo>
                <a:lnTo>
                  <a:pt x="57" y="593"/>
                </a:lnTo>
                <a:lnTo>
                  <a:pt x="57" y="593"/>
                </a:lnTo>
                <a:lnTo>
                  <a:pt x="56" y="597"/>
                </a:lnTo>
                <a:lnTo>
                  <a:pt x="56" y="597"/>
                </a:lnTo>
                <a:lnTo>
                  <a:pt x="57" y="604"/>
                </a:lnTo>
                <a:lnTo>
                  <a:pt x="57" y="604"/>
                </a:lnTo>
                <a:lnTo>
                  <a:pt x="57" y="607"/>
                </a:lnTo>
                <a:lnTo>
                  <a:pt x="56" y="609"/>
                </a:lnTo>
                <a:lnTo>
                  <a:pt x="56" y="609"/>
                </a:lnTo>
                <a:lnTo>
                  <a:pt x="57" y="611"/>
                </a:lnTo>
                <a:lnTo>
                  <a:pt x="57" y="611"/>
                </a:lnTo>
                <a:lnTo>
                  <a:pt x="57" y="613"/>
                </a:lnTo>
                <a:lnTo>
                  <a:pt x="57" y="614"/>
                </a:lnTo>
                <a:lnTo>
                  <a:pt x="58" y="617"/>
                </a:lnTo>
                <a:lnTo>
                  <a:pt x="58" y="619"/>
                </a:lnTo>
                <a:lnTo>
                  <a:pt x="58" y="619"/>
                </a:lnTo>
                <a:lnTo>
                  <a:pt x="59" y="621"/>
                </a:lnTo>
                <a:lnTo>
                  <a:pt x="59" y="621"/>
                </a:lnTo>
                <a:lnTo>
                  <a:pt x="60" y="623"/>
                </a:lnTo>
                <a:lnTo>
                  <a:pt x="60" y="623"/>
                </a:lnTo>
                <a:lnTo>
                  <a:pt x="62" y="622"/>
                </a:lnTo>
                <a:lnTo>
                  <a:pt x="62" y="622"/>
                </a:lnTo>
                <a:lnTo>
                  <a:pt x="60" y="621"/>
                </a:lnTo>
                <a:lnTo>
                  <a:pt x="60" y="621"/>
                </a:lnTo>
                <a:lnTo>
                  <a:pt x="60" y="619"/>
                </a:lnTo>
                <a:lnTo>
                  <a:pt x="60" y="619"/>
                </a:lnTo>
                <a:lnTo>
                  <a:pt x="59" y="618"/>
                </a:lnTo>
                <a:lnTo>
                  <a:pt x="59" y="618"/>
                </a:lnTo>
                <a:lnTo>
                  <a:pt x="59" y="614"/>
                </a:lnTo>
                <a:lnTo>
                  <a:pt x="59" y="614"/>
                </a:lnTo>
                <a:lnTo>
                  <a:pt x="59" y="612"/>
                </a:lnTo>
                <a:lnTo>
                  <a:pt x="59" y="609"/>
                </a:lnTo>
                <a:lnTo>
                  <a:pt x="59" y="609"/>
                </a:lnTo>
                <a:lnTo>
                  <a:pt x="60" y="607"/>
                </a:lnTo>
                <a:lnTo>
                  <a:pt x="60" y="607"/>
                </a:lnTo>
                <a:lnTo>
                  <a:pt x="60" y="603"/>
                </a:lnTo>
                <a:lnTo>
                  <a:pt x="60" y="603"/>
                </a:lnTo>
                <a:lnTo>
                  <a:pt x="60" y="599"/>
                </a:lnTo>
                <a:lnTo>
                  <a:pt x="60" y="599"/>
                </a:lnTo>
                <a:lnTo>
                  <a:pt x="60" y="592"/>
                </a:lnTo>
                <a:lnTo>
                  <a:pt x="60" y="592"/>
                </a:lnTo>
                <a:lnTo>
                  <a:pt x="62" y="592"/>
                </a:lnTo>
                <a:lnTo>
                  <a:pt x="62" y="592"/>
                </a:lnTo>
                <a:lnTo>
                  <a:pt x="63" y="589"/>
                </a:lnTo>
                <a:lnTo>
                  <a:pt x="63" y="589"/>
                </a:lnTo>
                <a:lnTo>
                  <a:pt x="64" y="589"/>
                </a:lnTo>
                <a:lnTo>
                  <a:pt x="64" y="589"/>
                </a:lnTo>
                <a:lnTo>
                  <a:pt x="63" y="588"/>
                </a:lnTo>
                <a:lnTo>
                  <a:pt x="63" y="588"/>
                </a:lnTo>
                <a:lnTo>
                  <a:pt x="63" y="588"/>
                </a:lnTo>
                <a:lnTo>
                  <a:pt x="62" y="588"/>
                </a:lnTo>
                <a:lnTo>
                  <a:pt x="62" y="589"/>
                </a:lnTo>
                <a:lnTo>
                  <a:pt x="62" y="591"/>
                </a:lnTo>
                <a:lnTo>
                  <a:pt x="62" y="591"/>
                </a:lnTo>
                <a:lnTo>
                  <a:pt x="60" y="589"/>
                </a:lnTo>
                <a:lnTo>
                  <a:pt x="60" y="587"/>
                </a:lnTo>
                <a:lnTo>
                  <a:pt x="62" y="582"/>
                </a:lnTo>
                <a:lnTo>
                  <a:pt x="62" y="582"/>
                </a:lnTo>
                <a:lnTo>
                  <a:pt x="62" y="582"/>
                </a:lnTo>
                <a:lnTo>
                  <a:pt x="62" y="581"/>
                </a:lnTo>
                <a:lnTo>
                  <a:pt x="60" y="581"/>
                </a:lnTo>
                <a:lnTo>
                  <a:pt x="62" y="579"/>
                </a:lnTo>
                <a:lnTo>
                  <a:pt x="62" y="579"/>
                </a:lnTo>
                <a:lnTo>
                  <a:pt x="63" y="579"/>
                </a:lnTo>
                <a:lnTo>
                  <a:pt x="63" y="581"/>
                </a:lnTo>
                <a:lnTo>
                  <a:pt x="63" y="581"/>
                </a:lnTo>
                <a:lnTo>
                  <a:pt x="64" y="582"/>
                </a:lnTo>
                <a:lnTo>
                  <a:pt x="64" y="582"/>
                </a:lnTo>
                <a:lnTo>
                  <a:pt x="64" y="582"/>
                </a:lnTo>
                <a:lnTo>
                  <a:pt x="63" y="583"/>
                </a:lnTo>
                <a:lnTo>
                  <a:pt x="63" y="583"/>
                </a:lnTo>
                <a:lnTo>
                  <a:pt x="63" y="583"/>
                </a:lnTo>
                <a:lnTo>
                  <a:pt x="63" y="582"/>
                </a:lnTo>
                <a:lnTo>
                  <a:pt x="63" y="582"/>
                </a:lnTo>
                <a:lnTo>
                  <a:pt x="62" y="583"/>
                </a:lnTo>
                <a:lnTo>
                  <a:pt x="62" y="584"/>
                </a:lnTo>
                <a:lnTo>
                  <a:pt x="62" y="587"/>
                </a:lnTo>
                <a:lnTo>
                  <a:pt x="62" y="587"/>
                </a:lnTo>
                <a:lnTo>
                  <a:pt x="63" y="587"/>
                </a:lnTo>
                <a:lnTo>
                  <a:pt x="64" y="586"/>
                </a:lnTo>
                <a:lnTo>
                  <a:pt x="64" y="584"/>
                </a:lnTo>
                <a:lnTo>
                  <a:pt x="65" y="584"/>
                </a:lnTo>
                <a:lnTo>
                  <a:pt x="65" y="584"/>
                </a:lnTo>
                <a:lnTo>
                  <a:pt x="64" y="581"/>
                </a:lnTo>
                <a:lnTo>
                  <a:pt x="63" y="578"/>
                </a:lnTo>
                <a:lnTo>
                  <a:pt x="64" y="576"/>
                </a:lnTo>
                <a:lnTo>
                  <a:pt x="64" y="576"/>
                </a:lnTo>
                <a:lnTo>
                  <a:pt x="63" y="576"/>
                </a:lnTo>
                <a:lnTo>
                  <a:pt x="63" y="577"/>
                </a:lnTo>
                <a:lnTo>
                  <a:pt x="62" y="578"/>
                </a:lnTo>
                <a:lnTo>
                  <a:pt x="60" y="578"/>
                </a:lnTo>
                <a:lnTo>
                  <a:pt x="60" y="578"/>
                </a:lnTo>
                <a:lnTo>
                  <a:pt x="62" y="574"/>
                </a:lnTo>
                <a:lnTo>
                  <a:pt x="63" y="572"/>
                </a:lnTo>
                <a:lnTo>
                  <a:pt x="63" y="572"/>
                </a:lnTo>
                <a:lnTo>
                  <a:pt x="63" y="574"/>
                </a:lnTo>
                <a:lnTo>
                  <a:pt x="64" y="574"/>
                </a:lnTo>
                <a:lnTo>
                  <a:pt x="65" y="574"/>
                </a:lnTo>
                <a:lnTo>
                  <a:pt x="65" y="574"/>
                </a:lnTo>
                <a:lnTo>
                  <a:pt x="64" y="573"/>
                </a:lnTo>
                <a:lnTo>
                  <a:pt x="64" y="573"/>
                </a:lnTo>
                <a:lnTo>
                  <a:pt x="64" y="572"/>
                </a:lnTo>
                <a:lnTo>
                  <a:pt x="64" y="572"/>
                </a:lnTo>
                <a:lnTo>
                  <a:pt x="65" y="572"/>
                </a:lnTo>
                <a:lnTo>
                  <a:pt x="66" y="571"/>
                </a:lnTo>
                <a:lnTo>
                  <a:pt x="65" y="567"/>
                </a:lnTo>
                <a:lnTo>
                  <a:pt x="65" y="567"/>
                </a:lnTo>
                <a:lnTo>
                  <a:pt x="64" y="568"/>
                </a:lnTo>
                <a:lnTo>
                  <a:pt x="63" y="571"/>
                </a:lnTo>
                <a:lnTo>
                  <a:pt x="63" y="571"/>
                </a:lnTo>
                <a:lnTo>
                  <a:pt x="63" y="569"/>
                </a:lnTo>
                <a:lnTo>
                  <a:pt x="63" y="568"/>
                </a:lnTo>
                <a:lnTo>
                  <a:pt x="63" y="566"/>
                </a:lnTo>
                <a:lnTo>
                  <a:pt x="63" y="566"/>
                </a:lnTo>
                <a:lnTo>
                  <a:pt x="64" y="567"/>
                </a:lnTo>
                <a:lnTo>
                  <a:pt x="65" y="566"/>
                </a:lnTo>
                <a:lnTo>
                  <a:pt x="66" y="564"/>
                </a:lnTo>
                <a:lnTo>
                  <a:pt x="66" y="564"/>
                </a:lnTo>
                <a:lnTo>
                  <a:pt x="65" y="564"/>
                </a:lnTo>
                <a:lnTo>
                  <a:pt x="65" y="564"/>
                </a:lnTo>
                <a:lnTo>
                  <a:pt x="64" y="564"/>
                </a:lnTo>
                <a:lnTo>
                  <a:pt x="64" y="564"/>
                </a:lnTo>
                <a:lnTo>
                  <a:pt x="64" y="564"/>
                </a:lnTo>
                <a:lnTo>
                  <a:pt x="65" y="563"/>
                </a:lnTo>
                <a:lnTo>
                  <a:pt x="65" y="562"/>
                </a:lnTo>
                <a:lnTo>
                  <a:pt x="66" y="561"/>
                </a:lnTo>
                <a:lnTo>
                  <a:pt x="66" y="561"/>
                </a:lnTo>
                <a:lnTo>
                  <a:pt x="66" y="561"/>
                </a:lnTo>
                <a:lnTo>
                  <a:pt x="65" y="561"/>
                </a:lnTo>
                <a:lnTo>
                  <a:pt x="65" y="562"/>
                </a:lnTo>
                <a:lnTo>
                  <a:pt x="65" y="562"/>
                </a:lnTo>
                <a:lnTo>
                  <a:pt x="65" y="551"/>
                </a:lnTo>
                <a:lnTo>
                  <a:pt x="66" y="539"/>
                </a:lnTo>
                <a:lnTo>
                  <a:pt x="66" y="539"/>
                </a:lnTo>
                <a:lnTo>
                  <a:pt x="66" y="537"/>
                </a:lnTo>
                <a:lnTo>
                  <a:pt x="66" y="536"/>
                </a:lnTo>
                <a:lnTo>
                  <a:pt x="65" y="534"/>
                </a:lnTo>
                <a:lnTo>
                  <a:pt x="65" y="534"/>
                </a:lnTo>
                <a:lnTo>
                  <a:pt x="66" y="527"/>
                </a:lnTo>
                <a:lnTo>
                  <a:pt x="66" y="521"/>
                </a:lnTo>
                <a:lnTo>
                  <a:pt x="66" y="521"/>
                </a:lnTo>
                <a:lnTo>
                  <a:pt x="68" y="522"/>
                </a:lnTo>
                <a:lnTo>
                  <a:pt x="68" y="524"/>
                </a:lnTo>
                <a:lnTo>
                  <a:pt x="68" y="528"/>
                </a:lnTo>
                <a:lnTo>
                  <a:pt x="68" y="528"/>
                </a:lnTo>
                <a:lnTo>
                  <a:pt x="68" y="533"/>
                </a:lnTo>
                <a:lnTo>
                  <a:pt x="68" y="538"/>
                </a:lnTo>
                <a:lnTo>
                  <a:pt x="68" y="538"/>
                </a:lnTo>
                <a:lnTo>
                  <a:pt x="70" y="538"/>
                </a:lnTo>
                <a:lnTo>
                  <a:pt x="71" y="538"/>
                </a:lnTo>
                <a:lnTo>
                  <a:pt x="71" y="538"/>
                </a:lnTo>
                <a:lnTo>
                  <a:pt x="71" y="534"/>
                </a:lnTo>
                <a:lnTo>
                  <a:pt x="71" y="533"/>
                </a:lnTo>
                <a:lnTo>
                  <a:pt x="71" y="533"/>
                </a:lnTo>
                <a:lnTo>
                  <a:pt x="70" y="537"/>
                </a:lnTo>
                <a:lnTo>
                  <a:pt x="70" y="537"/>
                </a:lnTo>
                <a:lnTo>
                  <a:pt x="69" y="536"/>
                </a:lnTo>
                <a:lnTo>
                  <a:pt x="69" y="533"/>
                </a:lnTo>
                <a:lnTo>
                  <a:pt x="70" y="532"/>
                </a:lnTo>
                <a:lnTo>
                  <a:pt x="70" y="529"/>
                </a:lnTo>
                <a:lnTo>
                  <a:pt x="70" y="529"/>
                </a:lnTo>
                <a:lnTo>
                  <a:pt x="70" y="529"/>
                </a:lnTo>
                <a:lnTo>
                  <a:pt x="70" y="531"/>
                </a:lnTo>
                <a:lnTo>
                  <a:pt x="70" y="532"/>
                </a:lnTo>
                <a:lnTo>
                  <a:pt x="69" y="532"/>
                </a:lnTo>
                <a:lnTo>
                  <a:pt x="69" y="532"/>
                </a:lnTo>
                <a:lnTo>
                  <a:pt x="70" y="483"/>
                </a:lnTo>
                <a:lnTo>
                  <a:pt x="70" y="483"/>
                </a:lnTo>
                <a:lnTo>
                  <a:pt x="70" y="481"/>
                </a:lnTo>
                <a:lnTo>
                  <a:pt x="70" y="481"/>
                </a:lnTo>
                <a:lnTo>
                  <a:pt x="70" y="477"/>
                </a:lnTo>
                <a:lnTo>
                  <a:pt x="70" y="477"/>
                </a:lnTo>
                <a:lnTo>
                  <a:pt x="71" y="473"/>
                </a:lnTo>
                <a:lnTo>
                  <a:pt x="71" y="472"/>
                </a:lnTo>
                <a:lnTo>
                  <a:pt x="70" y="471"/>
                </a:lnTo>
                <a:lnTo>
                  <a:pt x="70" y="471"/>
                </a:lnTo>
                <a:lnTo>
                  <a:pt x="71" y="469"/>
                </a:lnTo>
                <a:lnTo>
                  <a:pt x="72" y="468"/>
                </a:lnTo>
                <a:lnTo>
                  <a:pt x="72" y="468"/>
                </a:lnTo>
                <a:lnTo>
                  <a:pt x="71" y="467"/>
                </a:lnTo>
                <a:lnTo>
                  <a:pt x="71" y="468"/>
                </a:lnTo>
                <a:lnTo>
                  <a:pt x="71" y="468"/>
                </a:lnTo>
                <a:lnTo>
                  <a:pt x="70" y="459"/>
                </a:lnTo>
                <a:lnTo>
                  <a:pt x="70" y="452"/>
                </a:lnTo>
                <a:lnTo>
                  <a:pt x="70" y="444"/>
                </a:lnTo>
                <a:lnTo>
                  <a:pt x="70" y="437"/>
                </a:lnTo>
                <a:lnTo>
                  <a:pt x="70" y="437"/>
                </a:lnTo>
                <a:lnTo>
                  <a:pt x="70" y="437"/>
                </a:lnTo>
                <a:lnTo>
                  <a:pt x="71" y="437"/>
                </a:lnTo>
                <a:lnTo>
                  <a:pt x="71" y="437"/>
                </a:lnTo>
                <a:lnTo>
                  <a:pt x="70" y="434"/>
                </a:lnTo>
                <a:lnTo>
                  <a:pt x="70" y="429"/>
                </a:lnTo>
                <a:lnTo>
                  <a:pt x="70" y="429"/>
                </a:lnTo>
                <a:lnTo>
                  <a:pt x="70" y="430"/>
                </a:lnTo>
                <a:lnTo>
                  <a:pt x="71" y="430"/>
                </a:lnTo>
                <a:lnTo>
                  <a:pt x="71" y="432"/>
                </a:lnTo>
                <a:lnTo>
                  <a:pt x="72" y="432"/>
                </a:lnTo>
                <a:lnTo>
                  <a:pt x="72" y="432"/>
                </a:lnTo>
                <a:lnTo>
                  <a:pt x="71" y="429"/>
                </a:lnTo>
                <a:lnTo>
                  <a:pt x="71" y="428"/>
                </a:lnTo>
                <a:lnTo>
                  <a:pt x="71" y="427"/>
                </a:lnTo>
                <a:lnTo>
                  <a:pt x="71" y="427"/>
                </a:lnTo>
                <a:lnTo>
                  <a:pt x="72" y="427"/>
                </a:lnTo>
                <a:lnTo>
                  <a:pt x="72" y="428"/>
                </a:lnTo>
                <a:lnTo>
                  <a:pt x="72" y="428"/>
                </a:lnTo>
                <a:lnTo>
                  <a:pt x="74" y="429"/>
                </a:lnTo>
                <a:lnTo>
                  <a:pt x="74" y="429"/>
                </a:lnTo>
                <a:lnTo>
                  <a:pt x="72" y="432"/>
                </a:lnTo>
                <a:lnTo>
                  <a:pt x="72" y="433"/>
                </a:lnTo>
                <a:lnTo>
                  <a:pt x="72" y="433"/>
                </a:lnTo>
                <a:lnTo>
                  <a:pt x="74" y="434"/>
                </a:lnTo>
                <a:lnTo>
                  <a:pt x="74" y="434"/>
                </a:lnTo>
                <a:lnTo>
                  <a:pt x="75" y="434"/>
                </a:lnTo>
                <a:lnTo>
                  <a:pt x="76" y="433"/>
                </a:lnTo>
                <a:lnTo>
                  <a:pt x="76" y="433"/>
                </a:lnTo>
                <a:lnTo>
                  <a:pt x="77" y="435"/>
                </a:lnTo>
                <a:lnTo>
                  <a:pt x="80" y="435"/>
                </a:lnTo>
                <a:lnTo>
                  <a:pt x="80" y="435"/>
                </a:lnTo>
                <a:lnTo>
                  <a:pt x="81" y="435"/>
                </a:lnTo>
                <a:lnTo>
                  <a:pt x="81" y="434"/>
                </a:lnTo>
                <a:lnTo>
                  <a:pt x="81" y="432"/>
                </a:lnTo>
                <a:lnTo>
                  <a:pt x="81" y="432"/>
                </a:lnTo>
                <a:lnTo>
                  <a:pt x="81" y="432"/>
                </a:lnTo>
                <a:lnTo>
                  <a:pt x="82" y="432"/>
                </a:lnTo>
                <a:lnTo>
                  <a:pt x="82" y="432"/>
                </a:lnTo>
                <a:lnTo>
                  <a:pt x="81" y="434"/>
                </a:lnTo>
                <a:lnTo>
                  <a:pt x="81" y="434"/>
                </a:lnTo>
                <a:lnTo>
                  <a:pt x="82" y="434"/>
                </a:lnTo>
                <a:lnTo>
                  <a:pt x="82" y="434"/>
                </a:lnTo>
                <a:lnTo>
                  <a:pt x="82" y="434"/>
                </a:lnTo>
                <a:lnTo>
                  <a:pt x="83" y="440"/>
                </a:lnTo>
                <a:lnTo>
                  <a:pt x="83" y="440"/>
                </a:lnTo>
                <a:lnTo>
                  <a:pt x="81" y="442"/>
                </a:lnTo>
                <a:lnTo>
                  <a:pt x="79" y="440"/>
                </a:lnTo>
                <a:lnTo>
                  <a:pt x="79" y="440"/>
                </a:lnTo>
                <a:lnTo>
                  <a:pt x="79" y="440"/>
                </a:lnTo>
                <a:lnTo>
                  <a:pt x="77" y="440"/>
                </a:lnTo>
                <a:lnTo>
                  <a:pt x="77" y="442"/>
                </a:lnTo>
                <a:lnTo>
                  <a:pt x="76" y="442"/>
                </a:lnTo>
                <a:lnTo>
                  <a:pt x="77" y="443"/>
                </a:lnTo>
                <a:lnTo>
                  <a:pt x="77" y="443"/>
                </a:lnTo>
                <a:lnTo>
                  <a:pt x="76" y="443"/>
                </a:lnTo>
                <a:lnTo>
                  <a:pt x="76" y="443"/>
                </a:lnTo>
                <a:lnTo>
                  <a:pt x="74" y="442"/>
                </a:lnTo>
                <a:lnTo>
                  <a:pt x="74" y="442"/>
                </a:lnTo>
                <a:lnTo>
                  <a:pt x="75" y="443"/>
                </a:lnTo>
                <a:lnTo>
                  <a:pt x="76" y="443"/>
                </a:lnTo>
                <a:lnTo>
                  <a:pt x="76" y="443"/>
                </a:lnTo>
                <a:lnTo>
                  <a:pt x="76" y="444"/>
                </a:lnTo>
                <a:lnTo>
                  <a:pt x="75" y="444"/>
                </a:lnTo>
                <a:lnTo>
                  <a:pt x="75" y="445"/>
                </a:lnTo>
                <a:lnTo>
                  <a:pt x="75" y="447"/>
                </a:lnTo>
                <a:lnTo>
                  <a:pt x="75" y="447"/>
                </a:lnTo>
                <a:lnTo>
                  <a:pt x="74" y="445"/>
                </a:lnTo>
                <a:lnTo>
                  <a:pt x="74" y="444"/>
                </a:lnTo>
                <a:lnTo>
                  <a:pt x="74" y="443"/>
                </a:lnTo>
                <a:lnTo>
                  <a:pt x="74" y="442"/>
                </a:lnTo>
                <a:lnTo>
                  <a:pt x="74" y="442"/>
                </a:lnTo>
                <a:lnTo>
                  <a:pt x="74" y="438"/>
                </a:lnTo>
                <a:lnTo>
                  <a:pt x="75" y="437"/>
                </a:lnTo>
                <a:lnTo>
                  <a:pt x="74" y="435"/>
                </a:lnTo>
                <a:lnTo>
                  <a:pt x="74" y="435"/>
                </a:lnTo>
                <a:lnTo>
                  <a:pt x="72" y="435"/>
                </a:lnTo>
                <a:lnTo>
                  <a:pt x="72" y="437"/>
                </a:lnTo>
                <a:lnTo>
                  <a:pt x="72" y="438"/>
                </a:lnTo>
                <a:lnTo>
                  <a:pt x="71" y="438"/>
                </a:lnTo>
                <a:lnTo>
                  <a:pt x="71" y="438"/>
                </a:lnTo>
                <a:lnTo>
                  <a:pt x="72" y="440"/>
                </a:lnTo>
                <a:lnTo>
                  <a:pt x="72" y="444"/>
                </a:lnTo>
                <a:lnTo>
                  <a:pt x="72" y="444"/>
                </a:lnTo>
                <a:lnTo>
                  <a:pt x="72" y="445"/>
                </a:lnTo>
                <a:lnTo>
                  <a:pt x="71" y="445"/>
                </a:lnTo>
                <a:lnTo>
                  <a:pt x="71" y="445"/>
                </a:lnTo>
                <a:lnTo>
                  <a:pt x="72" y="448"/>
                </a:lnTo>
                <a:lnTo>
                  <a:pt x="72" y="452"/>
                </a:lnTo>
                <a:lnTo>
                  <a:pt x="71" y="458"/>
                </a:lnTo>
                <a:lnTo>
                  <a:pt x="71" y="458"/>
                </a:lnTo>
                <a:lnTo>
                  <a:pt x="72" y="462"/>
                </a:lnTo>
                <a:lnTo>
                  <a:pt x="72" y="465"/>
                </a:lnTo>
                <a:lnTo>
                  <a:pt x="72" y="465"/>
                </a:lnTo>
                <a:lnTo>
                  <a:pt x="74" y="468"/>
                </a:lnTo>
                <a:lnTo>
                  <a:pt x="74" y="471"/>
                </a:lnTo>
                <a:lnTo>
                  <a:pt x="74" y="471"/>
                </a:lnTo>
                <a:lnTo>
                  <a:pt x="71" y="471"/>
                </a:lnTo>
                <a:lnTo>
                  <a:pt x="71" y="471"/>
                </a:lnTo>
                <a:lnTo>
                  <a:pt x="72" y="472"/>
                </a:lnTo>
                <a:lnTo>
                  <a:pt x="74" y="473"/>
                </a:lnTo>
                <a:lnTo>
                  <a:pt x="74" y="473"/>
                </a:lnTo>
                <a:lnTo>
                  <a:pt x="72" y="476"/>
                </a:lnTo>
                <a:lnTo>
                  <a:pt x="74" y="478"/>
                </a:lnTo>
                <a:lnTo>
                  <a:pt x="74" y="478"/>
                </a:lnTo>
                <a:lnTo>
                  <a:pt x="75" y="478"/>
                </a:lnTo>
                <a:lnTo>
                  <a:pt x="75" y="477"/>
                </a:lnTo>
                <a:lnTo>
                  <a:pt x="75" y="477"/>
                </a:lnTo>
                <a:lnTo>
                  <a:pt x="76" y="479"/>
                </a:lnTo>
                <a:lnTo>
                  <a:pt x="76" y="481"/>
                </a:lnTo>
                <a:lnTo>
                  <a:pt x="76" y="481"/>
                </a:lnTo>
                <a:lnTo>
                  <a:pt x="75" y="484"/>
                </a:lnTo>
                <a:lnTo>
                  <a:pt x="74" y="487"/>
                </a:lnTo>
                <a:lnTo>
                  <a:pt x="74" y="487"/>
                </a:lnTo>
                <a:lnTo>
                  <a:pt x="75" y="487"/>
                </a:lnTo>
                <a:lnTo>
                  <a:pt x="76" y="487"/>
                </a:lnTo>
                <a:lnTo>
                  <a:pt x="76" y="487"/>
                </a:lnTo>
                <a:lnTo>
                  <a:pt x="75" y="491"/>
                </a:lnTo>
                <a:lnTo>
                  <a:pt x="75" y="493"/>
                </a:lnTo>
                <a:lnTo>
                  <a:pt x="75" y="493"/>
                </a:lnTo>
                <a:lnTo>
                  <a:pt x="75" y="494"/>
                </a:lnTo>
                <a:lnTo>
                  <a:pt x="76" y="494"/>
                </a:lnTo>
                <a:lnTo>
                  <a:pt x="76" y="494"/>
                </a:lnTo>
                <a:lnTo>
                  <a:pt x="76" y="494"/>
                </a:lnTo>
                <a:lnTo>
                  <a:pt x="77" y="493"/>
                </a:lnTo>
                <a:lnTo>
                  <a:pt x="77" y="493"/>
                </a:lnTo>
                <a:lnTo>
                  <a:pt x="77" y="497"/>
                </a:lnTo>
                <a:lnTo>
                  <a:pt x="76" y="498"/>
                </a:lnTo>
                <a:lnTo>
                  <a:pt x="76" y="498"/>
                </a:lnTo>
                <a:lnTo>
                  <a:pt x="76" y="499"/>
                </a:lnTo>
                <a:lnTo>
                  <a:pt x="77" y="499"/>
                </a:lnTo>
                <a:lnTo>
                  <a:pt x="77" y="498"/>
                </a:lnTo>
                <a:lnTo>
                  <a:pt x="77" y="499"/>
                </a:lnTo>
                <a:lnTo>
                  <a:pt x="77" y="499"/>
                </a:lnTo>
                <a:lnTo>
                  <a:pt x="77" y="501"/>
                </a:lnTo>
                <a:lnTo>
                  <a:pt x="76" y="501"/>
                </a:lnTo>
                <a:lnTo>
                  <a:pt x="75" y="502"/>
                </a:lnTo>
                <a:lnTo>
                  <a:pt x="75" y="503"/>
                </a:lnTo>
                <a:lnTo>
                  <a:pt x="75" y="503"/>
                </a:lnTo>
                <a:lnTo>
                  <a:pt x="76" y="503"/>
                </a:lnTo>
                <a:lnTo>
                  <a:pt x="76" y="502"/>
                </a:lnTo>
                <a:lnTo>
                  <a:pt x="76" y="502"/>
                </a:lnTo>
                <a:lnTo>
                  <a:pt x="76" y="503"/>
                </a:lnTo>
                <a:lnTo>
                  <a:pt x="77" y="504"/>
                </a:lnTo>
                <a:lnTo>
                  <a:pt x="77" y="504"/>
                </a:lnTo>
                <a:lnTo>
                  <a:pt x="77" y="506"/>
                </a:lnTo>
                <a:lnTo>
                  <a:pt x="77" y="506"/>
                </a:lnTo>
                <a:lnTo>
                  <a:pt x="76" y="506"/>
                </a:lnTo>
                <a:lnTo>
                  <a:pt x="75" y="506"/>
                </a:lnTo>
                <a:lnTo>
                  <a:pt x="75" y="506"/>
                </a:lnTo>
                <a:lnTo>
                  <a:pt x="76" y="507"/>
                </a:lnTo>
                <a:lnTo>
                  <a:pt x="76" y="507"/>
                </a:lnTo>
                <a:lnTo>
                  <a:pt x="76" y="507"/>
                </a:lnTo>
                <a:lnTo>
                  <a:pt x="77" y="507"/>
                </a:lnTo>
                <a:lnTo>
                  <a:pt x="77" y="508"/>
                </a:lnTo>
                <a:lnTo>
                  <a:pt x="77" y="509"/>
                </a:lnTo>
                <a:lnTo>
                  <a:pt x="77" y="509"/>
                </a:lnTo>
                <a:lnTo>
                  <a:pt x="77" y="509"/>
                </a:lnTo>
                <a:lnTo>
                  <a:pt x="79" y="508"/>
                </a:lnTo>
                <a:lnTo>
                  <a:pt x="79" y="507"/>
                </a:lnTo>
                <a:lnTo>
                  <a:pt x="79" y="504"/>
                </a:lnTo>
                <a:lnTo>
                  <a:pt x="80" y="504"/>
                </a:lnTo>
                <a:lnTo>
                  <a:pt x="80" y="504"/>
                </a:lnTo>
                <a:lnTo>
                  <a:pt x="80" y="504"/>
                </a:lnTo>
                <a:lnTo>
                  <a:pt x="77" y="504"/>
                </a:lnTo>
                <a:lnTo>
                  <a:pt x="77" y="501"/>
                </a:lnTo>
                <a:close/>
                <a:moveTo>
                  <a:pt x="82" y="438"/>
                </a:moveTo>
                <a:lnTo>
                  <a:pt x="82" y="438"/>
                </a:lnTo>
                <a:lnTo>
                  <a:pt x="80" y="438"/>
                </a:lnTo>
                <a:lnTo>
                  <a:pt x="79" y="440"/>
                </a:lnTo>
                <a:lnTo>
                  <a:pt x="82" y="440"/>
                </a:lnTo>
                <a:lnTo>
                  <a:pt x="82" y="438"/>
                </a:lnTo>
                <a:close/>
                <a:moveTo>
                  <a:pt x="75" y="438"/>
                </a:moveTo>
                <a:lnTo>
                  <a:pt x="75" y="440"/>
                </a:lnTo>
                <a:lnTo>
                  <a:pt x="75" y="440"/>
                </a:lnTo>
                <a:lnTo>
                  <a:pt x="77" y="439"/>
                </a:lnTo>
                <a:lnTo>
                  <a:pt x="79" y="438"/>
                </a:lnTo>
                <a:lnTo>
                  <a:pt x="79" y="437"/>
                </a:lnTo>
                <a:lnTo>
                  <a:pt x="79" y="437"/>
                </a:lnTo>
                <a:lnTo>
                  <a:pt x="77" y="437"/>
                </a:lnTo>
                <a:lnTo>
                  <a:pt x="76" y="438"/>
                </a:lnTo>
                <a:lnTo>
                  <a:pt x="76" y="438"/>
                </a:lnTo>
                <a:lnTo>
                  <a:pt x="75" y="438"/>
                </a:lnTo>
                <a:lnTo>
                  <a:pt x="75" y="438"/>
                </a:lnTo>
                <a:close/>
                <a:moveTo>
                  <a:pt x="72" y="484"/>
                </a:moveTo>
                <a:lnTo>
                  <a:pt x="72" y="484"/>
                </a:lnTo>
                <a:lnTo>
                  <a:pt x="74" y="483"/>
                </a:lnTo>
                <a:lnTo>
                  <a:pt x="75" y="483"/>
                </a:lnTo>
                <a:lnTo>
                  <a:pt x="75" y="482"/>
                </a:lnTo>
                <a:lnTo>
                  <a:pt x="75" y="481"/>
                </a:lnTo>
                <a:lnTo>
                  <a:pt x="75" y="481"/>
                </a:lnTo>
                <a:lnTo>
                  <a:pt x="74" y="481"/>
                </a:lnTo>
                <a:lnTo>
                  <a:pt x="72" y="482"/>
                </a:lnTo>
                <a:lnTo>
                  <a:pt x="72" y="482"/>
                </a:lnTo>
                <a:lnTo>
                  <a:pt x="72" y="482"/>
                </a:lnTo>
                <a:lnTo>
                  <a:pt x="72" y="483"/>
                </a:lnTo>
                <a:lnTo>
                  <a:pt x="72" y="484"/>
                </a:lnTo>
                <a:lnTo>
                  <a:pt x="72" y="484"/>
                </a:lnTo>
                <a:lnTo>
                  <a:pt x="72" y="484"/>
                </a:lnTo>
                <a:close/>
                <a:moveTo>
                  <a:pt x="48" y="198"/>
                </a:moveTo>
                <a:lnTo>
                  <a:pt x="48" y="198"/>
                </a:lnTo>
                <a:lnTo>
                  <a:pt x="48" y="195"/>
                </a:lnTo>
                <a:lnTo>
                  <a:pt x="47" y="194"/>
                </a:lnTo>
                <a:lnTo>
                  <a:pt x="46" y="194"/>
                </a:lnTo>
                <a:lnTo>
                  <a:pt x="46" y="194"/>
                </a:lnTo>
                <a:lnTo>
                  <a:pt x="46" y="195"/>
                </a:lnTo>
                <a:lnTo>
                  <a:pt x="47" y="195"/>
                </a:lnTo>
                <a:lnTo>
                  <a:pt x="48" y="196"/>
                </a:lnTo>
                <a:lnTo>
                  <a:pt x="48" y="196"/>
                </a:lnTo>
                <a:lnTo>
                  <a:pt x="46" y="196"/>
                </a:lnTo>
                <a:lnTo>
                  <a:pt x="45" y="198"/>
                </a:lnTo>
                <a:lnTo>
                  <a:pt x="48" y="198"/>
                </a:lnTo>
                <a:close/>
                <a:moveTo>
                  <a:pt x="47" y="226"/>
                </a:moveTo>
                <a:lnTo>
                  <a:pt x="47" y="228"/>
                </a:lnTo>
                <a:lnTo>
                  <a:pt x="47" y="228"/>
                </a:lnTo>
                <a:lnTo>
                  <a:pt x="50" y="228"/>
                </a:lnTo>
                <a:lnTo>
                  <a:pt x="51" y="229"/>
                </a:lnTo>
                <a:lnTo>
                  <a:pt x="51" y="229"/>
                </a:lnTo>
                <a:lnTo>
                  <a:pt x="51" y="228"/>
                </a:lnTo>
                <a:lnTo>
                  <a:pt x="50" y="226"/>
                </a:lnTo>
                <a:lnTo>
                  <a:pt x="47" y="226"/>
                </a:lnTo>
                <a:lnTo>
                  <a:pt x="47" y="226"/>
                </a:lnTo>
                <a:close/>
                <a:moveTo>
                  <a:pt x="52" y="225"/>
                </a:moveTo>
                <a:lnTo>
                  <a:pt x="52" y="225"/>
                </a:lnTo>
                <a:lnTo>
                  <a:pt x="54" y="226"/>
                </a:lnTo>
                <a:lnTo>
                  <a:pt x="57" y="228"/>
                </a:lnTo>
                <a:lnTo>
                  <a:pt x="57" y="228"/>
                </a:lnTo>
                <a:lnTo>
                  <a:pt x="54" y="225"/>
                </a:lnTo>
                <a:lnTo>
                  <a:pt x="53" y="224"/>
                </a:lnTo>
                <a:lnTo>
                  <a:pt x="52" y="225"/>
                </a:lnTo>
                <a:lnTo>
                  <a:pt x="52" y="225"/>
                </a:lnTo>
                <a:close/>
                <a:moveTo>
                  <a:pt x="50" y="214"/>
                </a:moveTo>
                <a:lnTo>
                  <a:pt x="50" y="214"/>
                </a:lnTo>
                <a:lnTo>
                  <a:pt x="52" y="215"/>
                </a:lnTo>
                <a:lnTo>
                  <a:pt x="53" y="215"/>
                </a:lnTo>
                <a:lnTo>
                  <a:pt x="53" y="214"/>
                </a:lnTo>
                <a:lnTo>
                  <a:pt x="53" y="214"/>
                </a:lnTo>
                <a:lnTo>
                  <a:pt x="52" y="214"/>
                </a:lnTo>
                <a:lnTo>
                  <a:pt x="52" y="213"/>
                </a:lnTo>
                <a:lnTo>
                  <a:pt x="51" y="211"/>
                </a:lnTo>
                <a:lnTo>
                  <a:pt x="51" y="211"/>
                </a:lnTo>
                <a:lnTo>
                  <a:pt x="50" y="214"/>
                </a:lnTo>
                <a:lnTo>
                  <a:pt x="50" y="214"/>
                </a:lnTo>
                <a:close/>
                <a:moveTo>
                  <a:pt x="46" y="215"/>
                </a:moveTo>
                <a:lnTo>
                  <a:pt x="46" y="215"/>
                </a:lnTo>
                <a:lnTo>
                  <a:pt x="45" y="214"/>
                </a:lnTo>
                <a:lnTo>
                  <a:pt x="45" y="214"/>
                </a:lnTo>
                <a:lnTo>
                  <a:pt x="45" y="214"/>
                </a:lnTo>
                <a:lnTo>
                  <a:pt x="43" y="216"/>
                </a:lnTo>
                <a:lnTo>
                  <a:pt x="43" y="216"/>
                </a:lnTo>
                <a:lnTo>
                  <a:pt x="46" y="215"/>
                </a:lnTo>
                <a:lnTo>
                  <a:pt x="46" y="215"/>
                </a:lnTo>
                <a:lnTo>
                  <a:pt x="46" y="215"/>
                </a:lnTo>
                <a:close/>
                <a:moveTo>
                  <a:pt x="53" y="218"/>
                </a:moveTo>
                <a:lnTo>
                  <a:pt x="53" y="218"/>
                </a:lnTo>
                <a:lnTo>
                  <a:pt x="53" y="218"/>
                </a:lnTo>
                <a:lnTo>
                  <a:pt x="54" y="219"/>
                </a:lnTo>
                <a:lnTo>
                  <a:pt x="54" y="219"/>
                </a:lnTo>
                <a:lnTo>
                  <a:pt x="56" y="216"/>
                </a:lnTo>
                <a:lnTo>
                  <a:pt x="56" y="216"/>
                </a:lnTo>
                <a:lnTo>
                  <a:pt x="53" y="216"/>
                </a:lnTo>
                <a:lnTo>
                  <a:pt x="53" y="216"/>
                </a:lnTo>
                <a:lnTo>
                  <a:pt x="53" y="218"/>
                </a:lnTo>
                <a:lnTo>
                  <a:pt x="53" y="218"/>
                </a:lnTo>
                <a:close/>
                <a:moveTo>
                  <a:pt x="45" y="229"/>
                </a:moveTo>
                <a:lnTo>
                  <a:pt x="45" y="229"/>
                </a:lnTo>
                <a:lnTo>
                  <a:pt x="46" y="228"/>
                </a:lnTo>
                <a:lnTo>
                  <a:pt x="45" y="226"/>
                </a:lnTo>
                <a:lnTo>
                  <a:pt x="45" y="223"/>
                </a:lnTo>
                <a:lnTo>
                  <a:pt x="45" y="223"/>
                </a:lnTo>
                <a:lnTo>
                  <a:pt x="47" y="221"/>
                </a:lnTo>
                <a:lnTo>
                  <a:pt x="47" y="221"/>
                </a:lnTo>
                <a:lnTo>
                  <a:pt x="47" y="221"/>
                </a:lnTo>
                <a:lnTo>
                  <a:pt x="48" y="223"/>
                </a:lnTo>
                <a:lnTo>
                  <a:pt x="48" y="223"/>
                </a:lnTo>
                <a:lnTo>
                  <a:pt x="50" y="221"/>
                </a:lnTo>
                <a:lnTo>
                  <a:pt x="50" y="220"/>
                </a:lnTo>
                <a:lnTo>
                  <a:pt x="51" y="219"/>
                </a:lnTo>
                <a:lnTo>
                  <a:pt x="51" y="219"/>
                </a:lnTo>
                <a:lnTo>
                  <a:pt x="50" y="218"/>
                </a:lnTo>
                <a:lnTo>
                  <a:pt x="48" y="216"/>
                </a:lnTo>
                <a:lnTo>
                  <a:pt x="48" y="216"/>
                </a:lnTo>
                <a:lnTo>
                  <a:pt x="45" y="218"/>
                </a:lnTo>
                <a:lnTo>
                  <a:pt x="43" y="219"/>
                </a:lnTo>
                <a:lnTo>
                  <a:pt x="43" y="220"/>
                </a:lnTo>
                <a:lnTo>
                  <a:pt x="43" y="220"/>
                </a:lnTo>
                <a:lnTo>
                  <a:pt x="45" y="220"/>
                </a:lnTo>
                <a:lnTo>
                  <a:pt x="45" y="219"/>
                </a:lnTo>
                <a:lnTo>
                  <a:pt x="45" y="219"/>
                </a:lnTo>
                <a:lnTo>
                  <a:pt x="46" y="219"/>
                </a:lnTo>
                <a:lnTo>
                  <a:pt x="47" y="219"/>
                </a:lnTo>
                <a:lnTo>
                  <a:pt x="47" y="219"/>
                </a:lnTo>
                <a:lnTo>
                  <a:pt x="47" y="219"/>
                </a:lnTo>
                <a:lnTo>
                  <a:pt x="46" y="220"/>
                </a:lnTo>
                <a:lnTo>
                  <a:pt x="43" y="221"/>
                </a:lnTo>
                <a:lnTo>
                  <a:pt x="43" y="221"/>
                </a:lnTo>
                <a:lnTo>
                  <a:pt x="43" y="225"/>
                </a:lnTo>
                <a:lnTo>
                  <a:pt x="45" y="229"/>
                </a:lnTo>
                <a:lnTo>
                  <a:pt x="45" y="229"/>
                </a:lnTo>
                <a:close/>
                <a:moveTo>
                  <a:pt x="34" y="230"/>
                </a:moveTo>
                <a:lnTo>
                  <a:pt x="34" y="230"/>
                </a:lnTo>
                <a:lnTo>
                  <a:pt x="34" y="228"/>
                </a:lnTo>
                <a:lnTo>
                  <a:pt x="33" y="226"/>
                </a:lnTo>
                <a:lnTo>
                  <a:pt x="33" y="226"/>
                </a:lnTo>
                <a:lnTo>
                  <a:pt x="33" y="229"/>
                </a:lnTo>
                <a:lnTo>
                  <a:pt x="33" y="230"/>
                </a:lnTo>
                <a:lnTo>
                  <a:pt x="34" y="230"/>
                </a:lnTo>
                <a:close/>
                <a:moveTo>
                  <a:pt x="27" y="243"/>
                </a:moveTo>
                <a:lnTo>
                  <a:pt x="27" y="243"/>
                </a:lnTo>
                <a:lnTo>
                  <a:pt x="28" y="240"/>
                </a:lnTo>
                <a:lnTo>
                  <a:pt x="28" y="239"/>
                </a:lnTo>
                <a:lnTo>
                  <a:pt x="27" y="239"/>
                </a:lnTo>
                <a:lnTo>
                  <a:pt x="27" y="239"/>
                </a:lnTo>
                <a:lnTo>
                  <a:pt x="25" y="240"/>
                </a:lnTo>
                <a:lnTo>
                  <a:pt x="25" y="242"/>
                </a:lnTo>
                <a:lnTo>
                  <a:pt x="27" y="243"/>
                </a:lnTo>
                <a:lnTo>
                  <a:pt x="27" y="243"/>
                </a:lnTo>
                <a:close/>
                <a:moveTo>
                  <a:pt x="33" y="249"/>
                </a:moveTo>
                <a:lnTo>
                  <a:pt x="33" y="249"/>
                </a:lnTo>
                <a:lnTo>
                  <a:pt x="34" y="245"/>
                </a:lnTo>
                <a:lnTo>
                  <a:pt x="34" y="243"/>
                </a:lnTo>
                <a:lnTo>
                  <a:pt x="34" y="242"/>
                </a:lnTo>
                <a:lnTo>
                  <a:pt x="34" y="242"/>
                </a:lnTo>
                <a:lnTo>
                  <a:pt x="31" y="242"/>
                </a:lnTo>
                <a:lnTo>
                  <a:pt x="31" y="242"/>
                </a:lnTo>
                <a:lnTo>
                  <a:pt x="33" y="244"/>
                </a:lnTo>
                <a:lnTo>
                  <a:pt x="33" y="244"/>
                </a:lnTo>
                <a:lnTo>
                  <a:pt x="33" y="247"/>
                </a:lnTo>
                <a:lnTo>
                  <a:pt x="33" y="248"/>
                </a:lnTo>
                <a:lnTo>
                  <a:pt x="33" y="249"/>
                </a:lnTo>
                <a:lnTo>
                  <a:pt x="33" y="249"/>
                </a:lnTo>
                <a:close/>
                <a:moveTo>
                  <a:pt x="33" y="258"/>
                </a:moveTo>
                <a:lnTo>
                  <a:pt x="33" y="258"/>
                </a:lnTo>
                <a:lnTo>
                  <a:pt x="34" y="255"/>
                </a:lnTo>
                <a:lnTo>
                  <a:pt x="33" y="254"/>
                </a:lnTo>
                <a:lnTo>
                  <a:pt x="33" y="252"/>
                </a:lnTo>
                <a:lnTo>
                  <a:pt x="33" y="250"/>
                </a:lnTo>
                <a:lnTo>
                  <a:pt x="33" y="250"/>
                </a:lnTo>
                <a:lnTo>
                  <a:pt x="31" y="252"/>
                </a:lnTo>
                <a:lnTo>
                  <a:pt x="31" y="254"/>
                </a:lnTo>
                <a:lnTo>
                  <a:pt x="33" y="258"/>
                </a:lnTo>
                <a:lnTo>
                  <a:pt x="33" y="258"/>
                </a:lnTo>
                <a:close/>
                <a:moveTo>
                  <a:pt x="27" y="259"/>
                </a:moveTo>
                <a:lnTo>
                  <a:pt x="27" y="259"/>
                </a:lnTo>
                <a:lnTo>
                  <a:pt x="28" y="255"/>
                </a:lnTo>
                <a:lnTo>
                  <a:pt x="28" y="253"/>
                </a:lnTo>
                <a:lnTo>
                  <a:pt x="27" y="252"/>
                </a:lnTo>
                <a:lnTo>
                  <a:pt x="27" y="252"/>
                </a:lnTo>
                <a:lnTo>
                  <a:pt x="27" y="254"/>
                </a:lnTo>
                <a:lnTo>
                  <a:pt x="27" y="257"/>
                </a:lnTo>
                <a:lnTo>
                  <a:pt x="25" y="258"/>
                </a:lnTo>
                <a:lnTo>
                  <a:pt x="27" y="259"/>
                </a:lnTo>
                <a:lnTo>
                  <a:pt x="27" y="259"/>
                </a:lnTo>
                <a:close/>
                <a:moveTo>
                  <a:pt x="52" y="237"/>
                </a:moveTo>
                <a:lnTo>
                  <a:pt x="52" y="237"/>
                </a:lnTo>
                <a:lnTo>
                  <a:pt x="53" y="238"/>
                </a:lnTo>
                <a:lnTo>
                  <a:pt x="53" y="238"/>
                </a:lnTo>
                <a:lnTo>
                  <a:pt x="54" y="238"/>
                </a:lnTo>
                <a:lnTo>
                  <a:pt x="54" y="235"/>
                </a:lnTo>
                <a:lnTo>
                  <a:pt x="54" y="235"/>
                </a:lnTo>
                <a:lnTo>
                  <a:pt x="53" y="235"/>
                </a:lnTo>
                <a:lnTo>
                  <a:pt x="52" y="237"/>
                </a:lnTo>
                <a:lnTo>
                  <a:pt x="52" y="237"/>
                </a:lnTo>
                <a:close/>
                <a:moveTo>
                  <a:pt x="42" y="238"/>
                </a:moveTo>
                <a:lnTo>
                  <a:pt x="42" y="238"/>
                </a:lnTo>
                <a:lnTo>
                  <a:pt x="43" y="237"/>
                </a:lnTo>
                <a:lnTo>
                  <a:pt x="43" y="235"/>
                </a:lnTo>
                <a:lnTo>
                  <a:pt x="43" y="233"/>
                </a:lnTo>
                <a:lnTo>
                  <a:pt x="43" y="233"/>
                </a:lnTo>
                <a:lnTo>
                  <a:pt x="45" y="233"/>
                </a:lnTo>
                <a:lnTo>
                  <a:pt x="46" y="230"/>
                </a:lnTo>
                <a:lnTo>
                  <a:pt x="46" y="230"/>
                </a:lnTo>
                <a:lnTo>
                  <a:pt x="43" y="231"/>
                </a:lnTo>
                <a:lnTo>
                  <a:pt x="42" y="233"/>
                </a:lnTo>
                <a:lnTo>
                  <a:pt x="42" y="238"/>
                </a:lnTo>
                <a:lnTo>
                  <a:pt x="42" y="238"/>
                </a:lnTo>
                <a:close/>
                <a:moveTo>
                  <a:pt x="46" y="238"/>
                </a:moveTo>
                <a:lnTo>
                  <a:pt x="46" y="238"/>
                </a:lnTo>
                <a:lnTo>
                  <a:pt x="46" y="235"/>
                </a:lnTo>
                <a:lnTo>
                  <a:pt x="47" y="235"/>
                </a:lnTo>
                <a:lnTo>
                  <a:pt x="47" y="235"/>
                </a:lnTo>
                <a:lnTo>
                  <a:pt x="47" y="234"/>
                </a:lnTo>
                <a:lnTo>
                  <a:pt x="47" y="233"/>
                </a:lnTo>
                <a:lnTo>
                  <a:pt x="47" y="233"/>
                </a:lnTo>
                <a:lnTo>
                  <a:pt x="46" y="235"/>
                </a:lnTo>
                <a:lnTo>
                  <a:pt x="45" y="234"/>
                </a:lnTo>
                <a:lnTo>
                  <a:pt x="45" y="234"/>
                </a:lnTo>
                <a:lnTo>
                  <a:pt x="45" y="237"/>
                </a:lnTo>
                <a:lnTo>
                  <a:pt x="46" y="238"/>
                </a:lnTo>
                <a:lnTo>
                  <a:pt x="46" y="238"/>
                </a:lnTo>
                <a:close/>
                <a:moveTo>
                  <a:pt x="54" y="238"/>
                </a:moveTo>
                <a:lnTo>
                  <a:pt x="54" y="238"/>
                </a:lnTo>
                <a:lnTo>
                  <a:pt x="53" y="240"/>
                </a:lnTo>
                <a:lnTo>
                  <a:pt x="52" y="240"/>
                </a:lnTo>
                <a:lnTo>
                  <a:pt x="52" y="243"/>
                </a:lnTo>
                <a:lnTo>
                  <a:pt x="52" y="243"/>
                </a:lnTo>
                <a:lnTo>
                  <a:pt x="53" y="243"/>
                </a:lnTo>
                <a:lnTo>
                  <a:pt x="54" y="242"/>
                </a:lnTo>
                <a:lnTo>
                  <a:pt x="54" y="242"/>
                </a:lnTo>
                <a:lnTo>
                  <a:pt x="54" y="242"/>
                </a:lnTo>
                <a:lnTo>
                  <a:pt x="56" y="243"/>
                </a:lnTo>
                <a:lnTo>
                  <a:pt x="56" y="243"/>
                </a:lnTo>
                <a:lnTo>
                  <a:pt x="57" y="243"/>
                </a:lnTo>
                <a:lnTo>
                  <a:pt x="57" y="240"/>
                </a:lnTo>
                <a:lnTo>
                  <a:pt x="57" y="240"/>
                </a:lnTo>
                <a:lnTo>
                  <a:pt x="56" y="240"/>
                </a:lnTo>
                <a:lnTo>
                  <a:pt x="54" y="240"/>
                </a:lnTo>
                <a:lnTo>
                  <a:pt x="54" y="238"/>
                </a:lnTo>
                <a:lnTo>
                  <a:pt x="54" y="238"/>
                </a:lnTo>
                <a:close/>
                <a:moveTo>
                  <a:pt x="51" y="252"/>
                </a:moveTo>
                <a:lnTo>
                  <a:pt x="51" y="252"/>
                </a:lnTo>
                <a:lnTo>
                  <a:pt x="50" y="252"/>
                </a:lnTo>
                <a:lnTo>
                  <a:pt x="50" y="250"/>
                </a:lnTo>
                <a:lnTo>
                  <a:pt x="50" y="249"/>
                </a:lnTo>
                <a:lnTo>
                  <a:pt x="48" y="249"/>
                </a:lnTo>
                <a:lnTo>
                  <a:pt x="48" y="249"/>
                </a:lnTo>
                <a:lnTo>
                  <a:pt x="48" y="247"/>
                </a:lnTo>
                <a:lnTo>
                  <a:pt x="47" y="245"/>
                </a:lnTo>
                <a:lnTo>
                  <a:pt x="47" y="245"/>
                </a:lnTo>
                <a:lnTo>
                  <a:pt x="48" y="243"/>
                </a:lnTo>
                <a:lnTo>
                  <a:pt x="50" y="239"/>
                </a:lnTo>
                <a:lnTo>
                  <a:pt x="47" y="239"/>
                </a:lnTo>
                <a:lnTo>
                  <a:pt x="47" y="239"/>
                </a:lnTo>
                <a:lnTo>
                  <a:pt x="47" y="242"/>
                </a:lnTo>
                <a:lnTo>
                  <a:pt x="47" y="243"/>
                </a:lnTo>
                <a:lnTo>
                  <a:pt x="45" y="242"/>
                </a:lnTo>
                <a:lnTo>
                  <a:pt x="45" y="242"/>
                </a:lnTo>
                <a:lnTo>
                  <a:pt x="47" y="250"/>
                </a:lnTo>
                <a:lnTo>
                  <a:pt x="47" y="250"/>
                </a:lnTo>
                <a:lnTo>
                  <a:pt x="48" y="250"/>
                </a:lnTo>
                <a:lnTo>
                  <a:pt x="50" y="253"/>
                </a:lnTo>
                <a:lnTo>
                  <a:pt x="50" y="253"/>
                </a:lnTo>
                <a:lnTo>
                  <a:pt x="51" y="252"/>
                </a:lnTo>
                <a:lnTo>
                  <a:pt x="51" y="252"/>
                </a:lnTo>
                <a:close/>
                <a:moveTo>
                  <a:pt x="59" y="259"/>
                </a:moveTo>
                <a:lnTo>
                  <a:pt x="59" y="259"/>
                </a:lnTo>
                <a:lnTo>
                  <a:pt x="58" y="255"/>
                </a:lnTo>
                <a:lnTo>
                  <a:pt x="57" y="253"/>
                </a:lnTo>
                <a:lnTo>
                  <a:pt x="57" y="253"/>
                </a:lnTo>
                <a:lnTo>
                  <a:pt x="58" y="249"/>
                </a:lnTo>
                <a:lnTo>
                  <a:pt x="58" y="244"/>
                </a:lnTo>
                <a:lnTo>
                  <a:pt x="58" y="244"/>
                </a:lnTo>
                <a:lnTo>
                  <a:pt x="56" y="245"/>
                </a:lnTo>
                <a:lnTo>
                  <a:pt x="56" y="245"/>
                </a:lnTo>
                <a:lnTo>
                  <a:pt x="56" y="248"/>
                </a:lnTo>
                <a:lnTo>
                  <a:pt x="56" y="249"/>
                </a:lnTo>
                <a:lnTo>
                  <a:pt x="56" y="249"/>
                </a:lnTo>
                <a:lnTo>
                  <a:pt x="57" y="248"/>
                </a:lnTo>
                <a:lnTo>
                  <a:pt x="57" y="247"/>
                </a:lnTo>
                <a:lnTo>
                  <a:pt x="57" y="247"/>
                </a:lnTo>
                <a:lnTo>
                  <a:pt x="57" y="248"/>
                </a:lnTo>
                <a:lnTo>
                  <a:pt x="57" y="249"/>
                </a:lnTo>
                <a:lnTo>
                  <a:pt x="56" y="252"/>
                </a:lnTo>
                <a:lnTo>
                  <a:pt x="56" y="252"/>
                </a:lnTo>
                <a:lnTo>
                  <a:pt x="54" y="249"/>
                </a:lnTo>
                <a:lnTo>
                  <a:pt x="54" y="249"/>
                </a:lnTo>
                <a:lnTo>
                  <a:pt x="53" y="249"/>
                </a:lnTo>
                <a:lnTo>
                  <a:pt x="52" y="248"/>
                </a:lnTo>
                <a:lnTo>
                  <a:pt x="52" y="248"/>
                </a:lnTo>
                <a:lnTo>
                  <a:pt x="53" y="245"/>
                </a:lnTo>
                <a:lnTo>
                  <a:pt x="53" y="245"/>
                </a:lnTo>
                <a:lnTo>
                  <a:pt x="51" y="247"/>
                </a:lnTo>
                <a:lnTo>
                  <a:pt x="50" y="248"/>
                </a:lnTo>
                <a:lnTo>
                  <a:pt x="50" y="248"/>
                </a:lnTo>
                <a:lnTo>
                  <a:pt x="50" y="247"/>
                </a:lnTo>
                <a:lnTo>
                  <a:pt x="50" y="245"/>
                </a:lnTo>
                <a:lnTo>
                  <a:pt x="48" y="247"/>
                </a:lnTo>
                <a:lnTo>
                  <a:pt x="48" y="247"/>
                </a:lnTo>
                <a:lnTo>
                  <a:pt x="51" y="248"/>
                </a:lnTo>
                <a:lnTo>
                  <a:pt x="51" y="249"/>
                </a:lnTo>
                <a:lnTo>
                  <a:pt x="52" y="250"/>
                </a:lnTo>
                <a:lnTo>
                  <a:pt x="52" y="250"/>
                </a:lnTo>
                <a:lnTo>
                  <a:pt x="53" y="250"/>
                </a:lnTo>
                <a:lnTo>
                  <a:pt x="54" y="250"/>
                </a:lnTo>
                <a:lnTo>
                  <a:pt x="54" y="253"/>
                </a:lnTo>
                <a:lnTo>
                  <a:pt x="54" y="253"/>
                </a:lnTo>
                <a:lnTo>
                  <a:pt x="54" y="253"/>
                </a:lnTo>
                <a:lnTo>
                  <a:pt x="56" y="253"/>
                </a:lnTo>
                <a:lnTo>
                  <a:pt x="57" y="254"/>
                </a:lnTo>
                <a:lnTo>
                  <a:pt x="57" y="254"/>
                </a:lnTo>
                <a:lnTo>
                  <a:pt x="56" y="254"/>
                </a:lnTo>
                <a:lnTo>
                  <a:pt x="54" y="257"/>
                </a:lnTo>
                <a:lnTo>
                  <a:pt x="54" y="258"/>
                </a:lnTo>
                <a:lnTo>
                  <a:pt x="53" y="259"/>
                </a:lnTo>
                <a:lnTo>
                  <a:pt x="56" y="259"/>
                </a:lnTo>
                <a:lnTo>
                  <a:pt x="56" y="259"/>
                </a:lnTo>
                <a:lnTo>
                  <a:pt x="56" y="257"/>
                </a:lnTo>
                <a:lnTo>
                  <a:pt x="57" y="255"/>
                </a:lnTo>
                <a:lnTo>
                  <a:pt x="57" y="255"/>
                </a:lnTo>
                <a:lnTo>
                  <a:pt x="57" y="255"/>
                </a:lnTo>
                <a:lnTo>
                  <a:pt x="57" y="258"/>
                </a:lnTo>
                <a:lnTo>
                  <a:pt x="58" y="259"/>
                </a:lnTo>
                <a:lnTo>
                  <a:pt x="59" y="259"/>
                </a:lnTo>
                <a:lnTo>
                  <a:pt x="59" y="259"/>
                </a:lnTo>
                <a:close/>
                <a:moveTo>
                  <a:pt x="48" y="262"/>
                </a:moveTo>
                <a:lnTo>
                  <a:pt x="48" y="262"/>
                </a:lnTo>
                <a:lnTo>
                  <a:pt x="48" y="263"/>
                </a:lnTo>
                <a:lnTo>
                  <a:pt x="48" y="264"/>
                </a:lnTo>
                <a:lnTo>
                  <a:pt x="48" y="264"/>
                </a:lnTo>
                <a:lnTo>
                  <a:pt x="50" y="264"/>
                </a:lnTo>
                <a:lnTo>
                  <a:pt x="50" y="264"/>
                </a:lnTo>
                <a:lnTo>
                  <a:pt x="50" y="263"/>
                </a:lnTo>
                <a:lnTo>
                  <a:pt x="48" y="262"/>
                </a:lnTo>
                <a:lnTo>
                  <a:pt x="48" y="262"/>
                </a:lnTo>
                <a:close/>
                <a:moveTo>
                  <a:pt x="54" y="265"/>
                </a:moveTo>
                <a:lnTo>
                  <a:pt x="54" y="265"/>
                </a:lnTo>
                <a:lnTo>
                  <a:pt x="54" y="264"/>
                </a:lnTo>
                <a:lnTo>
                  <a:pt x="53" y="264"/>
                </a:lnTo>
                <a:lnTo>
                  <a:pt x="52" y="264"/>
                </a:lnTo>
                <a:lnTo>
                  <a:pt x="52" y="264"/>
                </a:lnTo>
                <a:lnTo>
                  <a:pt x="52" y="262"/>
                </a:lnTo>
                <a:lnTo>
                  <a:pt x="52" y="260"/>
                </a:lnTo>
                <a:lnTo>
                  <a:pt x="51" y="260"/>
                </a:lnTo>
                <a:lnTo>
                  <a:pt x="51" y="260"/>
                </a:lnTo>
                <a:lnTo>
                  <a:pt x="52" y="263"/>
                </a:lnTo>
                <a:lnTo>
                  <a:pt x="51" y="265"/>
                </a:lnTo>
                <a:lnTo>
                  <a:pt x="51" y="265"/>
                </a:lnTo>
                <a:lnTo>
                  <a:pt x="53" y="265"/>
                </a:lnTo>
                <a:lnTo>
                  <a:pt x="54" y="265"/>
                </a:lnTo>
                <a:lnTo>
                  <a:pt x="54" y="265"/>
                </a:lnTo>
                <a:close/>
                <a:moveTo>
                  <a:pt x="57" y="269"/>
                </a:moveTo>
                <a:lnTo>
                  <a:pt x="57" y="269"/>
                </a:lnTo>
                <a:lnTo>
                  <a:pt x="58" y="267"/>
                </a:lnTo>
                <a:lnTo>
                  <a:pt x="58" y="267"/>
                </a:lnTo>
                <a:lnTo>
                  <a:pt x="57" y="265"/>
                </a:lnTo>
                <a:lnTo>
                  <a:pt x="57" y="265"/>
                </a:lnTo>
                <a:lnTo>
                  <a:pt x="56" y="267"/>
                </a:lnTo>
                <a:lnTo>
                  <a:pt x="56" y="267"/>
                </a:lnTo>
                <a:lnTo>
                  <a:pt x="56" y="268"/>
                </a:lnTo>
                <a:lnTo>
                  <a:pt x="57" y="269"/>
                </a:lnTo>
                <a:lnTo>
                  <a:pt x="57" y="269"/>
                </a:lnTo>
                <a:close/>
                <a:moveTo>
                  <a:pt x="56" y="273"/>
                </a:moveTo>
                <a:lnTo>
                  <a:pt x="56" y="273"/>
                </a:lnTo>
                <a:lnTo>
                  <a:pt x="56" y="274"/>
                </a:lnTo>
                <a:lnTo>
                  <a:pt x="56" y="274"/>
                </a:lnTo>
                <a:lnTo>
                  <a:pt x="54" y="275"/>
                </a:lnTo>
                <a:lnTo>
                  <a:pt x="54" y="275"/>
                </a:lnTo>
                <a:lnTo>
                  <a:pt x="54" y="275"/>
                </a:lnTo>
                <a:lnTo>
                  <a:pt x="56" y="277"/>
                </a:lnTo>
                <a:lnTo>
                  <a:pt x="56" y="278"/>
                </a:lnTo>
                <a:lnTo>
                  <a:pt x="56" y="278"/>
                </a:lnTo>
                <a:lnTo>
                  <a:pt x="57" y="278"/>
                </a:lnTo>
                <a:lnTo>
                  <a:pt x="57" y="278"/>
                </a:lnTo>
                <a:lnTo>
                  <a:pt x="57" y="277"/>
                </a:lnTo>
                <a:lnTo>
                  <a:pt x="58" y="277"/>
                </a:lnTo>
                <a:lnTo>
                  <a:pt x="58" y="277"/>
                </a:lnTo>
                <a:lnTo>
                  <a:pt x="57" y="279"/>
                </a:lnTo>
                <a:lnTo>
                  <a:pt x="57" y="280"/>
                </a:lnTo>
                <a:lnTo>
                  <a:pt x="58" y="280"/>
                </a:lnTo>
                <a:lnTo>
                  <a:pt x="58" y="280"/>
                </a:lnTo>
                <a:lnTo>
                  <a:pt x="58" y="279"/>
                </a:lnTo>
                <a:lnTo>
                  <a:pt x="59" y="277"/>
                </a:lnTo>
                <a:lnTo>
                  <a:pt x="59" y="277"/>
                </a:lnTo>
                <a:lnTo>
                  <a:pt x="58" y="274"/>
                </a:lnTo>
                <a:lnTo>
                  <a:pt x="57" y="270"/>
                </a:lnTo>
                <a:lnTo>
                  <a:pt x="57" y="270"/>
                </a:lnTo>
                <a:lnTo>
                  <a:pt x="56" y="270"/>
                </a:lnTo>
                <a:lnTo>
                  <a:pt x="54" y="269"/>
                </a:lnTo>
                <a:lnTo>
                  <a:pt x="54" y="269"/>
                </a:lnTo>
                <a:lnTo>
                  <a:pt x="54" y="269"/>
                </a:lnTo>
                <a:lnTo>
                  <a:pt x="54" y="269"/>
                </a:lnTo>
                <a:lnTo>
                  <a:pt x="54" y="270"/>
                </a:lnTo>
                <a:lnTo>
                  <a:pt x="56" y="272"/>
                </a:lnTo>
                <a:lnTo>
                  <a:pt x="56" y="272"/>
                </a:lnTo>
                <a:lnTo>
                  <a:pt x="54" y="273"/>
                </a:lnTo>
                <a:lnTo>
                  <a:pt x="54" y="273"/>
                </a:lnTo>
                <a:lnTo>
                  <a:pt x="54" y="274"/>
                </a:lnTo>
                <a:lnTo>
                  <a:pt x="54" y="274"/>
                </a:lnTo>
                <a:lnTo>
                  <a:pt x="56" y="273"/>
                </a:lnTo>
                <a:lnTo>
                  <a:pt x="56" y="273"/>
                </a:lnTo>
                <a:lnTo>
                  <a:pt x="56" y="273"/>
                </a:lnTo>
                <a:close/>
                <a:moveTo>
                  <a:pt x="52" y="280"/>
                </a:moveTo>
                <a:lnTo>
                  <a:pt x="52" y="280"/>
                </a:lnTo>
                <a:lnTo>
                  <a:pt x="52" y="279"/>
                </a:lnTo>
                <a:lnTo>
                  <a:pt x="52" y="277"/>
                </a:lnTo>
                <a:lnTo>
                  <a:pt x="52" y="277"/>
                </a:lnTo>
                <a:lnTo>
                  <a:pt x="51" y="277"/>
                </a:lnTo>
                <a:lnTo>
                  <a:pt x="51" y="278"/>
                </a:lnTo>
                <a:lnTo>
                  <a:pt x="51" y="278"/>
                </a:lnTo>
                <a:lnTo>
                  <a:pt x="50" y="278"/>
                </a:lnTo>
                <a:lnTo>
                  <a:pt x="50" y="278"/>
                </a:lnTo>
                <a:lnTo>
                  <a:pt x="50" y="277"/>
                </a:lnTo>
                <a:lnTo>
                  <a:pt x="51" y="274"/>
                </a:lnTo>
                <a:lnTo>
                  <a:pt x="51" y="274"/>
                </a:lnTo>
                <a:lnTo>
                  <a:pt x="50" y="274"/>
                </a:lnTo>
                <a:lnTo>
                  <a:pt x="48" y="274"/>
                </a:lnTo>
                <a:lnTo>
                  <a:pt x="48" y="274"/>
                </a:lnTo>
                <a:lnTo>
                  <a:pt x="48" y="278"/>
                </a:lnTo>
                <a:lnTo>
                  <a:pt x="48" y="279"/>
                </a:lnTo>
                <a:lnTo>
                  <a:pt x="50" y="280"/>
                </a:lnTo>
                <a:lnTo>
                  <a:pt x="50" y="280"/>
                </a:lnTo>
                <a:lnTo>
                  <a:pt x="50" y="279"/>
                </a:lnTo>
                <a:lnTo>
                  <a:pt x="51" y="279"/>
                </a:lnTo>
                <a:lnTo>
                  <a:pt x="52" y="280"/>
                </a:lnTo>
                <a:lnTo>
                  <a:pt x="52" y="280"/>
                </a:lnTo>
                <a:close/>
                <a:moveTo>
                  <a:pt x="56" y="283"/>
                </a:moveTo>
                <a:lnTo>
                  <a:pt x="56" y="283"/>
                </a:lnTo>
                <a:lnTo>
                  <a:pt x="52" y="284"/>
                </a:lnTo>
                <a:lnTo>
                  <a:pt x="51" y="284"/>
                </a:lnTo>
                <a:lnTo>
                  <a:pt x="52" y="285"/>
                </a:lnTo>
                <a:lnTo>
                  <a:pt x="52" y="285"/>
                </a:lnTo>
                <a:lnTo>
                  <a:pt x="52" y="285"/>
                </a:lnTo>
                <a:lnTo>
                  <a:pt x="54" y="284"/>
                </a:lnTo>
                <a:lnTo>
                  <a:pt x="54" y="284"/>
                </a:lnTo>
                <a:lnTo>
                  <a:pt x="53" y="287"/>
                </a:lnTo>
                <a:lnTo>
                  <a:pt x="54" y="287"/>
                </a:lnTo>
                <a:lnTo>
                  <a:pt x="54" y="287"/>
                </a:lnTo>
                <a:lnTo>
                  <a:pt x="54" y="287"/>
                </a:lnTo>
                <a:lnTo>
                  <a:pt x="56" y="284"/>
                </a:lnTo>
                <a:lnTo>
                  <a:pt x="56" y="283"/>
                </a:lnTo>
                <a:lnTo>
                  <a:pt x="56" y="283"/>
                </a:lnTo>
                <a:lnTo>
                  <a:pt x="56" y="280"/>
                </a:lnTo>
                <a:lnTo>
                  <a:pt x="56" y="279"/>
                </a:lnTo>
                <a:lnTo>
                  <a:pt x="56" y="280"/>
                </a:lnTo>
                <a:lnTo>
                  <a:pt x="56" y="283"/>
                </a:lnTo>
                <a:close/>
                <a:moveTo>
                  <a:pt x="47" y="280"/>
                </a:moveTo>
                <a:lnTo>
                  <a:pt x="47" y="280"/>
                </a:lnTo>
                <a:lnTo>
                  <a:pt x="47" y="284"/>
                </a:lnTo>
                <a:lnTo>
                  <a:pt x="46" y="285"/>
                </a:lnTo>
                <a:lnTo>
                  <a:pt x="47" y="285"/>
                </a:lnTo>
                <a:lnTo>
                  <a:pt x="47" y="285"/>
                </a:lnTo>
                <a:lnTo>
                  <a:pt x="48" y="283"/>
                </a:lnTo>
                <a:lnTo>
                  <a:pt x="48" y="282"/>
                </a:lnTo>
                <a:lnTo>
                  <a:pt x="47" y="280"/>
                </a:lnTo>
                <a:lnTo>
                  <a:pt x="47" y="280"/>
                </a:lnTo>
                <a:close/>
                <a:moveTo>
                  <a:pt x="45" y="285"/>
                </a:moveTo>
                <a:lnTo>
                  <a:pt x="45" y="285"/>
                </a:lnTo>
                <a:lnTo>
                  <a:pt x="45" y="285"/>
                </a:lnTo>
                <a:lnTo>
                  <a:pt x="45" y="284"/>
                </a:lnTo>
                <a:lnTo>
                  <a:pt x="43" y="284"/>
                </a:lnTo>
                <a:lnTo>
                  <a:pt x="43" y="283"/>
                </a:lnTo>
                <a:lnTo>
                  <a:pt x="43" y="283"/>
                </a:lnTo>
                <a:lnTo>
                  <a:pt x="45" y="283"/>
                </a:lnTo>
                <a:lnTo>
                  <a:pt x="45" y="282"/>
                </a:lnTo>
                <a:lnTo>
                  <a:pt x="42" y="282"/>
                </a:lnTo>
                <a:lnTo>
                  <a:pt x="42" y="282"/>
                </a:lnTo>
                <a:lnTo>
                  <a:pt x="42" y="284"/>
                </a:lnTo>
                <a:lnTo>
                  <a:pt x="42" y="287"/>
                </a:lnTo>
                <a:lnTo>
                  <a:pt x="42" y="287"/>
                </a:lnTo>
                <a:lnTo>
                  <a:pt x="43" y="287"/>
                </a:lnTo>
                <a:lnTo>
                  <a:pt x="43" y="285"/>
                </a:lnTo>
                <a:lnTo>
                  <a:pt x="45" y="285"/>
                </a:lnTo>
                <a:lnTo>
                  <a:pt x="45" y="285"/>
                </a:lnTo>
                <a:lnTo>
                  <a:pt x="45" y="285"/>
                </a:lnTo>
                <a:close/>
                <a:moveTo>
                  <a:pt x="51" y="290"/>
                </a:moveTo>
                <a:lnTo>
                  <a:pt x="51" y="290"/>
                </a:lnTo>
                <a:lnTo>
                  <a:pt x="52" y="290"/>
                </a:lnTo>
                <a:lnTo>
                  <a:pt x="52" y="289"/>
                </a:lnTo>
                <a:lnTo>
                  <a:pt x="52" y="287"/>
                </a:lnTo>
                <a:lnTo>
                  <a:pt x="52" y="287"/>
                </a:lnTo>
                <a:lnTo>
                  <a:pt x="52" y="287"/>
                </a:lnTo>
                <a:lnTo>
                  <a:pt x="52" y="288"/>
                </a:lnTo>
                <a:lnTo>
                  <a:pt x="52" y="289"/>
                </a:lnTo>
                <a:lnTo>
                  <a:pt x="51" y="289"/>
                </a:lnTo>
                <a:lnTo>
                  <a:pt x="51" y="290"/>
                </a:lnTo>
                <a:lnTo>
                  <a:pt x="51" y="290"/>
                </a:lnTo>
                <a:close/>
                <a:moveTo>
                  <a:pt x="46" y="293"/>
                </a:moveTo>
                <a:lnTo>
                  <a:pt x="46" y="293"/>
                </a:lnTo>
                <a:lnTo>
                  <a:pt x="47" y="290"/>
                </a:lnTo>
                <a:lnTo>
                  <a:pt x="47" y="288"/>
                </a:lnTo>
                <a:lnTo>
                  <a:pt x="47" y="288"/>
                </a:lnTo>
                <a:lnTo>
                  <a:pt x="46" y="289"/>
                </a:lnTo>
                <a:lnTo>
                  <a:pt x="45" y="290"/>
                </a:lnTo>
                <a:lnTo>
                  <a:pt x="45" y="292"/>
                </a:lnTo>
                <a:lnTo>
                  <a:pt x="46" y="293"/>
                </a:lnTo>
                <a:lnTo>
                  <a:pt x="46" y="293"/>
                </a:lnTo>
                <a:close/>
                <a:moveTo>
                  <a:pt x="47" y="299"/>
                </a:moveTo>
                <a:lnTo>
                  <a:pt x="47" y="299"/>
                </a:lnTo>
                <a:lnTo>
                  <a:pt x="48" y="297"/>
                </a:lnTo>
                <a:lnTo>
                  <a:pt x="48" y="295"/>
                </a:lnTo>
                <a:lnTo>
                  <a:pt x="47" y="294"/>
                </a:lnTo>
                <a:lnTo>
                  <a:pt x="47" y="294"/>
                </a:lnTo>
                <a:lnTo>
                  <a:pt x="46" y="298"/>
                </a:lnTo>
                <a:lnTo>
                  <a:pt x="46" y="299"/>
                </a:lnTo>
                <a:lnTo>
                  <a:pt x="47" y="299"/>
                </a:lnTo>
                <a:lnTo>
                  <a:pt x="47" y="299"/>
                </a:lnTo>
                <a:close/>
                <a:moveTo>
                  <a:pt x="53" y="302"/>
                </a:moveTo>
                <a:lnTo>
                  <a:pt x="53" y="302"/>
                </a:lnTo>
                <a:lnTo>
                  <a:pt x="54" y="300"/>
                </a:lnTo>
                <a:lnTo>
                  <a:pt x="54" y="299"/>
                </a:lnTo>
                <a:lnTo>
                  <a:pt x="54" y="298"/>
                </a:lnTo>
                <a:lnTo>
                  <a:pt x="54" y="298"/>
                </a:lnTo>
                <a:lnTo>
                  <a:pt x="52" y="300"/>
                </a:lnTo>
                <a:lnTo>
                  <a:pt x="52" y="302"/>
                </a:lnTo>
                <a:lnTo>
                  <a:pt x="53" y="302"/>
                </a:lnTo>
                <a:lnTo>
                  <a:pt x="53" y="302"/>
                </a:lnTo>
                <a:close/>
                <a:moveTo>
                  <a:pt x="58" y="302"/>
                </a:moveTo>
                <a:lnTo>
                  <a:pt x="58" y="302"/>
                </a:lnTo>
                <a:lnTo>
                  <a:pt x="59" y="299"/>
                </a:lnTo>
                <a:lnTo>
                  <a:pt x="59" y="295"/>
                </a:lnTo>
                <a:lnTo>
                  <a:pt x="59" y="295"/>
                </a:lnTo>
                <a:lnTo>
                  <a:pt x="58" y="295"/>
                </a:lnTo>
                <a:lnTo>
                  <a:pt x="58" y="297"/>
                </a:lnTo>
                <a:lnTo>
                  <a:pt x="58" y="298"/>
                </a:lnTo>
                <a:lnTo>
                  <a:pt x="57" y="298"/>
                </a:lnTo>
                <a:lnTo>
                  <a:pt x="57" y="298"/>
                </a:lnTo>
                <a:lnTo>
                  <a:pt x="56" y="298"/>
                </a:lnTo>
                <a:lnTo>
                  <a:pt x="56" y="299"/>
                </a:lnTo>
                <a:lnTo>
                  <a:pt x="56" y="299"/>
                </a:lnTo>
                <a:lnTo>
                  <a:pt x="57" y="298"/>
                </a:lnTo>
                <a:lnTo>
                  <a:pt x="58" y="299"/>
                </a:lnTo>
                <a:lnTo>
                  <a:pt x="58" y="299"/>
                </a:lnTo>
                <a:lnTo>
                  <a:pt x="58" y="299"/>
                </a:lnTo>
                <a:lnTo>
                  <a:pt x="57" y="300"/>
                </a:lnTo>
                <a:lnTo>
                  <a:pt x="58" y="302"/>
                </a:lnTo>
                <a:lnTo>
                  <a:pt x="58" y="302"/>
                </a:lnTo>
                <a:close/>
                <a:moveTo>
                  <a:pt x="57" y="324"/>
                </a:moveTo>
                <a:lnTo>
                  <a:pt x="57" y="324"/>
                </a:lnTo>
                <a:lnTo>
                  <a:pt x="57" y="327"/>
                </a:lnTo>
                <a:lnTo>
                  <a:pt x="57" y="328"/>
                </a:lnTo>
                <a:lnTo>
                  <a:pt x="57" y="328"/>
                </a:lnTo>
                <a:lnTo>
                  <a:pt x="58" y="328"/>
                </a:lnTo>
                <a:lnTo>
                  <a:pt x="58" y="327"/>
                </a:lnTo>
                <a:lnTo>
                  <a:pt x="57" y="324"/>
                </a:lnTo>
                <a:lnTo>
                  <a:pt x="57" y="324"/>
                </a:lnTo>
                <a:close/>
                <a:moveTo>
                  <a:pt x="46" y="304"/>
                </a:moveTo>
                <a:lnTo>
                  <a:pt x="46" y="304"/>
                </a:lnTo>
                <a:lnTo>
                  <a:pt x="46" y="304"/>
                </a:lnTo>
                <a:lnTo>
                  <a:pt x="46" y="305"/>
                </a:lnTo>
                <a:lnTo>
                  <a:pt x="46" y="305"/>
                </a:lnTo>
                <a:lnTo>
                  <a:pt x="46" y="304"/>
                </a:lnTo>
                <a:lnTo>
                  <a:pt x="46" y="303"/>
                </a:lnTo>
                <a:lnTo>
                  <a:pt x="43" y="303"/>
                </a:lnTo>
                <a:lnTo>
                  <a:pt x="43" y="305"/>
                </a:lnTo>
                <a:lnTo>
                  <a:pt x="43" y="305"/>
                </a:lnTo>
                <a:lnTo>
                  <a:pt x="45" y="304"/>
                </a:lnTo>
                <a:lnTo>
                  <a:pt x="46" y="304"/>
                </a:lnTo>
                <a:lnTo>
                  <a:pt x="46" y="304"/>
                </a:lnTo>
                <a:close/>
                <a:moveTo>
                  <a:pt x="57" y="305"/>
                </a:moveTo>
                <a:lnTo>
                  <a:pt x="57" y="305"/>
                </a:lnTo>
                <a:lnTo>
                  <a:pt x="58" y="305"/>
                </a:lnTo>
                <a:lnTo>
                  <a:pt x="59" y="304"/>
                </a:lnTo>
                <a:lnTo>
                  <a:pt x="59" y="304"/>
                </a:lnTo>
                <a:lnTo>
                  <a:pt x="58" y="304"/>
                </a:lnTo>
                <a:lnTo>
                  <a:pt x="57" y="303"/>
                </a:lnTo>
                <a:lnTo>
                  <a:pt x="57" y="305"/>
                </a:lnTo>
                <a:close/>
                <a:moveTo>
                  <a:pt x="46" y="314"/>
                </a:moveTo>
                <a:lnTo>
                  <a:pt x="46" y="314"/>
                </a:lnTo>
                <a:lnTo>
                  <a:pt x="46" y="310"/>
                </a:lnTo>
                <a:lnTo>
                  <a:pt x="45" y="308"/>
                </a:lnTo>
                <a:lnTo>
                  <a:pt x="45" y="308"/>
                </a:lnTo>
                <a:lnTo>
                  <a:pt x="46" y="309"/>
                </a:lnTo>
                <a:lnTo>
                  <a:pt x="47" y="310"/>
                </a:lnTo>
                <a:lnTo>
                  <a:pt x="47" y="310"/>
                </a:lnTo>
                <a:lnTo>
                  <a:pt x="47" y="309"/>
                </a:lnTo>
                <a:lnTo>
                  <a:pt x="47" y="308"/>
                </a:lnTo>
                <a:lnTo>
                  <a:pt x="45" y="307"/>
                </a:lnTo>
                <a:lnTo>
                  <a:pt x="45" y="307"/>
                </a:lnTo>
                <a:lnTo>
                  <a:pt x="45" y="310"/>
                </a:lnTo>
                <a:lnTo>
                  <a:pt x="43" y="312"/>
                </a:lnTo>
                <a:lnTo>
                  <a:pt x="42" y="313"/>
                </a:lnTo>
                <a:lnTo>
                  <a:pt x="42" y="313"/>
                </a:lnTo>
                <a:lnTo>
                  <a:pt x="45" y="314"/>
                </a:lnTo>
                <a:lnTo>
                  <a:pt x="46" y="314"/>
                </a:lnTo>
                <a:lnTo>
                  <a:pt x="46" y="314"/>
                </a:lnTo>
                <a:close/>
                <a:moveTo>
                  <a:pt x="54" y="313"/>
                </a:moveTo>
                <a:lnTo>
                  <a:pt x="54" y="313"/>
                </a:lnTo>
                <a:lnTo>
                  <a:pt x="54" y="314"/>
                </a:lnTo>
                <a:lnTo>
                  <a:pt x="56" y="313"/>
                </a:lnTo>
                <a:lnTo>
                  <a:pt x="56" y="312"/>
                </a:lnTo>
                <a:lnTo>
                  <a:pt x="54" y="310"/>
                </a:lnTo>
                <a:lnTo>
                  <a:pt x="54" y="310"/>
                </a:lnTo>
                <a:lnTo>
                  <a:pt x="54" y="313"/>
                </a:lnTo>
                <a:lnTo>
                  <a:pt x="54" y="313"/>
                </a:lnTo>
                <a:close/>
                <a:moveTo>
                  <a:pt x="53" y="320"/>
                </a:moveTo>
                <a:lnTo>
                  <a:pt x="57" y="320"/>
                </a:lnTo>
                <a:lnTo>
                  <a:pt x="57" y="320"/>
                </a:lnTo>
                <a:lnTo>
                  <a:pt x="57" y="322"/>
                </a:lnTo>
                <a:lnTo>
                  <a:pt x="57" y="323"/>
                </a:lnTo>
                <a:lnTo>
                  <a:pt x="58" y="323"/>
                </a:lnTo>
                <a:lnTo>
                  <a:pt x="58" y="323"/>
                </a:lnTo>
                <a:lnTo>
                  <a:pt x="58" y="317"/>
                </a:lnTo>
                <a:lnTo>
                  <a:pt x="58" y="317"/>
                </a:lnTo>
                <a:lnTo>
                  <a:pt x="57" y="317"/>
                </a:lnTo>
                <a:lnTo>
                  <a:pt x="57" y="318"/>
                </a:lnTo>
                <a:lnTo>
                  <a:pt x="57" y="319"/>
                </a:lnTo>
                <a:lnTo>
                  <a:pt x="54" y="319"/>
                </a:lnTo>
                <a:lnTo>
                  <a:pt x="54" y="319"/>
                </a:lnTo>
                <a:lnTo>
                  <a:pt x="54" y="317"/>
                </a:lnTo>
                <a:lnTo>
                  <a:pt x="54" y="317"/>
                </a:lnTo>
                <a:lnTo>
                  <a:pt x="57" y="315"/>
                </a:lnTo>
                <a:lnTo>
                  <a:pt x="58" y="314"/>
                </a:lnTo>
                <a:lnTo>
                  <a:pt x="58" y="312"/>
                </a:lnTo>
                <a:lnTo>
                  <a:pt x="57" y="310"/>
                </a:lnTo>
                <a:lnTo>
                  <a:pt x="57" y="310"/>
                </a:lnTo>
                <a:lnTo>
                  <a:pt x="56" y="315"/>
                </a:lnTo>
                <a:lnTo>
                  <a:pt x="56" y="315"/>
                </a:lnTo>
                <a:lnTo>
                  <a:pt x="54" y="315"/>
                </a:lnTo>
                <a:lnTo>
                  <a:pt x="53" y="314"/>
                </a:lnTo>
                <a:lnTo>
                  <a:pt x="53" y="314"/>
                </a:lnTo>
                <a:lnTo>
                  <a:pt x="52" y="313"/>
                </a:lnTo>
                <a:lnTo>
                  <a:pt x="52" y="313"/>
                </a:lnTo>
                <a:lnTo>
                  <a:pt x="53" y="317"/>
                </a:lnTo>
                <a:lnTo>
                  <a:pt x="53" y="318"/>
                </a:lnTo>
                <a:lnTo>
                  <a:pt x="53" y="320"/>
                </a:lnTo>
                <a:lnTo>
                  <a:pt x="53" y="320"/>
                </a:lnTo>
                <a:close/>
                <a:moveTo>
                  <a:pt x="46" y="329"/>
                </a:moveTo>
                <a:lnTo>
                  <a:pt x="46" y="329"/>
                </a:lnTo>
                <a:lnTo>
                  <a:pt x="46" y="328"/>
                </a:lnTo>
                <a:lnTo>
                  <a:pt x="47" y="327"/>
                </a:lnTo>
                <a:lnTo>
                  <a:pt x="47" y="327"/>
                </a:lnTo>
                <a:lnTo>
                  <a:pt x="46" y="327"/>
                </a:lnTo>
                <a:lnTo>
                  <a:pt x="46" y="327"/>
                </a:lnTo>
                <a:lnTo>
                  <a:pt x="45" y="327"/>
                </a:lnTo>
                <a:lnTo>
                  <a:pt x="45" y="325"/>
                </a:lnTo>
                <a:lnTo>
                  <a:pt x="45" y="325"/>
                </a:lnTo>
                <a:lnTo>
                  <a:pt x="45" y="325"/>
                </a:lnTo>
                <a:lnTo>
                  <a:pt x="45" y="324"/>
                </a:lnTo>
                <a:lnTo>
                  <a:pt x="45" y="324"/>
                </a:lnTo>
                <a:lnTo>
                  <a:pt x="47" y="324"/>
                </a:lnTo>
                <a:lnTo>
                  <a:pt x="48" y="324"/>
                </a:lnTo>
                <a:lnTo>
                  <a:pt x="48" y="324"/>
                </a:lnTo>
                <a:lnTo>
                  <a:pt x="48" y="323"/>
                </a:lnTo>
                <a:lnTo>
                  <a:pt x="47" y="322"/>
                </a:lnTo>
                <a:lnTo>
                  <a:pt x="47" y="322"/>
                </a:lnTo>
                <a:lnTo>
                  <a:pt x="47" y="322"/>
                </a:lnTo>
                <a:lnTo>
                  <a:pt x="47" y="322"/>
                </a:lnTo>
                <a:lnTo>
                  <a:pt x="47" y="322"/>
                </a:lnTo>
                <a:lnTo>
                  <a:pt x="47" y="320"/>
                </a:lnTo>
                <a:lnTo>
                  <a:pt x="47" y="319"/>
                </a:lnTo>
                <a:lnTo>
                  <a:pt x="50" y="318"/>
                </a:lnTo>
                <a:lnTo>
                  <a:pt x="50" y="318"/>
                </a:lnTo>
                <a:lnTo>
                  <a:pt x="46" y="317"/>
                </a:lnTo>
                <a:lnTo>
                  <a:pt x="43" y="317"/>
                </a:lnTo>
                <a:lnTo>
                  <a:pt x="43" y="317"/>
                </a:lnTo>
                <a:lnTo>
                  <a:pt x="43" y="319"/>
                </a:lnTo>
                <a:lnTo>
                  <a:pt x="42" y="323"/>
                </a:lnTo>
                <a:lnTo>
                  <a:pt x="42" y="323"/>
                </a:lnTo>
                <a:lnTo>
                  <a:pt x="43" y="323"/>
                </a:lnTo>
                <a:lnTo>
                  <a:pt x="43" y="324"/>
                </a:lnTo>
                <a:lnTo>
                  <a:pt x="43" y="324"/>
                </a:lnTo>
                <a:lnTo>
                  <a:pt x="43" y="325"/>
                </a:lnTo>
                <a:lnTo>
                  <a:pt x="42" y="327"/>
                </a:lnTo>
                <a:lnTo>
                  <a:pt x="42" y="328"/>
                </a:lnTo>
                <a:lnTo>
                  <a:pt x="42" y="328"/>
                </a:lnTo>
                <a:lnTo>
                  <a:pt x="43" y="329"/>
                </a:lnTo>
                <a:lnTo>
                  <a:pt x="46" y="329"/>
                </a:lnTo>
                <a:lnTo>
                  <a:pt x="46" y="329"/>
                </a:lnTo>
                <a:close/>
                <a:moveTo>
                  <a:pt x="50" y="328"/>
                </a:moveTo>
                <a:lnTo>
                  <a:pt x="50" y="328"/>
                </a:lnTo>
                <a:lnTo>
                  <a:pt x="51" y="327"/>
                </a:lnTo>
                <a:lnTo>
                  <a:pt x="50" y="325"/>
                </a:lnTo>
                <a:lnTo>
                  <a:pt x="50" y="325"/>
                </a:lnTo>
                <a:lnTo>
                  <a:pt x="51" y="325"/>
                </a:lnTo>
                <a:lnTo>
                  <a:pt x="52" y="325"/>
                </a:lnTo>
                <a:lnTo>
                  <a:pt x="52" y="324"/>
                </a:lnTo>
                <a:lnTo>
                  <a:pt x="53" y="324"/>
                </a:lnTo>
                <a:lnTo>
                  <a:pt x="53" y="324"/>
                </a:lnTo>
                <a:lnTo>
                  <a:pt x="53" y="323"/>
                </a:lnTo>
                <a:lnTo>
                  <a:pt x="52" y="323"/>
                </a:lnTo>
                <a:lnTo>
                  <a:pt x="52" y="323"/>
                </a:lnTo>
                <a:lnTo>
                  <a:pt x="52" y="323"/>
                </a:lnTo>
                <a:lnTo>
                  <a:pt x="52" y="323"/>
                </a:lnTo>
                <a:lnTo>
                  <a:pt x="52" y="324"/>
                </a:lnTo>
                <a:lnTo>
                  <a:pt x="52" y="324"/>
                </a:lnTo>
                <a:lnTo>
                  <a:pt x="51" y="324"/>
                </a:lnTo>
                <a:lnTo>
                  <a:pt x="51" y="324"/>
                </a:lnTo>
                <a:lnTo>
                  <a:pt x="51" y="322"/>
                </a:lnTo>
                <a:lnTo>
                  <a:pt x="51" y="320"/>
                </a:lnTo>
                <a:lnTo>
                  <a:pt x="50" y="320"/>
                </a:lnTo>
                <a:lnTo>
                  <a:pt x="50" y="320"/>
                </a:lnTo>
                <a:lnTo>
                  <a:pt x="50" y="322"/>
                </a:lnTo>
                <a:lnTo>
                  <a:pt x="50" y="324"/>
                </a:lnTo>
                <a:lnTo>
                  <a:pt x="50" y="324"/>
                </a:lnTo>
                <a:lnTo>
                  <a:pt x="48" y="325"/>
                </a:lnTo>
                <a:lnTo>
                  <a:pt x="48" y="327"/>
                </a:lnTo>
                <a:lnTo>
                  <a:pt x="48" y="330"/>
                </a:lnTo>
                <a:lnTo>
                  <a:pt x="48" y="330"/>
                </a:lnTo>
                <a:lnTo>
                  <a:pt x="48" y="330"/>
                </a:lnTo>
                <a:lnTo>
                  <a:pt x="48" y="330"/>
                </a:lnTo>
                <a:lnTo>
                  <a:pt x="50" y="328"/>
                </a:lnTo>
                <a:lnTo>
                  <a:pt x="50" y="328"/>
                </a:lnTo>
                <a:close/>
                <a:moveTo>
                  <a:pt x="53" y="335"/>
                </a:moveTo>
                <a:lnTo>
                  <a:pt x="53" y="335"/>
                </a:lnTo>
                <a:lnTo>
                  <a:pt x="54" y="333"/>
                </a:lnTo>
                <a:lnTo>
                  <a:pt x="54" y="332"/>
                </a:lnTo>
                <a:lnTo>
                  <a:pt x="54" y="337"/>
                </a:lnTo>
                <a:lnTo>
                  <a:pt x="54" y="337"/>
                </a:lnTo>
                <a:lnTo>
                  <a:pt x="58" y="337"/>
                </a:lnTo>
                <a:lnTo>
                  <a:pt x="58" y="337"/>
                </a:lnTo>
                <a:lnTo>
                  <a:pt x="58" y="335"/>
                </a:lnTo>
                <a:lnTo>
                  <a:pt x="57" y="333"/>
                </a:lnTo>
                <a:lnTo>
                  <a:pt x="57" y="332"/>
                </a:lnTo>
                <a:lnTo>
                  <a:pt x="56" y="330"/>
                </a:lnTo>
                <a:lnTo>
                  <a:pt x="56" y="330"/>
                </a:lnTo>
                <a:lnTo>
                  <a:pt x="54" y="330"/>
                </a:lnTo>
                <a:lnTo>
                  <a:pt x="54" y="332"/>
                </a:lnTo>
                <a:lnTo>
                  <a:pt x="54" y="332"/>
                </a:lnTo>
                <a:lnTo>
                  <a:pt x="53" y="330"/>
                </a:lnTo>
                <a:lnTo>
                  <a:pt x="53" y="330"/>
                </a:lnTo>
                <a:lnTo>
                  <a:pt x="52" y="332"/>
                </a:lnTo>
                <a:lnTo>
                  <a:pt x="52" y="332"/>
                </a:lnTo>
                <a:lnTo>
                  <a:pt x="52" y="332"/>
                </a:lnTo>
                <a:lnTo>
                  <a:pt x="51" y="332"/>
                </a:lnTo>
                <a:lnTo>
                  <a:pt x="51" y="332"/>
                </a:lnTo>
                <a:lnTo>
                  <a:pt x="53" y="332"/>
                </a:lnTo>
                <a:lnTo>
                  <a:pt x="53" y="333"/>
                </a:lnTo>
                <a:lnTo>
                  <a:pt x="53" y="334"/>
                </a:lnTo>
                <a:lnTo>
                  <a:pt x="53" y="335"/>
                </a:lnTo>
                <a:lnTo>
                  <a:pt x="53" y="335"/>
                </a:lnTo>
                <a:close/>
                <a:moveTo>
                  <a:pt x="48" y="340"/>
                </a:moveTo>
                <a:lnTo>
                  <a:pt x="48" y="340"/>
                </a:lnTo>
                <a:lnTo>
                  <a:pt x="50" y="338"/>
                </a:lnTo>
                <a:lnTo>
                  <a:pt x="50" y="334"/>
                </a:lnTo>
                <a:lnTo>
                  <a:pt x="50" y="334"/>
                </a:lnTo>
                <a:lnTo>
                  <a:pt x="47" y="335"/>
                </a:lnTo>
                <a:lnTo>
                  <a:pt x="47" y="337"/>
                </a:lnTo>
                <a:lnTo>
                  <a:pt x="48" y="340"/>
                </a:lnTo>
                <a:lnTo>
                  <a:pt x="48" y="340"/>
                </a:lnTo>
                <a:close/>
                <a:moveTo>
                  <a:pt x="52" y="343"/>
                </a:moveTo>
                <a:lnTo>
                  <a:pt x="52" y="343"/>
                </a:lnTo>
                <a:lnTo>
                  <a:pt x="51" y="343"/>
                </a:lnTo>
                <a:lnTo>
                  <a:pt x="51" y="343"/>
                </a:lnTo>
                <a:lnTo>
                  <a:pt x="51" y="344"/>
                </a:lnTo>
                <a:lnTo>
                  <a:pt x="50" y="345"/>
                </a:lnTo>
                <a:lnTo>
                  <a:pt x="50" y="345"/>
                </a:lnTo>
                <a:lnTo>
                  <a:pt x="50" y="347"/>
                </a:lnTo>
                <a:lnTo>
                  <a:pt x="51" y="348"/>
                </a:lnTo>
                <a:lnTo>
                  <a:pt x="51" y="348"/>
                </a:lnTo>
                <a:lnTo>
                  <a:pt x="51" y="345"/>
                </a:lnTo>
                <a:lnTo>
                  <a:pt x="51" y="344"/>
                </a:lnTo>
                <a:lnTo>
                  <a:pt x="52" y="344"/>
                </a:lnTo>
                <a:lnTo>
                  <a:pt x="52" y="344"/>
                </a:lnTo>
                <a:lnTo>
                  <a:pt x="52" y="345"/>
                </a:lnTo>
                <a:lnTo>
                  <a:pt x="52" y="347"/>
                </a:lnTo>
                <a:lnTo>
                  <a:pt x="53" y="347"/>
                </a:lnTo>
                <a:lnTo>
                  <a:pt x="53" y="347"/>
                </a:lnTo>
                <a:lnTo>
                  <a:pt x="53" y="348"/>
                </a:lnTo>
                <a:lnTo>
                  <a:pt x="53" y="350"/>
                </a:lnTo>
                <a:lnTo>
                  <a:pt x="53" y="350"/>
                </a:lnTo>
                <a:lnTo>
                  <a:pt x="54" y="349"/>
                </a:lnTo>
                <a:lnTo>
                  <a:pt x="54" y="348"/>
                </a:lnTo>
                <a:lnTo>
                  <a:pt x="56" y="344"/>
                </a:lnTo>
                <a:lnTo>
                  <a:pt x="56" y="344"/>
                </a:lnTo>
                <a:lnTo>
                  <a:pt x="57" y="344"/>
                </a:lnTo>
                <a:lnTo>
                  <a:pt x="57" y="344"/>
                </a:lnTo>
                <a:lnTo>
                  <a:pt x="57" y="342"/>
                </a:lnTo>
                <a:lnTo>
                  <a:pt x="57" y="342"/>
                </a:lnTo>
                <a:lnTo>
                  <a:pt x="56" y="342"/>
                </a:lnTo>
                <a:lnTo>
                  <a:pt x="56" y="342"/>
                </a:lnTo>
                <a:lnTo>
                  <a:pt x="54" y="343"/>
                </a:lnTo>
                <a:lnTo>
                  <a:pt x="54" y="343"/>
                </a:lnTo>
                <a:lnTo>
                  <a:pt x="54" y="340"/>
                </a:lnTo>
                <a:lnTo>
                  <a:pt x="54" y="340"/>
                </a:lnTo>
                <a:lnTo>
                  <a:pt x="53" y="340"/>
                </a:lnTo>
                <a:lnTo>
                  <a:pt x="53" y="342"/>
                </a:lnTo>
                <a:lnTo>
                  <a:pt x="53" y="342"/>
                </a:lnTo>
                <a:lnTo>
                  <a:pt x="52" y="343"/>
                </a:lnTo>
                <a:lnTo>
                  <a:pt x="52" y="343"/>
                </a:lnTo>
                <a:lnTo>
                  <a:pt x="52" y="343"/>
                </a:lnTo>
                <a:lnTo>
                  <a:pt x="52" y="343"/>
                </a:lnTo>
                <a:lnTo>
                  <a:pt x="52" y="342"/>
                </a:lnTo>
                <a:lnTo>
                  <a:pt x="52" y="343"/>
                </a:lnTo>
                <a:lnTo>
                  <a:pt x="52" y="343"/>
                </a:lnTo>
                <a:close/>
                <a:moveTo>
                  <a:pt x="50" y="352"/>
                </a:moveTo>
                <a:lnTo>
                  <a:pt x="50" y="352"/>
                </a:lnTo>
                <a:lnTo>
                  <a:pt x="50" y="350"/>
                </a:lnTo>
                <a:lnTo>
                  <a:pt x="48" y="350"/>
                </a:lnTo>
                <a:lnTo>
                  <a:pt x="48" y="349"/>
                </a:lnTo>
                <a:lnTo>
                  <a:pt x="48" y="349"/>
                </a:lnTo>
                <a:lnTo>
                  <a:pt x="48" y="345"/>
                </a:lnTo>
                <a:lnTo>
                  <a:pt x="48" y="342"/>
                </a:lnTo>
                <a:lnTo>
                  <a:pt x="48" y="342"/>
                </a:lnTo>
                <a:lnTo>
                  <a:pt x="48" y="343"/>
                </a:lnTo>
                <a:lnTo>
                  <a:pt x="46" y="343"/>
                </a:lnTo>
                <a:lnTo>
                  <a:pt x="46" y="343"/>
                </a:lnTo>
                <a:lnTo>
                  <a:pt x="47" y="345"/>
                </a:lnTo>
                <a:lnTo>
                  <a:pt x="47" y="347"/>
                </a:lnTo>
                <a:lnTo>
                  <a:pt x="47" y="352"/>
                </a:lnTo>
                <a:lnTo>
                  <a:pt x="50" y="352"/>
                </a:lnTo>
                <a:close/>
                <a:moveTo>
                  <a:pt x="47" y="368"/>
                </a:moveTo>
                <a:lnTo>
                  <a:pt x="47" y="368"/>
                </a:lnTo>
                <a:lnTo>
                  <a:pt x="50" y="368"/>
                </a:lnTo>
                <a:lnTo>
                  <a:pt x="50" y="368"/>
                </a:lnTo>
                <a:lnTo>
                  <a:pt x="50" y="365"/>
                </a:lnTo>
                <a:lnTo>
                  <a:pt x="48" y="365"/>
                </a:lnTo>
                <a:lnTo>
                  <a:pt x="48" y="365"/>
                </a:lnTo>
                <a:lnTo>
                  <a:pt x="47" y="367"/>
                </a:lnTo>
                <a:lnTo>
                  <a:pt x="47" y="368"/>
                </a:lnTo>
                <a:lnTo>
                  <a:pt x="47" y="368"/>
                </a:lnTo>
                <a:close/>
                <a:moveTo>
                  <a:pt x="53" y="374"/>
                </a:moveTo>
                <a:lnTo>
                  <a:pt x="53" y="374"/>
                </a:lnTo>
                <a:lnTo>
                  <a:pt x="53" y="373"/>
                </a:lnTo>
                <a:lnTo>
                  <a:pt x="53" y="372"/>
                </a:lnTo>
                <a:lnTo>
                  <a:pt x="52" y="372"/>
                </a:lnTo>
                <a:lnTo>
                  <a:pt x="52" y="372"/>
                </a:lnTo>
                <a:lnTo>
                  <a:pt x="52" y="373"/>
                </a:lnTo>
                <a:lnTo>
                  <a:pt x="52" y="374"/>
                </a:lnTo>
                <a:lnTo>
                  <a:pt x="53" y="374"/>
                </a:lnTo>
                <a:lnTo>
                  <a:pt x="53" y="374"/>
                </a:lnTo>
                <a:close/>
                <a:moveTo>
                  <a:pt x="57" y="388"/>
                </a:moveTo>
                <a:lnTo>
                  <a:pt x="57" y="388"/>
                </a:lnTo>
                <a:lnTo>
                  <a:pt x="57" y="387"/>
                </a:lnTo>
                <a:lnTo>
                  <a:pt x="57" y="385"/>
                </a:lnTo>
                <a:lnTo>
                  <a:pt x="57" y="385"/>
                </a:lnTo>
                <a:lnTo>
                  <a:pt x="56" y="385"/>
                </a:lnTo>
                <a:lnTo>
                  <a:pt x="56" y="387"/>
                </a:lnTo>
                <a:lnTo>
                  <a:pt x="56" y="388"/>
                </a:lnTo>
                <a:lnTo>
                  <a:pt x="57" y="388"/>
                </a:lnTo>
                <a:lnTo>
                  <a:pt x="57" y="388"/>
                </a:lnTo>
                <a:close/>
                <a:moveTo>
                  <a:pt x="51" y="389"/>
                </a:moveTo>
                <a:lnTo>
                  <a:pt x="51" y="389"/>
                </a:lnTo>
                <a:lnTo>
                  <a:pt x="52" y="385"/>
                </a:lnTo>
                <a:lnTo>
                  <a:pt x="52" y="384"/>
                </a:lnTo>
                <a:lnTo>
                  <a:pt x="52" y="383"/>
                </a:lnTo>
                <a:lnTo>
                  <a:pt x="52" y="383"/>
                </a:lnTo>
                <a:lnTo>
                  <a:pt x="51" y="385"/>
                </a:lnTo>
                <a:lnTo>
                  <a:pt x="51" y="388"/>
                </a:lnTo>
                <a:lnTo>
                  <a:pt x="51" y="389"/>
                </a:lnTo>
                <a:lnTo>
                  <a:pt x="51" y="389"/>
                </a:lnTo>
                <a:close/>
                <a:moveTo>
                  <a:pt x="43" y="400"/>
                </a:moveTo>
                <a:lnTo>
                  <a:pt x="43" y="400"/>
                </a:lnTo>
                <a:lnTo>
                  <a:pt x="43" y="399"/>
                </a:lnTo>
                <a:lnTo>
                  <a:pt x="45" y="398"/>
                </a:lnTo>
                <a:lnTo>
                  <a:pt x="42" y="398"/>
                </a:lnTo>
                <a:lnTo>
                  <a:pt x="42" y="398"/>
                </a:lnTo>
                <a:lnTo>
                  <a:pt x="42" y="399"/>
                </a:lnTo>
                <a:lnTo>
                  <a:pt x="43" y="400"/>
                </a:lnTo>
                <a:lnTo>
                  <a:pt x="43" y="400"/>
                </a:lnTo>
                <a:close/>
                <a:moveTo>
                  <a:pt x="46" y="404"/>
                </a:moveTo>
                <a:lnTo>
                  <a:pt x="46" y="404"/>
                </a:lnTo>
                <a:lnTo>
                  <a:pt x="46" y="402"/>
                </a:lnTo>
                <a:lnTo>
                  <a:pt x="45" y="400"/>
                </a:lnTo>
                <a:lnTo>
                  <a:pt x="43" y="400"/>
                </a:lnTo>
                <a:lnTo>
                  <a:pt x="43" y="400"/>
                </a:lnTo>
                <a:lnTo>
                  <a:pt x="42" y="402"/>
                </a:lnTo>
                <a:lnTo>
                  <a:pt x="42" y="403"/>
                </a:lnTo>
                <a:lnTo>
                  <a:pt x="43" y="403"/>
                </a:lnTo>
                <a:lnTo>
                  <a:pt x="43" y="403"/>
                </a:lnTo>
                <a:lnTo>
                  <a:pt x="43" y="402"/>
                </a:lnTo>
                <a:lnTo>
                  <a:pt x="43" y="402"/>
                </a:lnTo>
                <a:lnTo>
                  <a:pt x="43" y="404"/>
                </a:lnTo>
                <a:lnTo>
                  <a:pt x="46" y="404"/>
                </a:lnTo>
                <a:lnTo>
                  <a:pt x="46" y="404"/>
                </a:lnTo>
                <a:close/>
                <a:moveTo>
                  <a:pt x="42" y="413"/>
                </a:moveTo>
                <a:lnTo>
                  <a:pt x="42" y="413"/>
                </a:lnTo>
                <a:lnTo>
                  <a:pt x="43" y="413"/>
                </a:lnTo>
                <a:lnTo>
                  <a:pt x="43" y="412"/>
                </a:lnTo>
                <a:lnTo>
                  <a:pt x="43" y="409"/>
                </a:lnTo>
                <a:lnTo>
                  <a:pt x="43" y="409"/>
                </a:lnTo>
                <a:lnTo>
                  <a:pt x="43" y="407"/>
                </a:lnTo>
                <a:lnTo>
                  <a:pt x="43" y="405"/>
                </a:lnTo>
                <a:lnTo>
                  <a:pt x="42" y="404"/>
                </a:lnTo>
                <a:lnTo>
                  <a:pt x="42" y="404"/>
                </a:lnTo>
                <a:lnTo>
                  <a:pt x="42" y="409"/>
                </a:lnTo>
                <a:lnTo>
                  <a:pt x="42" y="413"/>
                </a:lnTo>
                <a:lnTo>
                  <a:pt x="42" y="413"/>
                </a:lnTo>
                <a:close/>
                <a:moveTo>
                  <a:pt x="50" y="418"/>
                </a:moveTo>
                <a:lnTo>
                  <a:pt x="50" y="418"/>
                </a:lnTo>
                <a:lnTo>
                  <a:pt x="50" y="415"/>
                </a:lnTo>
                <a:lnTo>
                  <a:pt x="50" y="415"/>
                </a:lnTo>
                <a:lnTo>
                  <a:pt x="48" y="414"/>
                </a:lnTo>
                <a:lnTo>
                  <a:pt x="48" y="414"/>
                </a:lnTo>
                <a:lnTo>
                  <a:pt x="48" y="417"/>
                </a:lnTo>
                <a:lnTo>
                  <a:pt x="48" y="418"/>
                </a:lnTo>
                <a:lnTo>
                  <a:pt x="50" y="418"/>
                </a:lnTo>
                <a:lnTo>
                  <a:pt x="50" y="418"/>
                </a:lnTo>
                <a:close/>
                <a:moveTo>
                  <a:pt x="36" y="384"/>
                </a:moveTo>
                <a:lnTo>
                  <a:pt x="36" y="384"/>
                </a:lnTo>
                <a:lnTo>
                  <a:pt x="37" y="383"/>
                </a:lnTo>
                <a:lnTo>
                  <a:pt x="37" y="380"/>
                </a:lnTo>
                <a:lnTo>
                  <a:pt x="37" y="380"/>
                </a:lnTo>
                <a:lnTo>
                  <a:pt x="36" y="380"/>
                </a:lnTo>
                <a:lnTo>
                  <a:pt x="35" y="382"/>
                </a:lnTo>
                <a:lnTo>
                  <a:pt x="36" y="384"/>
                </a:lnTo>
                <a:lnTo>
                  <a:pt x="36" y="384"/>
                </a:lnTo>
                <a:close/>
                <a:moveTo>
                  <a:pt x="36" y="392"/>
                </a:moveTo>
                <a:lnTo>
                  <a:pt x="36" y="392"/>
                </a:lnTo>
                <a:lnTo>
                  <a:pt x="36" y="390"/>
                </a:lnTo>
                <a:lnTo>
                  <a:pt x="36" y="389"/>
                </a:lnTo>
                <a:lnTo>
                  <a:pt x="37" y="388"/>
                </a:lnTo>
                <a:lnTo>
                  <a:pt x="36" y="387"/>
                </a:lnTo>
                <a:lnTo>
                  <a:pt x="36" y="387"/>
                </a:lnTo>
                <a:lnTo>
                  <a:pt x="35" y="388"/>
                </a:lnTo>
                <a:lnTo>
                  <a:pt x="34" y="387"/>
                </a:lnTo>
                <a:lnTo>
                  <a:pt x="34" y="387"/>
                </a:lnTo>
                <a:lnTo>
                  <a:pt x="34" y="389"/>
                </a:lnTo>
                <a:lnTo>
                  <a:pt x="36" y="392"/>
                </a:lnTo>
                <a:lnTo>
                  <a:pt x="36" y="392"/>
                </a:lnTo>
                <a:close/>
                <a:moveTo>
                  <a:pt x="30" y="398"/>
                </a:moveTo>
                <a:lnTo>
                  <a:pt x="30" y="398"/>
                </a:lnTo>
                <a:lnTo>
                  <a:pt x="33" y="398"/>
                </a:lnTo>
                <a:lnTo>
                  <a:pt x="34" y="397"/>
                </a:lnTo>
                <a:lnTo>
                  <a:pt x="34" y="395"/>
                </a:lnTo>
                <a:lnTo>
                  <a:pt x="34" y="395"/>
                </a:lnTo>
                <a:lnTo>
                  <a:pt x="31" y="397"/>
                </a:lnTo>
                <a:lnTo>
                  <a:pt x="30" y="398"/>
                </a:lnTo>
                <a:lnTo>
                  <a:pt x="30" y="398"/>
                </a:lnTo>
                <a:close/>
                <a:moveTo>
                  <a:pt x="34" y="400"/>
                </a:moveTo>
                <a:lnTo>
                  <a:pt x="34" y="400"/>
                </a:lnTo>
                <a:lnTo>
                  <a:pt x="34" y="399"/>
                </a:lnTo>
                <a:lnTo>
                  <a:pt x="35" y="399"/>
                </a:lnTo>
                <a:lnTo>
                  <a:pt x="36" y="400"/>
                </a:lnTo>
                <a:lnTo>
                  <a:pt x="36" y="398"/>
                </a:lnTo>
                <a:lnTo>
                  <a:pt x="36" y="398"/>
                </a:lnTo>
                <a:lnTo>
                  <a:pt x="34" y="398"/>
                </a:lnTo>
                <a:lnTo>
                  <a:pt x="33" y="399"/>
                </a:lnTo>
                <a:lnTo>
                  <a:pt x="34" y="400"/>
                </a:lnTo>
                <a:lnTo>
                  <a:pt x="34" y="400"/>
                </a:lnTo>
                <a:close/>
                <a:moveTo>
                  <a:pt x="35" y="417"/>
                </a:moveTo>
                <a:lnTo>
                  <a:pt x="35" y="417"/>
                </a:lnTo>
                <a:lnTo>
                  <a:pt x="35" y="417"/>
                </a:lnTo>
                <a:lnTo>
                  <a:pt x="34" y="417"/>
                </a:lnTo>
                <a:lnTo>
                  <a:pt x="34" y="417"/>
                </a:lnTo>
                <a:lnTo>
                  <a:pt x="34" y="419"/>
                </a:lnTo>
                <a:lnTo>
                  <a:pt x="34" y="419"/>
                </a:lnTo>
                <a:lnTo>
                  <a:pt x="35" y="419"/>
                </a:lnTo>
                <a:lnTo>
                  <a:pt x="36" y="418"/>
                </a:lnTo>
                <a:lnTo>
                  <a:pt x="36" y="417"/>
                </a:lnTo>
                <a:lnTo>
                  <a:pt x="35" y="417"/>
                </a:lnTo>
                <a:lnTo>
                  <a:pt x="35" y="417"/>
                </a:lnTo>
                <a:close/>
                <a:moveTo>
                  <a:pt x="28" y="422"/>
                </a:moveTo>
                <a:lnTo>
                  <a:pt x="28" y="422"/>
                </a:lnTo>
                <a:lnTo>
                  <a:pt x="29" y="422"/>
                </a:lnTo>
                <a:lnTo>
                  <a:pt x="30" y="420"/>
                </a:lnTo>
                <a:lnTo>
                  <a:pt x="30" y="420"/>
                </a:lnTo>
                <a:lnTo>
                  <a:pt x="29" y="420"/>
                </a:lnTo>
                <a:lnTo>
                  <a:pt x="30" y="419"/>
                </a:lnTo>
                <a:lnTo>
                  <a:pt x="30" y="419"/>
                </a:lnTo>
                <a:lnTo>
                  <a:pt x="30" y="419"/>
                </a:lnTo>
                <a:lnTo>
                  <a:pt x="31" y="419"/>
                </a:lnTo>
                <a:lnTo>
                  <a:pt x="33" y="420"/>
                </a:lnTo>
                <a:lnTo>
                  <a:pt x="33" y="420"/>
                </a:lnTo>
                <a:lnTo>
                  <a:pt x="31" y="415"/>
                </a:lnTo>
                <a:lnTo>
                  <a:pt x="31" y="410"/>
                </a:lnTo>
                <a:lnTo>
                  <a:pt x="31" y="410"/>
                </a:lnTo>
                <a:lnTo>
                  <a:pt x="33" y="409"/>
                </a:lnTo>
                <a:lnTo>
                  <a:pt x="34" y="408"/>
                </a:lnTo>
                <a:lnTo>
                  <a:pt x="34" y="408"/>
                </a:lnTo>
                <a:lnTo>
                  <a:pt x="35" y="410"/>
                </a:lnTo>
                <a:lnTo>
                  <a:pt x="36" y="412"/>
                </a:lnTo>
                <a:lnTo>
                  <a:pt x="37" y="412"/>
                </a:lnTo>
                <a:lnTo>
                  <a:pt x="37" y="412"/>
                </a:lnTo>
                <a:lnTo>
                  <a:pt x="36" y="410"/>
                </a:lnTo>
                <a:lnTo>
                  <a:pt x="35" y="408"/>
                </a:lnTo>
                <a:lnTo>
                  <a:pt x="35" y="407"/>
                </a:lnTo>
                <a:lnTo>
                  <a:pt x="34" y="405"/>
                </a:lnTo>
                <a:lnTo>
                  <a:pt x="34" y="405"/>
                </a:lnTo>
                <a:lnTo>
                  <a:pt x="34" y="407"/>
                </a:lnTo>
                <a:lnTo>
                  <a:pt x="33" y="407"/>
                </a:lnTo>
                <a:lnTo>
                  <a:pt x="33" y="407"/>
                </a:lnTo>
                <a:lnTo>
                  <a:pt x="33" y="405"/>
                </a:lnTo>
                <a:lnTo>
                  <a:pt x="31" y="404"/>
                </a:lnTo>
                <a:lnTo>
                  <a:pt x="33" y="404"/>
                </a:lnTo>
                <a:lnTo>
                  <a:pt x="33" y="404"/>
                </a:lnTo>
                <a:lnTo>
                  <a:pt x="33" y="405"/>
                </a:lnTo>
                <a:lnTo>
                  <a:pt x="33" y="405"/>
                </a:lnTo>
                <a:lnTo>
                  <a:pt x="33" y="405"/>
                </a:lnTo>
                <a:lnTo>
                  <a:pt x="34" y="404"/>
                </a:lnTo>
                <a:lnTo>
                  <a:pt x="35" y="403"/>
                </a:lnTo>
                <a:lnTo>
                  <a:pt x="35" y="403"/>
                </a:lnTo>
                <a:lnTo>
                  <a:pt x="36" y="403"/>
                </a:lnTo>
                <a:lnTo>
                  <a:pt x="36" y="402"/>
                </a:lnTo>
                <a:lnTo>
                  <a:pt x="36" y="402"/>
                </a:lnTo>
                <a:lnTo>
                  <a:pt x="36" y="402"/>
                </a:lnTo>
                <a:lnTo>
                  <a:pt x="35" y="402"/>
                </a:lnTo>
                <a:lnTo>
                  <a:pt x="35" y="400"/>
                </a:lnTo>
                <a:lnTo>
                  <a:pt x="34" y="400"/>
                </a:lnTo>
                <a:lnTo>
                  <a:pt x="34" y="400"/>
                </a:lnTo>
                <a:lnTo>
                  <a:pt x="34" y="403"/>
                </a:lnTo>
                <a:lnTo>
                  <a:pt x="33" y="403"/>
                </a:lnTo>
                <a:lnTo>
                  <a:pt x="33" y="403"/>
                </a:lnTo>
                <a:lnTo>
                  <a:pt x="28" y="402"/>
                </a:lnTo>
                <a:lnTo>
                  <a:pt x="28" y="404"/>
                </a:lnTo>
                <a:lnTo>
                  <a:pt x="28" y="404"/>
                </a:lnTo>
                <a:lnTo>
                  <a:pt x="29" y="404"/>
                </a:lnTo>
                <a:lnTo>
                  <a:pt x="29" y="403"/>
                </a:lnTo>
                <a:lnTo>
                  <a:pt x="30" y="403"/>
                </a:lnTo>
                <a:lnTo>
                  <a:pt x="30" y="403"/>
                </a:lnTo>
                <a:lnTo>
                  <a:pt x="30" y="403"/>
                </a:lnTo>
                <a:lnTo>
                  <a:pt x="30" y="404"/>
                </a:lnTo>
                <a:lnTo>
                  <a:pt x="30" y="405"/>
                </a:lnTo>
                <a:lnTo>
                  <a:pt x="30" y="405"/>
                </a:lnTo>
                <a:lnTo>
                  <a:pt x="29" y="404"/>
                </a:lnTo>
                <a:lnTo>
                  <a:pt x="29" y="404"/>
                </a:lnTo>
                <a:lnTo>
                  <a:pt x="29" y="407"/>
                </a:lnTo>
                <a:lnTo>
                  <a:pt x="29" y="409"/>
                </a:lnTo>
                <a:lnTo>
                  <a:pt x="29" y="409"/>
                </a:lnTo>
                <a:lnTo>
                  <a:pt x="29" y="412"/>
                </a:lnTo>
                <a:lnTo>
                  <a:pt x="29" y="413"/>
                </a:lnTo>
                <a:lnTo>
                  <a:pt x="29" y="413"/>
                </a:lnTo>
                <a:lnTo>
                  <a:pt x="29" y="413"/>
                </a:lnTo>
                <a:lnTo>
                  <a:pt x="30" y="410"/>
                </a:lnTo>
                <a:lnTo>
                  <a:pt x="31" y="408"/>
                </a:lnTo>
                <a:lnTo>
                  <a:pt x="31" y="408"/>
                </a:lnTo>
                <a:lnTo>
                  <a:pt x="33" y="409"/>
                </a:lnTo>
                <a:lnTo>
                  <a:pt x="31" y="410"/>
                </a:lnTo>
                <a:lnTo>
                  <a:pt x="30" y="412"/>
                </a:lnTo>
                <a:lnTo>
                  <a:pt x="30" y="412"/>
                </a:lnTo>
                <a:lnTo>
                  <a:pt x="30" y="415"/>
                </a:lnTo>
                <a:lnTo>
                  <a:pt x="30" y="417"/>
                </a:lnTo>
                <a:lnTo>
                  <a:pt x="30" y="418"/>
                </a:lnTo>
                <a:lnTo>
                  <a:pt x="30" y="418"/>
                </a:lnTo>
                <a:lnTo>
                  <a:pt x="29" y="417"/>
                </a:lnTo>
                <a:lnTo>
                  <a:pt x="29" y="415"/>
                </a:lnTo>
                <a:lnTo>
                  <a:pt x="29" y="414"/>
                </a:lnTo>
                <a:lnTo>
                  <a:pt x="28" y="414"/>
                </a:lnTo>
                <a:lnTo>
                  <a:pt x="28" y="414"/>
                </a:lnTo>
                <a:lnTo>
                  <a:pt x="29" y="418"/>
                </a:lnTo>
                <a:lnTo>
                  <a:pt x="28" y="422"/>
                </a:lnTo>
                <a:lnTo>
                  <a:pt x="28" y="422"/>
                </a:lnTo>
                <a:close/>
                <a:moveTo>
                  <a:pt x="41" y="433"/>
                </a:moveTo>
                <a:lnTo>
                  <a:pt x="41" y="433"/>
                </a:lnTo>
                <a:lnTo>
                  <a:pt x="43" y="432"/>
                </a:lnTo>
                <a:lnTo>
                  <a:pt x="45" y="430"/>
                </a:lnTo>
                <a:lnTo>
                  <a:pt x="43" y="429"/>
                </a:lnTo>
                <a:lnTo>
                  <a:pt x="43" y="429"/>
                </a:lnTo>
                <a:lnTo>
                  <a:pt x="42" y="430"/>
                </a:lnTo>
                <a:lnTo>
                  <a:pt x="42" y="430"/>
                </a:lnTo>
                <a:lnTo>
                  <a:pt x="42" y="428"/>
                </a:lnTo>
                <a:lnTo>
                  <a:pt x="42" y="425"/>
                </a:lnTo>
                <a:lnTo>
                  <a:pt x="42" y="425"/>
                </a:lnTo>
                <a:lnTo>
                  <a:pt x="43" y="425"/>
                </a:lnTo>
                <a:lnTo>
                  <a:pt x="45" y="424"/>
                </a:lnTo>
                <a:lnTo>
                  <a:pt x="45" y="424"/>
                </a:lnTo>
                <a:lnTo>
                  <a:pt x="45" y="422"/>
                </a:lnTo>
                <a:lnTo>
                  <a:pt x="43" y="420"/>
                </a:lnTo>
                <a:lnTo>
                  <a:pt x="43" y="420"/>
                </a:lnTo>
                <a:lnTo>
                  <a:pt x="41" y="420"/>
                </a:lnTo>
                <a:lnTo>
                  <a:pt x="41" y="433"/>
                </a:lnTo>
                <a:close/>
                <a:moveTo>
                  <a:pt x="42" y="449"/>
                </a:moveTo>
                <a:lnTo>
                  <a:pt x="42" y="449"/>
                </a:lnTo>
                <a:lnTo>
                  <a:pt x="42" y="444"/>
                </a:lnTo>
                <a:lnTo>
                  <a:pt x="42" y="444"/>
                </a:lnTo>
                <a:lnTo>
                  <a:pt x="43" y="444"/>
                </a:lnTo>
                <a:lnTo>
                  <a:pt x="43" y="445"/>
                </a:lnTo>
                <a:lnTo>
                  <a:pt x="43" y="447"/>
                </a:lnTo>
                <a:lnTo>
                  <a:pt x="43" y="447"/>
                </a:lnTo>
                <a:lnTo>
                  <a:pt x="45" y="445"/>
                </a:lnTo>
                <a:lnTo>
                  <a:pt x="45" y="445"/>
                </a:lnTo>
                <a:lnTo>
                  <a:pt x="45" y="444"/>
                </a:lnTo>
                <a:lnTo>
                  <a:pt x="45" y="444"/>
                </a:lnTo>
                <a:lnTo>
                  <a:pt x="43" y="444"/>
                </a:lnTo>
                <a:lnTo>
                  <a:pt x="42" y="443"/>
                </a:lnTo>
                <a:lnTo>
                  <a:pt x="42" y="443"/>
                </a:lnTo>
                <a:lnTo>
                  <a:pt x="43" y="442"/>
                </a:lnTo>
                <a:lnTo>
                  <a:pt x="43" y="440"/>
                </a:lnTo>
                <a:lnTo>
                  <a:pt x="42" y="438"/>
                </a:lnTo>
                <a:lnTo>
                  <a:pt x="45" y="438"/>
                </a:lnTo>
                <a:lnTo>
                  <a:pt x="45" y="438"/>
                </a:lnTo>
                <a:lnTo>
                  <a:pt x="43" y="437"/>
                </a:lnTo>
                <a:lnTo>
                  <a:pt x="45" y="434"/>
                </a:lnTo>
                <a:lnTo>
                  <a:pt x="45" y="433"/>
                </a:lnTo>
                <a:lnTo>
                  <a:pt x="43" y="432"/>
                </a:lnTo>
                <a:lnTo>
                  <a:pt x="43" y="432"/>
                </a:lnTo>
                <a:lnTo>
                  <a:pt x="43" y="433"/>
                </a:lnTo>
                <a:lnTo>
                  <a:pt x="43" y="434"/>
                </a:lnTo>
                <a:lnTo>
                  <a:pt x="42" y="435"/>
                </a:lnTo>
                <a:lnTo>
                  <a:pt x="41" y="434"/>
                </a:lnTo>
                <a:lnTo>
                  <a:pt x="41" y="434"/>
                </a:lnTo>
                <a:lnTo>
                  <a:pt x="41" y="438"/>
                </a:lnTo>
                <a:lnTo>
                  <a:pt x="42" y="440"/>
                </a:lnTo>
                <a:lnTo>
                  <a:pt x="42" y="440"/>
                </a:lnTo>
                <a:lnTo>
                  <a:pt x="42" y="443"/>
                </a:lnTo>
                <a:lnTo>
                  <a:pt x="41" y="445"/>
                </a:lnTo>
                <a:lnTo>
                  <a:pt x="41" y="448"/>
                </a:lnTo>
                <a:lnTo>
                  <a:pt x="42" y="449"/>
                </a:lnTo>
                <a:lnTo>
                  <a:pt x="42" y="449"/>
                </a:lnTo>
                <a:close/>
                <a:moveTo>
                  <a:pt x="25" y="462"/>
                </a:moveTo>
                <a:lnTo>
                  <a:pt x="25" y="462"/>
                </a:lnTo>
                <a:lnTo>
                  <a:pt x="25" y="460"/>
                </a:lnTo>
                <a:lnTo>
                  <a:pt x="24" y="459"/>
                </a:lnTo>
                <a:lnTo>
                  <a:pt x="24" y="459"/>
                </a:lnTo>
                <a:lnTo>
                  <a:pt x="24" y="462"/>
                </a:lnTo>
                <a:lnTo>
                  <a:pt x="25" y="462"/>
                </a:lnTo>
                <a:close/>
                <a:moveTo>
                  <a:pt x="36" y="465"/>
                </a:moveTo>
                <a:lnTo>
                  <a:pt x="36" y="465"/>
                </a:lnTo>
                <a:lnTo>
                  <a:pt x="37" y="464"/>
                </a:lnTo>
                <a:lnTo>
                  <a:pt x="37" y="462"/>
                </a:lnTo>
                <a:lnTo>
                  <a:pt x="37" y="462"/>
                </a:lnTo>
                <a:lnTo>
                  <a:pt x="36" y="463"/>
                </a:lnTo>
                <a:lnTo>
                  <a:pt x="36" y="464"/>
                </a:lnTo>
                <a:lnTo>
                  <a:pt x="36" y="465"/>
                </a:lnTo>
                <a:lnTo>
                  <a:pt x="36" y="465"/>
                </a:lnTo>
                <a:close/>
                <a:moveTo>
                  <a:pt x="42" y="467"/>
                </a:moveTo>
                <a:lnTo>
                  <a:pt x="42" y="467"/>
                </a:lnTo>
                <a:lnTo>
                  <a:pt x="42" y="465"/>
                </a:lnTo>
                <a:lnTo>
                  <a:pt x="43" y="465"/>
                </a:lnTo>
                <a:lnTo>
                  <a:pt x="43" y="465"/>
                </a:lnTo>
                <a:lnTo>
                  <a:pt x="45" y="465"/>
                </a:lnTo>
                <a:lnTo>
                  <a:pt x="45" y="465"/>
                </a:lnTo>
                <a:lnTo>
                  <a:pt x="45" y="462"/>
                </a:lnTo>
                <a:lnTo>
                  <a:pt x="45" y="459"/>
                </a:lnTo>
                <a:lnTo>
                  <a:pt x="45" y="459"/>
                </a:lnTo>
                <a:lnTo>
                  <a:pt x="43" y="458"/>
                </a:lnTo>
                <a:lnTo>
                  <a:pt x="43" y="458"/>
                </a:lnTo>
                <a:lnTo>
                  <a:pt x="42" y="459"/>
                </a:lnTo>
                <a:lnTo>
                  <a:pt x="42" y="458"/>
                </a:lnTo>
                <a:lnTo>
                  <a:pt x="42" y="458"/>
                </a:lnTo>
                <a:lnTo>
                  <a:pt x="43" y="455"/>
                </a:lnTo>
                <a:lnTo>
                  <a:pt x="45" y="453"/>
                </a:lnTo>
                <a:lnTo>
                  <a:pt x="45" y="453"/>
                </a:lnTo>
                <a:lnTo>
                  <a:pt x="43" y="452"/>
                </a:lnTo>
                <a:lnTo>
                  <a:pt x="41" y="452"/>
                </a:lnTo>
                <a:lnTo>
                  <a:pt x="41" y="452"/>
                </a:lnTo>
                <a:lnTo>
                  <a:pt x="41" y="454"/>
                </a:lnTo>
                <a:lnTo>
                  <a:pt x="42" y="454"/>
                </a:lnTo>
                <a:lnTo>
                  <a:pt x="42" y="454"/>
                </a:lnTo>
                <a:lnTo>
                  <a:pt x="42" y="454"/>
                </a:lnTo>
                <a:lnTo>
                  <a:pt x="42" y="457"/>
                </a:lnTo>
                <a:lnTo>
                  <a:pt x="41" y="459"/>
                </a:lnTo>
                <a:lnTo>
                  <a:pt x="41" y="459"/>
                </a:lnTo>
                <a:lnTo>
                  <a:pt x="42" y="460"/>
                </a:lnTo>
                <a:lnTo>
                  <a:pt x="42" y="463"/>
                </a:lnTo>
                <a:lnTo>
                  <a:pt x="41" y="464"/>
                </a:lnTo>
                <a:lnTo>
                  <a:pt x="42" y="467"/>
                </a:lnTo>
                <a:lnTo>
                  <a:pt x="42" y="467"/>
                </a:lnTo>
                <a:close/>
                <a:moveTo>
                  <a:pt x="45" y="467"/>
                </a:moveTo>
                <a:lnTo>
                  <a:pt x="45" y="467"/>
                </a:lnTo>
                <a:lnTo>
                  <a:pt x="45" y="468"/>
                </a:lnTo>
                <a:lnTo>
                  <a:pt x="43" y="467"/>
                </a:lnTo>
                <a:lnTo>
                  <a:pt x="43" y="467"/>
                </a:lnTo>
                <a:lnTo>
                  <a:pt x="42" y="468"/>
                </a:lnTo>
                <a:lnTo>
                  <a:pt x="42" y="471"/>
                </a:lnTo>
                <a:lnTo>
                  <a:pt x="42" y="471"/>
                </a:lnTo>
                <a:lnTo>
                  <a:pt x="43" y="471"/>
                </a:lnTo>
                <a:lnTo>
                  <a:pt x="45" y="469"/>
                </a:lnTo>
                <a:lnTo>
                  <a:pt x="45" y="468"/>
                </a:lnTo>
                <a:lnTo>
                  <a:pt x="45" y="467"/>
                </a:lnTo>
                <a:lnTo>
                  <a:pt x="45" y="467"/>
                </a:lnTo>
                <a:close/>
                <a:moveTo>
                  <a:pt x="135" y="698"/>
                </a:moveTo>
                <a:lnTo>
                  <a:pt x="135" y="698"/>
                </a:lnTo>
                <a:lnTo>
                  <a:pt x="137" y="698"/>
                </a:lnTo>
                <a:lnTo>
                  <a:pt x="137" y="697"/>
                </a:lnTo>
                <a:lnTo>
                  <a:pt x="137" y="697"/>
                </a:lnTo>
                <a:lnTo>
                  <a:pt x="137" y="697"/>
                </a:lnTo>
                <a:lnTo>
                  <a:pt x="137" y="696"/>
                </a:lnTo>
                <a:lnTo>
                  <a:pt x="137" y="694"/>
                </a:lnTo>
                <a:lnTo>
                  <a:pt x="135" y="696"/>
                </a:lnTo>
                <a:lnTo>
                  <a:pt x="135" y="696"/>
                </a:lnTo>
                <a:lnTo>
                  <a:pt x="135" y="696"/>
                </a:lnTo>
                <a:lnTo>
                  <a:pt x="135" y="698"/>
                </a:lnTo>
                <a:lnTo>
                  <a:pt x="135" y="698"/>
                </a:lnTo>
                <a:close/>
                <a:moveTo>
                  <a:pt x="103" y="686"/>
                </a:moveTo>
                <a:lnTo>
                  <a:pt x="103" y="686"/>
                </a:lnTo>
                <a:lnTo>
                  <a:pt x="105" y="686"/>
                </a:lnTo>
                <a:lnTo>
                  <a:pt x="109" y="686"/>
                </a:lnTo>
                <a:lnTo>
                  <a:pt x="109" y="686"/>
                </a:lnTo>
                <a:lnTo>
                  <a:pt x="105" y="686"/>
                </a:lnTo>
                <a:lnTo>
                  <a:pt x="103" y="686"/>
                </a:lnTo>
                <a:lnTo>
                  <a:pt x="103" y="686"/>
                </a:lnTo>
                <a:close/>
                <a:moveTo>
                  <a:pt x="62" y="693"/>
                </a:moveTo>
                <a:lnTo>
                  <a:pt x="62" y="693"/>
                </a:lnTo>
                <a:lnTo>
                  <a:pt x="65" y="694"/>
                </a:lnTo>
                <a:lnTo>
                  <a:pt x="66" y="696"/>
                </a:lnTo>
                <a:lnTo>
                  <a:pt x="66" y="696"/>
                </a:lnTo>
                <a:lnTo>
                  <a:pt x="66" y="694"/>
                </a:lnTo>
                <a:lnTo>
                  <a:pt x="65" y="693"/>
                </a:lnTo>
                <a:lnTo>
                  <a:pt x="63" y="693"/>
                </a:lnTo>
                <a:lnTo>
                  <a:pt x="62" y="693"/>
                </a:lnTo>
                <a:lnTo>
                  <a:pt x="62" y="693"/>
                </a:lnTo>
                <a:close/>
                <a:moveTo>
                  <a:pt x="50" y="687"/>
                </a:moveTo>
                <a:lnTo>
                  <a:pt x="50" y="687"/>
                </a:lnTo>
                <a:lnTo>
                  <a:pt x="52" y="687"/>
                </a:lnTo>
                <a:lnTo>
                  <a:pt x="53" y="688"/>
                </a:lnTo>
                <a:lnTo>
                  <a:pt x="54" y="689"/>
                </a:lnTo>
                <a:lnTo>
                  <a:pt x="57" y="691"/>
                </a:lnTo>
                <a:lnTo>
                  <a:pt x="57" y="691"/>
                </a:lnTo>
                <a:lnTo>
                  <a:pt x="53" y="687"/>
                </a:lnTo>
                <a:lnTo>
                  <a:pt x="53" y="687"/>
                </a:lnTo>
                <a:lnTo>
                  <a:pt x="51" y="686"/>
                </a:lnTo>
                <a:lnTo>
                  <a:pt x="50" y="687"/>
                </a:lnTo>
                <a:lnTo>
                  <a:pt x="50" y="687"/>
                </a:lnTo>
                <a:close/>
                <a:moveTo>
                  <a:pt x="17" y="612"/>
                </a:moveTo>
                <a:lnTo>
                  <a:pt x="17" y="612"/>
                </a:lnTo>
                <a:lnTo>
                  <a:pt x="19" y="613"/>
                </a:lnTo>
                <a:lnTo>
                  <a:pt x="19" y="613"/>
                </a:lnTo>
                <a:lnTo>
                  <a:pt x="19" y="611"/>
                </a:lnTo>
                <a:lnTo>
                  <a:pt x="19" y="611"/>
                </a:lnTo>
                <a:lnTo>
                  <a:pt x="17" y="611"/>
                </a:lnTo>
                <a:lnTo>
                  <a:pt x="17" y="612"/>
                </a:lnTo>
                <a:lnTo>
                  <a:pt x="17" y="612"/>
                </a:lnTo>
                <a:close/>
                <a:moveTo>
                  <a:pt x="30" y="582"/>
                </a:moveTo>
                <a:lnTo>
                  <a:pt x="30" y="582"/>
                </a:lnTo>
                <a:lnTo>
                  <a:pt x="29" y="583"/>
                </a:lnTo>
                <a:lnTo>
                  <a:pt x="28" y="583"/>
                </a:lnTo>
                <a:lnTo>
                  <a:pt x="28" y="584"/>
                </a:lnTo>
                <a:lnTo>
                  <a:pt x="28" y="586"/>
                </a:lnTo>
                <a:lnTo>
                  <a:pt x="28" y="586"/>
                </a:lnTo>
                <a:lnTo>
                  <a:pt x="29" y="586"/>
                </a:lnTo>
                <a:lnTo>
                  <a:pt x="29" y="586"/>
                </a:lnTo>
                <a:lnTo>
                  <a:pt x="30" y="584"/>
                </a:lnTo>
                <a:lnTo>
                  <a:pt x="30" y="586"/>
                </a:lnTo>
                <a:lnTo>
                  <a:pt x="30" y="586"/>
                </a:lnTo>
                <a:lnTo>
                  <a:pt x="30" y="583"/>
                </a:lnTo>
                <a:lnTo>
                  <a:pt x="30" y="582"/>
                </a:lnTo>
                <a:lnTo>
                  <a:pt x="30" y="582"/>
                </a:lnTo>
                <a:close/>
                <a:moveTo>
                  <a:pt x="16" y="571"/>
                </a:moveTo>
                <a:lnTo>
                  <a:pt x="16" y="571"/>
                </a:lnTo>
                <a:lnTo>
                  <a:pt x="16" y="572"/>
                </a:lnTo>
                <a:lnTo>
                  <a:pt x="14" y="572"/>
                </a:lnTo>
                <a:lnTo>
                  <a:pt x="14" y="572"/>
                </a:lnTo>
                <a:lnTo>
                  <a:pt x="17" y="572"/>
                </a:lnTo>
                <a:lnTo>
                  <a:pt x="18" y="571"/>
                </a:lnTo>
                <a:lnTo>
                  <a:pt x="18" y="571"/>
                </a:lnTo>
                <a:lnTo>
                  <a:pt x="19" y="572"/>
                </a:lnTo>
                <a:lnTo>
                  <a:pt x="21" y="572"/>
                </a:lnTo>
                <a:lnTo>
                  <a:pt x="21" y="572"/>
                </a:lnTo>
                <a:lnTo>
                  <a:pt x="21" y="571"/>
                </a:lnTo>
                <a:lnTo>
                  <a:pt x="19" y="571"/>
                </a:lnTo>
                <a:lnTo>
                  <a:pt x="16" y="571"/>
                </a:lnTo>
                <a:lnTo>
                  <a:pt x="16" y="571"/>
                </a:lnTo>
                <a:close/>
                <a:moveTo>
                  <a:pt x="22" y="537"/>
                </a:moveTo>
                <a:lnTo>
                  <a:pt x="22" y="537"/>
                </a:lnTo>
                <a:lnTo>
                  <a:pt x="22" y="539"/>
                </a:lnTo>
                <a:lnTo>
                  <a:pt x="22" y="541"/>
                </a:lnTo>
                <a:lnTo>
                  <a:pt x="22" y="541"/>
                </a:lnTo>
                <a:lnTo>
                  <a:pt x="23" y="538"/>
                </a:lnTo>
                <a:lnTo>
                  <a:pt x="23" y="538"/>
                </a:lnTo>
                <a:lnTo>
                  <a:pt x="22" y="537"/>
                </a:lnTo>
                <a:lnTo>
                  <a:pt x="22" y="537"/>
                </a:lnTo>
                <a:close/>
                <a:moveTo>
                  <a:pt x="34" y="523"/>
                </a:moveTo>
                <a:lnTo>
                  <a:pt x="34" y="527"/>
                </a:lnTo>
                <a:lnTo>
                  <a:pt x="34" y="527"/>
                </a:lnTo>
                <a:lnTo>
                  <a:pt x="35" y="527"/>
                </a:lnTo>
                <a:lnTo>
                  <a:pt x="35" y="526"/>
                </a:lnTo>
                <a:lnTo>
                  <a:pt x="35" y="524"/>
                </a:lnTo>
                <a:lnTo>
                  <a:pt x="34" y="523"/>
                </a:lnTo>
                <a:lnTo>
                  <a:pt x="34" y="523"/>
                </a:lnTo>
                <a:close/>
                <a:moveTo>
                  <a:pt x="25" y="518"/>
                </a:moveTo>
                <a:lnTo>
                  <a:pt x="25" y="518"/>
                </a:lnTo>
                <a:lnTo>
                  <a:pt x="25" y="521"/>
                </a:lnTo>
                <a:lnTo>
                  <a:pt x="25" y="522"/>
                </a:lnTo>
                <a:lnTo>
                  <a:pt x="25" y="522"/>
                </a:lnTo>
                <a:lnTo>
                  <a:pt x="25" y="522"/>
                </a:lnTo>
                <a:lnTo>
                  <a:pt x="27" y="519"/>
                </a:lnTo>
                <a:lnTo>
                  <a:pt x="25" y="519"/>
                </a:lnTo>
                <a:lnTo>
                  <a:pt x="25" y="518"/>
                </a:lnTo>
                <a:lnTo>
                  <a:pt x="25" y="518"/>
                </a:lnTo>
                <a:close/>
                <a:moveTo>
                  <a:pt x="27" y="509"/>
                </a:moveTo>
                <a:lnTo>
                  <a:pt x="27" y="509"/>
                </a:lnTo>
                <a:lnTo>
                  <a:pt x="28" y="512"/>
                </a:lnTo>
                <a:lnTo>
                  <a:pt x="28" y="513"/>
                </a:lnTo>
                <a:lnTo>
                  <a:pt x="29" y="513"/>
                </a:lnTo>
                <a:lnTo>
                  <a:pt x="29" y="513"/>
                </a:lnTo>
                <a:lnTo>
                  <a:pt x="29" y="511"/>
                </a:lnTo>
                <a:lnTo>
                  <a:pt x="29" y="509"/>
                </a:lnTo>
                <a:lnTo>
                  <a:pt x="27" y="509"/>
                </a:lnTo>
                <a:lnTo>
                  <a:pt x="27" y="509"/>
                </a:lnTo>
                <a:close/>
                <a:moveTo>
                  <a:pt x="35" y="496"/>
                </a:moveTo>
                <a:lnTo>
                  <a:pt x="35" y="496"/>
                </a:lnTo>
                <a:lnTo>
                  <a:pt x="34" y="497"/>
                </a:lnTo>
                <a:lnTo>
                  <a:pt x="34" y="499"/>
                </a:lnTo>
                <a:lnTo>
                  <a:pt x="34" y="499"/>
                </a:lnTo>
                <a:lnTo>
                  <a:pt x="35" y="499"/>
                </a:lnTo>
                <a:lnTo>
                  <a:pt x="35" y="498"/>
                </a:lnTo>
                <a:lnTo>
                  <a:pt x="35" y="496"/>
                </a:lnTo>
                <a:lnTo>
                  <a:pt x="35" y="496"/>
                </a:lnTo>
                <a:close/>
                <a:moveTo>
                  <a:pt x="24" y="483"/>
                </a:moveTo>
                <a:lnTo>
                  <a:pt x="24" y="483"/>
                </a:lnTo>
                <a:lnTo>
                  <a:pt x="23" y="486"/>
                </a:lnTo>
                <a:lnTo>
                  <a:pt x="23" y="487"/>
                </a:lnTo>
                <a:lnTo>
                  <a:pt x="23" y="488"/>
                </a:lnTo>
                <a:lnTo>
                  <a:pt x="23" y="489"/>
                </a:lnTo>
                <a:lnTo>
                  <a:pt x="23" y="489"/>
                </a:lnTo>
                <a:lnTo>
                  <a:pt x="23" y="489"/>
                </a:lnTo>
                <a:lnTo>
                  <a:pt x="24" y="488"/>
                </a:lnTo>
                <a:lnTo>
                  <a:pt x="24" y="488"/>
                </a:lnTo>
                <a:lnTo>
                  <a:pt x="25" y="486"/>
                </a:lnTo>
                <a:lnTo>
                  <a:pt x="25" y="484"/>
                </a:lnTo>
                <a:lnTo>
                  <a:pt x="24" y="483"/>
                </a:lnTo>
                <a:lnTo>
                  <a:pt x="24" y="483"/>
                </a:lnTo>
                <a:close/>
                <a:moveTo>
                  <a:pt x="41" y="474"/>
                </a:moveTo>
                <a:lnTo>
                  <a:pt x="41" y="474"/>
                </a:lnTo>
                <a:lnTo>
                  <a:pt x="42" y="478"/>
                </a:lnTo>
                <a:lnTo>
                  <a:pt x="45" y="479"/>
                </a:lnTo>
                <a:lnTo>
                  <a:pt x="45" y="479"/>
                </a:lnTo>
                <a:lnTo>
                  <a:pt x="45" y="477"/>
                </a:lnTo>
                <a:lnTo>
                  <a:pt x="46" y="476"/>
                </a:lnTo>
                <a:lnTo>
                  <a:pt x="45" y="474"/>
                </a:lnTo>
                <a:lnTo>
                  <a:pt x="45" y="474"/>
                </a:lnTo>
                <a:lnTo>
                  <a:pt x="43" y="476"/>
                </a:lnTo>
                <a:lnTo>
                  <a:pt x="43" y="476"/>
                </a:lnTo>
                <a:lnTo>
                  <a:pt x="41" y="474"/>
                </a:lnTo>
                <a:lnTo>
                  <a:pt x="41" y="474"/>
                </a:lnTo>
                <a:close/>
                <a:moveTo>
                  <a:pt x="43" y="489"/>
                </a:moveTo>
                <a:lnTo>
                  <a:pt x="43" y="489"/>
                </a:lnTo>
                <a:lnTo>
                  <a:pt x="45" y="489"/>
                </a:lnTo>
                <a:lnTo>
                  <a:pt x="45" y="488"/>
                </a:lnTo>
                <a:lnTo>
                  <a:pt x="45" y="484"/>
                </a:lnTo>
                <a:lnTo>
                  <a:pt x="45" y="484"/>
                </a:lnTo>
                <a:lnTo>
                  <a:pt x="43" y="483"/>
                </a:lnTo>
                <a:lnTo>
                  <a:pt x="43" y="482"/>
                </a:lnTo>
                <a:lnTo>
                  <a:pt x="43" y="482"/>
                </a:lnTo>
                <a:lnTo>
                  <a:pt x="46" y="482"/>
                </a:lnTo>
                <a:lnTo>
                  <a:pt x="46" y="481"/>
                </a:lnTo>
                <a:lnTo>
                  <a:pt x="46" y="481"/>
                </a:lnTo>
                <a:lnTo>
                  <a:pt x="45" y="481"/>
                </a:lnTo>
                <a:lnTo>
                  <a:pt x="45" y="481"/>
                </a:lnTo>
                <a:lnTo>
                  <a:pt x="43" y="482"/>
                </a:lnTo>
                <a:lnTo>
                  <a:pt x="42" y="482"/>
                </a:lnTo>
                <a:lnTo>
                  <a:pt x="42" y="482"/>
                </a:lnTo>
                <a:lnTo>
                  <a:pt x="42" y="479"/>
                </a:lnTo>
                <a:lnTo>
                  <a:pt x="41" y="478"/>
                </a:lnTo>
                <a:lnTo>
                  <a:pt x="41" y="478"/>
                </a:lnTo>
                <a:lnTo>
                  <a:pt x="42" y="484"/>
                </a:lnTo>
                <a:lnTo>
                  <a:pt x="43" y="487"/>
                </a:lnTo>
                <a:lnTo>
                  <a:pt x="43" y="489"/>
                </a:lnTo>
                <a:lnTo>
                  <a:pt x="43" y="489"/>
                </a:lnTo>
                <a:close/>
                <a:moveTo>
                  <a:pt x="42" y="522"/>
                </a:moveTo>
                <a:lnTo>
                  <a:pt x="42" y="522"/>
                </a:lnTo>
                <a:lnTo>
                  <a:pt x="43" y="521"/>
                </a:lnTo>
                <a:lnTo>
                  <a:pt x="43" y="521"/>
                </a:lnTo>
                <a:lnTo>
                  <a:pt x="43" y="518"/>
                </a:lnTo>
                <a:lnTo>
                  <a:pt x="43" y="518"/>
                </a:lnTo>
                <a:lnTo>
                  <a:pt x="42" y="518"/>
                </a:lnTo>
                <a:lnTo>
                  <a:pt x="42" y="519"/>
                </a:lnTo>
                <a:lnTo>
                  <a:pt x="42" y="522"/>
                </a:lnTo>
                <a:lnTo>
                  <a:pt x="42" y="522"/>
                </a:lnTo>
                <a:close/>
                <a:moveTo>
                  <a:pt x="43" y="533"/>
                </a:moveTo>
                <a:lnTo>
                  <a:pt x="43" y="533"/>
                </a:lnTo>
                <a:lnTo>
                  <a:pt x="43" y="531"/>
                </a:lnTo>
                <a:lnTo>
                  <a:pt x="42" y="531"/>
                </a:lnTo>
                <a:lnTo>
                  <a:pt x="42" y="531"/>
                </a:lnTo>
                <a:lnTo>
                  <a:pt x="41" y="532"/>
                </a:lnTo>
                <a:lnTo>
                  <a:pt x="41" y="533"/>
                </a:lnTo>
                <a:lnTo>
                  <a:pt x="43" y="533"/>
                </a:lnTo>
                <a:close/>
                <a:moveTo>
                  <a:pt x="42" y="537"/>
                </a:moveTo>
                <a:lnTo>
                  <a:pt x="42" y="537"/>
                </a:lnTo>
                <a:lnTo>
                  <a:pt x="45" y="536"/>
                </a:lnTo>
                <a:lnTo>
                  <a:pt x="46" y="534"/>
                </a:lnTo>
                <a:lnTo>
                  <a:pt x="46" y="533"/>
                </a:lnTo>
                <a:lnTo>
                  <a:pt x="46" y="533"/>
                </a:lnTo>
                <a:lnTo>
                  <a:pt x="45" y="533"/>
                </a:lnTo>
                <a:lnTo>
                  <a:pt x="43" y="534"/>
                </a:lnTo>
                <a:lnTo>
                  <a:pt x="43" y="534"/>
                </a:lnTo>
                <a:lnTo>
                  <a:pt x="43" y="534"/>
                </a:lnTo>
                <a:lnTo>
                  <a:pt x="42" y="534"/>
                </a:lnTo>
                <a:lnTo>
                  <a:pt x="42" y="534"/>
                </a:lnTo>
                <a:lnTo>
                  <a:pt x="42" y="537"/>
                </a:lnTo>
                <a:lnTo>
                  <a:pt x="42" y="537"/>
                </a:lnTo>
                <a:close/>
                <a:moveTo>
                  <a:pt x="42" y="577"/>
                </a:moveTo>
                <a:lnTo>
                  <a:pt x="42" y="577"/>
                </a:lnTo>
                <a:lnTo>
                  <a:pt x="42" y="574"/>
                </a:lnTo>
                <a:lnTo>
                  <a:pt x="41" y="573"/>
                </a:lnTo>
                <a:lnTo>
                  <a:pt x="41" y="573"/>
                </a:lnTo>
                <a:lnTo>
                  <a:pt x="40" y="574"/>
                </a:lnTo>
                <a:lnTo>
                  <a:pt x="40" y="577"/>
                </a:lnTo>
                <a:lnTo>
                  <a:pt x="42" y="577"/>
                </a:lnTo>
                <a:close/>
                <a:moveTo>
                  <a:pt x="198" y="672"/>
                </a:moveTo>
                <a:lnTo>
                  <a:pt x="198" y="672"/>
                </a:lnTo>
                <a:lnTo>
                  <a:pt x="197" y="673"/>
                </a:lnTo>
                <a:lnTo>
                  <a:pt x="196" y="674"/>
                </a:lnTo>
                <a:lnTo>
                  <a:pt x="196" y="674"/>
                </a:lnTo>
                <a:lnTo>
                  <a:pt x="197" y="676"/>
                </a:lnTo>
                <a:lnTo>
                  <a:pt x="198" y="676"/>
                </a:lnTo>
                <a:lnTo>
                  <a:pt x="198" y="676"/>
                </a:lnTo>
                <a:lnTo>
                  <a:pt x="199" y="673"/>
                </a:lnTo>
                <a:lnTo>
                  <a:pt x="199" y="672"/>
                </a:lnTo>
                <a:lnTo>
                  <a:pt x="198" y="672"/>
                </a:lnTo>
                <a:lnTo>
                  <a:pt x="198" y="672"/>
                </a:lnTo>
                <a:close/>
                <a:moveTo>
                  <a:pt x="210" y="669"/>
                </a:moveTo>
                <a:lnTo>
                  <a:pt x="210" y="669"/>
                </a:lnTo>
                <a:lnTo>
                  <a:pt x="210" y="668"/>
                </a:lnTo>
                <a:lnTo>
                  <a:pt x="210" y="668"/>
                </a:lnTo>
                <a:lnTo>
                  <a:pt x="208" y="668"/>
                </a:lnTo>
                <a:lnTo>
                  <a:pt x="207" y="669"/>
                </a:lnTo>
                <a:lnTo>
                  <a:pt x="207" y="669"/>
                </a:lnTo>
                <a:lnTo>
                  <a:pt x="209" y="669"/>
                </a:lnTo>
                <a:lnTo>
                  <a:pt x="210" y="669"/>
                </a:lnTo>
                <a:lnTo>
                  <a:pt x="210" y="669"/>
                </a:lnTo>
                <a:lnTo>
                  <a:pt x="210" y="669"/>
                </a:lnTo>
                <a:close/>
                <a:moveTo>
                  <a:pt x="494" y="624"/>
                </a:moveTo>
                <a:lnTo>
                  <a:pt x="494" y="624"/>
                </a:lnTo>
                <a:lnTo>
                  <a:pt x="493" y="624"/>
                </a:lnTo>
                <a:lnTo>
                  <a:pt x="493" y="623"/>
                </a:lnTo>
                <a:lnTo>
                  <a:pt x="492" y="623"/>
                </a:lnTo>
                <a:lnTo>
                  <a:pt x="490" y="623"/>
                </a:lnTo>
                <a:lnTo>
                  <a:pt x="490" y="623"/>
                </a:lnTo>
                <a:lnTo>
                  <a:pt x="493" y="624"/>
                </a:lnTo>
                <a:lnTo>
                  <a:pt x="494" y="624"/>
                </a:lnTo>
                <a:lnTo>
                  <a:pt x="494" y="624"/>
                </a:lnTo>
                <a:lnTo>
                  <a:pt x="494" y="624"/>
                </a:lnTo>
                <a:close/>
                <a:moveTo>
                  <a:pt x="504" y="628"/>
                </a:moveTo>
                <a:lnTo>
                  <a:pt x="504" y="628"/>
                </a:lnTo>
                <a:lnTo>
                  <a:pt x="503" y="627"/>
                </a:lnTo>
                <a:lnTo>
                  <a:pt x="503" y="626"/>
                </a:lnTo>
                <a:lnTo>
                  <a:pt x="503" y="626"/>
                </a:lnTo>
                <a:lnTo>
                  <a:pt x="500" y="627"/>
                </a:lnTo>
                <a:lnTo>
                  <a:pt x="498" y="627"/>
                </a:lnTo>
                <a:lnTo>
                  <a:pt x="498" y="627"/>
                </a:lnTo>
                <a:lnTo>
                  <a:pt x="500" y="628"/>
                </a:lnTo>
                <a:lnTo>
                  <a:pt x="501" y="629"/>
                </a:lnTo>
                <a:lnTo>
                  <a:pt x="501" y="629"/>
                </a:lnTo>
                <a:lnTo>
                  <a:pt x="501" y="628"/>
                </a:lnTo>
                <a:lnTo>
                  <a:pt x="503" y="628"/>
                </a:lnTo>
                <a:lnTo>
                  <a:pt x="503" y="628"/>
                </a:lnTo>
                <a:lnTo>
                  <a:pt x="503" y="628"/>
                </a:lnTo>
                <a:lnTo>
                  <a:pt x="504" y="628"/>
                </a:lnTo>
                <a:lnTo>
                  <a:pt x="504" y="628"/>
                </a:lnTo>
                <a:lnTo>
                  <a:pt x="504" y="628"/>
                </a:lnTo>
                <a:close/>
                <a:moveTo>
                  <a:pt x="513" y="623"/>
                </a:moveTo>
                <a:lnTo>
                  <a:pt x="513" y="623"/>
                </a:lnTo>
                <a:lnTo>
                  <a:pt x="512" y="622"/>
                </a:lnTo>
                <a:lnTo>
                  <a:pt x="511" y="622"/>
                </a:lnTo>
                <a:lnTo>
                  <a:pt x="510" y="622"/>
                </a:lnTo>
                <a:lnTo>
                  <a:pt x="510" y="622"/>
                </a:lnTo>
                <a:lnTo>
                  <a:pt x="510" y="622"/>
                </a:lnTo>
                <a:lnTo>
                  <a:pt x="513" y="623"/>
                </a:lnTo>
                <a:lnTo>
                  <a:pt x="513" y="623"/>
                </a:lnTo>
                <a:close/>
                <a:moveTo>
                  <a:pt x="684" y="612"/>
                </a:moveTo>
                <a:lnTo>
                  <a:pt x="684" y="612"/>
                </a:lnTo>
                <a:lnTo>
                  <a:pt x="685" y="612"/>
                </a:lnTo>
                <a:lnTo>
                  <a:pt x="685" y="611"/>
                </a:lnTo>
                <a:lnTo>
                  <a:pt x="685" y="609"/>
                </a:lnTo>
                <a:lnTo>
                  <a:pt x="684" y="609"/>
                </a:lnTo>
                <a:lnTo>
                  <a:pt x="684" y="612"/>
                </a:lnTo>
                <a:close/>
                <a:moveTo>
                  <a:pt x="668" y="613"/>
                </a:moveTo>
                <a:lnTo>
                  <a:pt x="668" y="613"/>
                </a:lnTo>
                <a:lnTo>
                  <a:pt x="668" y="614"/>
                </a:lnTo>
                <a:lnTo>
                  <a:pt x="669" y="614"/>
                </a:lnTo>
                <a:lnTo>
                  <a:pt x="672" y="614"/>
                </a:lnTo>
                <a:lnTo>
                  <a:pt x="672" y="614"/>
                </a:lnTo>
                <a:lnTo>
                  <a:pt x="670" y="613"/>
                </a:lnTo>
                <a:lnTo>
                  <a:pt x="670" y="613"/>
                </a:lnTo>
                <a:lnTo>
                  <a:pt x="668" y="613"/>
                </a:lnTo>
                <a:lnTo>
                  <a:pt x="668" y="613"/>
                </a:lnTo>
                <a:close/>
                <a:moveTo>
                  <a:pt x="661" y="567"/>
                </a:moveTo>
                <a:lnTo>
                  <a:pt x="661" y="567"/>
                </a:lnTo>
                <a:lnTo>
                  <a:pt x="661" y="569"/>
                </a:lnTo>
                <a:lnTo>
                  <a:pt x="661" y="571"/>
                </a:lnTo>
                <a:lnTo>
                  <a:pt x="662" y="571"/>
                </a:lnTo>
                <a:lnTo>
                  <a:pt x="662" y="571"/>
                </a:lnTo>
                <a:lnTo>
                  <a:pt x="663" y="568"/>
                </a:lnTo>
                <a:lnTo>
                  <a:pt x="663" y="568"/>
                </a:lnTo>
                <a:lnTo>
                  <a:pt x="661" y="567"/>
                </a:lnTo>
                <a:lnTo>
                  <a:pt x="661" y="567"/>
                </a:lnTo>
                <a:close/>
                <a:moveTo>
                  <a:pt x="645" y="566"/>
                </a:moveTo>
                <a:lnTo>
                  <a:pt x="645" y="566"/>
                </a:lnTo>
                <a:lnTo>
                  <a:pt x="645" y="567"/>
                </a:lnTo>
                <a:lnTo>
                  <a:pt x="646" y="568"/>
                </a:lnTo>
                <a:lnTo>
                  <a:pt x="646" y="568"/>
                </a:lnTo>
                <a:lnTo>
                  <a:pt x="646" y="569"/>
                </a:lnTo>
                <a:lnTo>
                  <a:pt x="646" y="571"/>
                </a:lnTo>
                <a:lnTo>
                  <a:pt x="648" y="571"/>
                </a:lnTo>
                <a:lnTo>
                  <a:pt x="648" y="571"/>
                </a:lnTo>
                <a:lnTo>
                  <a:pt x="646" y="569"/>
                </a:lnTo>
                <a:lnTo>
                  <a:pt x="646" y="569"/>
                </a:lnTo>
                <a:lnTo>
                  <a:pt x="649" y="568"/>
                </a:lnTo>
                <a:lnTo>
                  <a:pt x="649" y="567"/>
                </a:lnTo>
                <a:lnTo>
                  <a:pt x="649" y="567"/>
                </a:lnTo>
                <a:lnTo>
                  <a:pt x="646" y="567"/>
                </a:lnTo>
                <a:lnTo>
                  <a:pt x="645" y="566"/>
                </a:lnTo>
                <a:lnTo>
                  <a:pt x="645" y="566"/>
                </a:lnTo>
                <a:close/>
                <a:moveTo>
                  <a:pt x="644" y="622"/>
                </a:moveTo>
                <a:lnTo>
                  <a:pt x="644" y="622"/>
                </a:lnTo>
                <a:lnTo>
                  <a:pt x="648" y="622"/>
                </a:lnTo>
                <a:lnTo>
                  <a:pt x="649" y="622"/>
                </a:lnTo>
                <a:lnTo>
                  <a:pt x="649" y="621"/>
                </a:lnTo>
                <a:lnTo>
                  <a:pt x="649" y="621"/>
                </a:lnTo>
                <a:lnTo>
                  <a:pt x="649" y="621"/>
                </a:lnTo>
                <a:lnTo>
                  <a:pt x="649" y="621"/>
                </a:lnTo>
                <a:lnTo>
                  <a:pt x="648" y="622"/>
                </a:lnTo>
                <a:lnTo>
                  <a:pt x="648" y="622"/>
                </a:lnTo>
                <a:lnTo>
                  <a:pt x="648" y="622"/>
                </a:lnTo>
                <a:lnTo>
                  <a:pt x="646" y="621"/>
                </a:lnTo>
                <a:lnTo>
                  <a:pt x="646" y="621"/>
                </a:lnTo>
                <a:lnTo>
                  <a:pt x="646" y="621"/>
                </a:lnTo>
                <a:lnTo>
                  <a:pt x="646" y="621"/>
                </a:lnTo>
                <a:lnTo>
                  <a:pt x="645" y="622"/>
                </a:lnTo>
                <a:lnTo>
                  <a:pt x="644" y="622"/>
                </a:lnTo>
                <a:lnTo>
                  <a:pt x="644" y="622"/>
                </a:lnTo>
                <a:lnTo>
                  <a:pt x="644" y="622"/>
                </a:lnTo>
                <a:close/>
                <a:moveTo>
                  <a:pt x="640" y="571"/>
                </a:moveTo>
                <a:lnTo>
                  <a:pt x="640" y="571"/>
                </a:lnTo>
                <a:lnTo>
                  <a:pt x="641" y="571"/>
                </a:lnTo>
                <a:lnTo>
                  <a:pt x="643" y="569"/>
                </a:lnTo>
                <a:lnTo>
                  <a:pt x="643" y="568"/>
                </a:lnTo>
                <a:lnTo>
                  <a:pt x="643" y="568"/>
                </a:lnTo>
                <a:lnTo>
                  <a:pt x="640" y="569"/>
                </a:lnTo>
                <a:lnTo>
                  <a:pt x="639" y="571"/>
                </a:lnTo>
                <a:lnTo>
                  <a:pt x="637" y="569"/>
                </a:lnTo>
                <a:lnTo>
                  <a:pt x="637" y="569"/>
                </a:lnTo>
                <a:lnTo>
                  <a:pt x="637" y="571"/>
                </a:lnTo>
                <a:lnTo>
                  <a:pt x="638" y="571"/>
                </a:lnTo>
                <a:lnTo>
                  <a:pt x="640" y="571"/>
                </a:lnTo>
                <a:lnTo>
                  <a:pt x="640" y="571"/>
                </a:lnTo>
                <a:close/>
                <a:moveTo>
                  <a:pt x="633" y="574"/>
                </a:moveTo>
                <a:lnTo>
                  <a:pt x="633" y="574"/>
                </a:lnTo>
                <a:lnTo>
                  <a:pt x="634" y="573"/>
                </a:lnTo>
                <a:lnTo>
                  <a:pt x="635" y="572"/>
                </a:lnTo>
                <a:lnTo>
                  <a:pt x="635" y="571"/>
                </a:lnTo>
                <a:lnTo>
                  <a:pt x="635" y="571"/>
                </a:lnTo>
                <a:lnTo>
                  <a:pt x="634" y="571"/>
                </a:lnTo>
                <a:lnTo>
                  <a:pt x="632" y="572"/>
                </a:lnTo>
                <a:lnTo>
                  <a:pt x="632" y="573"/>
                </a:lnTo>
                <a:lnTo>
                  <a:pt x="633" y="574"/>
                </a:lnTo>
                <a:lnTo>
                  <a:pt x="633" y="574"/>
                </a:lnTo>
                <a:close/>
                <a:moveTo>
                  <a:pt x="599" y="623"/>
                </a:moveTo>
                <a:lnTo>
                  <a:pt x="599" y="623"/>
                </a:lnTo>
                <a:lnTo>
                  <a:pt x="598" y="622"/>
                </a:lnTo>
                <a:lnTo>
                  <a:pt x="597" y="622"/>
                </a:lnTo>
                <a:lnTo>
                  <a:pt x="597" y="622"/>
                </a:lnTo>
                <a:lnTo>
                  <a:pt x="597" y="622"/>
                </a:lnTo>
                <a:lnTo>
                  <a:pt x="597" y="623"/>
                </a:lnTo>
                <a:lnTo>
                  <a:pt x="598" y="623"/>
                </a:lnTo>
                <a:lnTo>
                  <a:pt x="598" y="623"/>
                </a:lnTo>
                <a:lnTo>
                  <a:pt x="599" y="623"/>
                </a:lnTo>
                <a:lnTo>
                  <a:pt x="599" y="623"/>
                </a:lnTo>
                <a:close/>
                <a:moveTo>
                  <a:pt x="554" y="609"/>
                </a:moveTo>
                <a:lnTo>
                  <a:pt x="554" y="607"/>
                </a:lnTo>
                <a:lnTo>
                  <a:pt x="553" y="607"/>
                </a:lnTo>
                <a:lnTo>
                  <a:pt x="553" y="607"/>
                </a:lnTo>
                <a:lnTo>
                  <a:pt x="553" y="608"/>
                </a:lnTo>
                <a:lnTo>
                  <a:pt x="554" y="609"/>
                </a:lnTo>
                <a:lnTo>
                  <a:pt x="554" y="609"/>
                </a:lnTo>
                <a:close/>
                <a:moveTo>
                  <a:pt x="482" y="617"/>
                </a:moveTo>
                <a:lnTo>
                  <a:pt x="482" y="617"/>
                </a:lnTo>
                <a:lnTo>
                  <a:pt x="486" y="617"/>
                </a:lnTo>
                <a:lnTo>
                  <a:pt x="487" y="616"/>
                </a:lnTo>
                <a:lnTo>
                  <a:pt x="487" y="616"/>
                </a:lnTo>
                <a:lnTo>
                  <a:pt x="487" y="616"/>
                </a:lnTo>
                <a:lnTo>
                  <a:pt x="483" y="617"/>
                </a:lnTo>
                <a:lnTo>
                  <a:pt x="482" y="617"/>
                </a:lnTo>
                <a:lnTo>
                  <a:pt x="482" y="617"/>
                </a:lnTo>
                <a:lnTo>
                  <a:pt x="482" y="617"/>
                </a:lnTo>
                <a:close/>
                <a:moveTo>
                  <a:pt x="475" y="613"/>
                </a:moveTo>
                <a:lnTo>
                  <a:pt x="475" y="613"/>
                </a:lnTo>
                <a:lnTo>
                  <a:pt x="476" y="614"/>
                </a:lnTo>
                <a:lnTo>
                  <a:pt x="477" y="616"/>
                </a:lnTo>
                <a:lnTo>
                  <a:pt x="478" y="616"/>
                </a:lnTo>
                <a:lnTo>
                  <a:pt x="478" y="616"/>
                </a:lnTo>
                <a:lnTo>
                  <a:pt x="476" y="613"/>
                </a:lnTo>
                <a:lnTo>
                  <a:pt x="475" y="613"/>
                </a:lnTo>
                <a:lnTo>
                  <a:pt x="475" y="613"/>
                </a:lnTo>
                <a:lnTo>
                  <a:pt x="475" y="613"/>
                </a:lnTo>
                <a:close/>
                <a:moveTo>
                  <a:pt x="470" y="622"/>
                </a:moveTo>
                <a:lnTo>
                  <a:pt x="470" y="622"/>
                </a:lnTo>
                <a:lnTo>
                  <a:pt x="470" y="622"/>
                </a:lnTo>
                <a:lnTo>
                  <a:pt x="468" y="622"/>
                </a:lnTo>
                <a:lnTo>
                  <a:pt x="466" y="623"/>
                </a:lnTo>
                <a:lnTo>
                  <a:pt x="466" y="623"/>
                </a:lnTo>
                <a:lnTo>
                  <a:pt x="468" y="623"/>
                </a:lnTo>
                <a:lnTo>
                  <a:pt x="470" y="622"/>
                </a:lnTo>
                <a:lnTo>
                  <a:pt x="470" y="622"/>
                </a:lnTo>
                <a:close/>
                <a:moveTo>
                  <a:pt x="448" y="618"/>
                </a:moveTo>
                <a:lnTo>
                  <a:pt x="448" y="618"/>
                </a:lnTo>
                <a:lnTo>
                  <a:pt x="449" y="618"/>
                </a:lnTo>
                <a:lnTo>
                  <a:pt x="449" y="618"/>
                </a:lnTo>
                <a:lnTo>
                  <a:pt x="449" y="619"/>
                </a:lnTo>
                <a:lnTo>
                  <a:pt x="449" y="619"/>
                </a:lnTo>
                <a:lnTo>
                  <a:pt x="453" y="619"/>
                </a:lnTo>
                <a:lnTo>
                  <a:pt x="455" y="618"/>
                </a:lnTo>
                <a:lnTo>
                  <a:pt x="455" y="618"/>
                </a:lnTo>
                <a:lnTo>
                  <a:pt x="455" y="619"/>
                </a:lnTo>
                <a:lnTo>
                  <a:pt x="457" y="619"/>
                </a:lnTo>
                <a:lnTo>
                  <a:pt x="457" y="619"/>
                </a:lnTo>
                <a:lnTo>
                  <a:pt x="459" y="618"/>
                </a:lnTo>
                <a:lnTo>
                  <a:pt x="463" y="617"/>
                </a:lnTo>
                <a:lnTo>
                  <a:pt x="468" y="618"/>
                </a:lnTo>
                <a:lnTo>
                  <a:pt x="468" y="618"/>
                </a:lnTo>
                <a:lnTo>
                  <a:pt x="468" y="617"/>
                </a:lnTo>
                <a:lnTo>
                  <a:pt x="469" y="617"/>
                </a:lnTo>
                <a:lnTo>
                  <a:pt x="470" y="617"/>
                </a:lnTo>
                <a:lnTo>
                  <a:pt x="469" y="617"/>
                </a:lnTo>
                <a:lnTo>
                  <a:pt x="469" y="617"/>
                </a:lnTo>
                <a:lnTo>
                  <a:pt x="466" y="617"/>
                </a:lnTo>
                <a:lnTo>
                  <a:pt x="466" y="617"/>
                </a:lnTo>
                <a:lnTo>
                  <a:pt x="465" y="616"/>
                </a:lnTo>
                <a:lnTo>
                  <a:pt x="463" y="616"/>
                </a:lnTo>
                <a:lnTo>
                  <a:pt x="463" y="616"/>
                </a:lnTo>
                <a:lnTo>
                  <a:pt x="460" y="616"/>
                </a:lnTo>
                <a:lnTo>
                  <a:pt x="460" y="616"/>
                </a:lnTo>
                <a:lnTo>
                  <a:pt x="455" y="616"/>
                </a:lnTo>
                <a:lnTo>
                  <a:pt x="455" y="616"/>
                </a:lnTo>
                <a:lnTo>
                  <a:pt x="454" y="616"/>
                </a:lnTo>
                <a:lnTo>
                  <a:pt x="454" y="616"/>
                </a:lnTo>
                <a:lnTo>
                  <a:pt x="451" y="616"/>
                </a:lnTo>
                <a:lnTo>
                  <a:pt x="448" y="617"/>
                </a:lnTo>
                <a:lnTo>
                  <a:pt x="448" y="618"/>
                </a:lnTo>
                <a:lnTo>
                  <a:pt x="448" y="618"/>
                </a:lnTo>
                <a:close/>
                <a:moveTo>
                  <a:pt x="378" y="628"/>
                </a:moveTo>
                <a:lnTo>
                  <a:pt x="378" y="628"/>
                </a:lnTo>
                <a:lnTo>
                  <a:pt x="383" y="629"/>
                </a:lnTo>
                <a:lnTo>
                  <a:pt x="383" y="629"/>
                </a:lnTo>
                <a:lnTo>
                  <a:pt x="384" y="628"/>
                </a:lnTo>
                <a:lnTo>
                  <a:pt x="385" y="628"/>
                </a:lnTo>
                <a:lnTo>
                  <a:pt x="385" y="628"/>
                </a:lnTo>
                <a:lnTo>
                  <a:pt x="385" y="628"/>
                </a:lnTo>
                <a:lnTo>
                  <a:pt x="385" y="628"/>
                </a:lnTo>
                <a:lnTo>
                  <a:pt x="387" y="627"/>
                </a:lnTo>
                <a:lnTo>
                  <a:pt x="387" y="627"/>
                </a:lnTo>
                <a:lnTo>
                  <a:pt x="390" y="627"/>
                </a:lnTo>
                <a:lnTo>
                  <a:pt x="391" y="624"/>
                </a:lnTo>
                <a:lnTo>
                  <a:pt x="391" y="624"/>
                </a:lnTo>
                <a:lnTo>
                  <a:pt x="388" y="626"/>
                </a:lnTo>
                <a:lnTo>
                  <a:pt x="383" y="627"/>
                </a:lnTo>
                <a:lnTo>
                  <a:pt x="383" y="627"/>
                </a:lnTo>
                <a:lnTo>
                  <a:pt x="381" y="627"/>
                </a:lnTo>
                <a:lnTo>
                  <a:pt x="379" y="627"/>
                </a:lnTo>
                <a:lnTo>
                  <a:pt x="378" y="628"/>
                </a:lnTo>
                <a:lnTo>
                  <a:pt x="378" y="628"/>
                </a:lnTo>
                <a:close/>
                <a:moveTo>
                  <a:pt x="301" y="662"/>
                </a:moveTo>
                <a:lnTo>
                  <a:pt x="301" y="662"/>
                </a:lnTo>
                <a:lnTo>
                  <a:pt x="303" y="662"/>
                </a:lnTo>
                <a:lnTo>
                  <a:pt x="304" y="662"/>
                </a:lnTo>
                <a:lnTo>
                  <a:pt x="304" y="662"/>
                </a:lnTo>
                <a:lnTo>
                  <a:pt x="304" y="661"/>
                </a:lnTo>
                <a:lnTo>
                  <a:pt x="303" y="661"/>
                </a:lnTo>
                <a:lnTo>
                  <a:pt x="301" y="661"/>
                </a:lnTo>
                <a:lnTo>
                  <a:pt x="301" y="662"/>
                </a:lnTo>
                <a:lnTo>
                  <a:pt x="301" y="662"/>
                </a:lnTo>
                <a:close/>
                <a:moveTo>
                  <a:pt x="310" y="657"/>
                </a:moveTo>
                <a:lnTo>
                  <a:pt x="310" y="657"/>
                </a:lnTo>
                <a:lnTo>
                  <a:pt x="309" y="657"/>
                </a:lnTo>
                <a:lnTo>
                  <a:pt x="309" y="657"/>
                </a:lnTo>
                <a:lnTo>
                  <a:pt x="309" y="658"/>
                </a:lnTo>
                <a:lnTo>
                  <a:pt x="310" y="659"/>
                </a:lnTo>
                <a:lnTo>
                  <a:pt x="310" y="659"/>
                </a:lnTo>
                <a:lnTo>
                  <a:pt x="310" y="658"/>
                </a:lnTo>
                <a:lnTo>
                  <a:pt x="310" y="658"/>
                </a:lnTo>
                <a:lnTo>
                  <a:pt x="312" y="657"/>
                </a:lnTo>
                <a:lnTo>
                  <a:pt x="310" y="657"/>
                </a:lnTo>
                <a:lnTo>
                  <a:pt x="310" y="657"/>
                </a:lnTo>
                <a:close/>
                <a:moveTo>
                  <a:pt x="308" y="653"/>
                </a:moveTo>
                <a:lnTo>
                  <a:pt x="308" y="653"/>
                </a:lnTo>
                <a:lnTo>
                  <a:pt x="309" y="654"/>
                </a:lnTo>
                <a:lnTo>
                  <a:pt x="309" y="656"/>
                </a:lnTo>
                <a:lnTo>
                  <a:pt x="310" y="656"/>
                </a:lnTo>
                <a:lnTo>
                  <a:pt x="310" y="656"/>
                </a:lnTo>
                <a:lnTo>
                  <a:pt x="312" y="653"/>
                </a:lnTo>
                <a:lnTo>
                  <a:pt x="310" y="653"/>
                </a:lnTo>
                <a:lnTo>
                  <a:pt x="309" y="652"/>
                </a:lnTo>
                <a:lnTo>
                  <a:pt x="308" y="653"/>
                </a:lnTo>
                <a:lnTo>
                  <a:pt x="308" y="653"/>
                </a:lnTo>
                <a:close/>
                <a:moveTo>
                  <a:pt x="377" y="631"/>
                </a:moveTo>
                <a:lnTo>
                  <a:pt x="377" y="631"/>
                </a:lnTo>
                <a:lnTo>
                  <a:pt x="377" y="628"/>
                </a:lnTo>
                <a:lnTo>
                  <a:pt x="376" y="627"/>
                </a:lnTo>
                <a:lnTo>
                  <a:pt x="376" y="627"/>
                </a:lnTo>
                <a:lnTo>
                  <a:pt x="377" y="627"/>
                </a:lnTo>
                <a:lnTo>
                  <a:pt x="377" y="626"/>
                </a:lnTo>
                <a:lnTo>
                  <a:pt x="377" y="626"/>
                </a:lnTo>
                <a:lnTo>
                  <a:pt x="376" y="627"/>
                </a:lnTo>
                <a:lnTo>
                  <a:pt x="374" y="628"/>
                </a:lnTo>
                <a:lnTo>
                  <a:pt x="376" y="629"/>
                </a:lnTo>
                <a:lnTo>
                  <a:pt x="377" y="631"/>
                </a:lnTo>
                <a:lnTo>
                  <a:pt x="377" y="631"/>
                </a:lnTo>
                <a:close/>
                <a:moveTo>
                  <a:pt x="342" y="606"/>
                </a:moveTo>
                <a:lnTo>
                  <a:pt x="342" y="606"/>
                </a:lnTo>
                <a:lnTo>
                  <a:pt x="344" y="606"/>
                </a:lnTo>
                <a:lnTo>
                  <a:pt x="346" y="604"/>
                </a:lnTo>
                <a:lnTo>
                  <a:pt x="346" y="604"/>
                </a:lnTo>
                <a:lnTo>
                  <a:pt x="343" y="604"/>
                </a:lnTo>
                <a:lnTo>
                  <a:pt x="342" y="606"/>
                </a:lnTo>
                <a:lnTo>
                  <a:pt x="342" y="606"/>
                </a:lnTo>
                <a:lnTo>
                  <a:pt x="342" y="606"/>
                </a:lnTo>
                <a:close/>
                <a:moveTo>
                  <a:pt x="326" y="609"/>
                </a:moveTo>
                <a:lnTo>
                  <a:pt x="326" y="609"/>
                </a:lnTo>
                <a:lnTo>
                  <a:pt x="327" y="608"/>
                </a:lnTo>
                <a:lnTo>
                  <a:pt x="329" y="609"/>
                </a:lnTo>
                <a:lnTo>
                  <a:pt x="330" y="609"/>
                </a:lnTo>
                <a:lnTo>
                  <a:pt x="330" y="609"/>
                </a:lnTo>
                <a:lnTo>
                  <a:pt x="330" y="608"/>
                </a:lnTo>
                <a:lnTo>
                  <a:pt x="330" y="607"/>
                </a:lnTo>
                <a:lnTo>
                  <a:pt x="330" y="607"/>
                </a:lnTo>
                <a:lnTo>
                  <a:pt x="327" y="608"/>
                </a:lnTo>
                <a:lnTo>
                  <a:pt x="326" y="608"/>
                </a:lnTo>
                <a:lnTo>
                  <a:pt x="326" y="609"/>
                </a:lnTo>
                <a:lnTo>
                  <a:pt x="326" y="609"/>
                </a:lnTo>
                <a:close/>
                <a:moveTo>
                  <a:pt x="294" y="616"/>
                </a:moveTo>
                <a:lnTo>
                  <a:pt x="294" y="616"/>
                </a:lnTo>
                <a:lnTo>
                  <a:pt x="295" y="616"/>
                </a:lnTo>
                <a:lnTo>
                  <a:pt x="296" y="614"/>
                </a:lnTo>
                <a:lnTo>
                  <a:pt x="296" y="614"/>
                </a:lnTo>
                <a:lnTo>
                  <a:pt x="296" y="614"/>
                </a:lnTo>
                <a:lnTo>
                  <a:pt x="295" y="613"/>
                </a:lnTo>
                <a:lnTo>
                  <a:pt x="294" y="614"/>
                </a:lnTo>
                <a:lnTo>
                  <a:pt x="294" y="616"/>
                </a:lnTo>
                <a:lnTo>
                  <a:pt x="294" y="616"/>
                </a:lnTo>
                <a:close/>
                <a:moveTo>
                  <a:pt x="300" y="646"/>
                </a:moveTo>
                <a:lnTo>
                  <a:pt x="300" y="646"/>
                </a:lnTo>
                <a:lnTo>
                  <a:pt x="302" y="646"/>
                </a:lnTo>
                <a:lnTo>
                  <a:pt x="304" y="646"/>
                </a:lnTo>
                <a:lnTo>
                  <a:pt x="304" y="646"/>
                </a:lnTo>
                <a:lnTo>
                  <a:pt x="304" y="646"/>
                </a:lnTo>
                <a:lnTo>
                  <a:pt x="306" y="646"/>
                </a:lnTo>
                <a:lnTo>
                  <a:pt x="307" y="646"/>
                </a:lnTo>
                <a:lnTo>
                  <a:pt x="307" y="646"/>
                </a:lnTo>
                <a:lnTo>
                  <a:pt x="308" y="646"/>
                </a:lnTo>
                <a:lnTo>
                  <a:pt x="309" y="647"/>
                </a:lnTo>
                <a:lnTo>
                  <a:pt x="309" y="647"/>
                </a:lnTo>
                <a:lnTo>
                  <a:pt x="310" y="646"/>
                </a:lnTo>
                <a:lnTo>
                  <a:pt x="310" y="644"/>
                </a:lnTo>
                <a:lnTo>
                  <a:pt x="312" y="644"/>
                </a:lnTo>
                <a:lnTo>
                  <a:pt x="313" y="643"/>
                </a:lnTo>
                <a:lnTo>
                  <a:pt x="313" y="643"/>
                </a:lnTo>
                <a:lnTo>
                  <a:pt x="314" y="643"/>
                </a:lnTo>
                <a:lnTo>
                  <a:pt x="315" y="643"/>
                </a:lnTo>
                <a:lnTo>
                  <a:pt x="315" y="644"/>
                </a:lnTo>
                <a:lnTo>
                  <a:pt x="315" y="644"/>
                </a:lnTo>
                <a:lnTo>
                  <a:pt x="313" y="644"/>
                </a:lnTo>
                <a:lnTo>
                  <a:pt x="313" y="644"/>
                </a:lnTo>
                <a:lnTo>
                  <a:pt x="313" y="646"/>
                </a:lnTo>
                <a:lnTo>
                  <a:pt x="313" y="646"/>
                </a:lnTo>
                <a:lnTo>
                  <a:pt x="315" y="646"/>
                </a:lnTo>
                <a:lnTo>
                  <a:pt x="315" y="646"/>
                </a:lnTo>
                <a:lnTo>
                  <a:pt x="318" y="643"/>
                </a:lnTo>
                <a:lnTo>
                  <a:pt x="320" y="643"/>
                </a:lnTo>
                <a:lnTo>
                  <a:pt x="320" y="643"/>
                </a:lnTo>
                <a:lnTo>
                  <a:pt x="320" y="643"/>
                </a:lnTo>
                <a:lnTo>
                  <a:pt x="320" y="644"/>
                </a:lnTo>
                <a:lnTo>
                  <a:pt x="320" y="644"/>
                </a:lnTo>
                <a:lnTo>
                  <a:pt x="320" y="644"/>
                </a:lnTo>
                <a:lnTo>
                  <a:pt x="321" y="643"/>
                </a:lnTo>
                <a:lnTo>
                  <a:pt x="323" y="644"/>
                </a:lnTo>
                <a:lnTo>
                  <a:pt x="324" y="644"/>
                </a:lnTo>
                <a:lnTo>
                  <a:pt x="325" y="643"/>
                </a:lnTo>
                <a:lnTo>
                  <a:pt x="325" y="643"/>
                </a:lnTo>
                <a:lnTo>
                  <a:pt x="324" y="643"/>
                </a:lnTo>
                <a:lnTo>
                  <a:pt x="323" y="642"/>
                </a:lnTo>
                <a:lnTo>
                  <a:pt x="323" y="642"/>
                </a:lnTo>
                <a:lnTo>
                  <a:pt x="326" y="642"/>
                </a:lnTo>
                <a:lnTo>
                  <a:pt x="327" y="642"/>
                </a:lnTo>
                <a:lnTo>
                  <a:pt x="329" y="641"/>
                </a:lnTo>
                <a:lnTo>
                  <a:pt x="329" y="641"/>
                </a:lnTo>
                <a:lnTo>
                  <a:pt x="330" y="642"/>
                </a:lnTo>
                <a:lnTo>
                  <a:pt x="330" y="642"/>
                </a:lnTo>
                <a:lnTo>
                  <a:pt x="333" y="642"/>
                </a:lnTo>
                <a:lnTo>
                  <a:pt x="333" y="642"/>
                </a:lnTo>
                <a:lnTo>
                  <a:pt x="333" y="643"/>
                </a:lnTo>
                <a:lnTo>
                  <a:pt x="333" y="643"/>
                </a:lnTo>
                <a:lnTo>
                  <a:pt x="336" y="642"/>
                </a:lnTo>
                <a:lnTo>
                  <a:pt x="337" y="642"/>
                </a:lnTo>
                <a:lnTo>
                  <a:pt x="337" y="642"/>
                </a:lnTo>
                <a:lnTo>
                  <a:pt x="337" y="643"/>
                </a:lnTo>
                <a:lnTo>
                  <a:pt x="338" y="644"/>
                </a:lnTo>
                <a:lnTo>
                  <a:pt x="338" y="644"/>
                </a:lnTo>
                <a:lnTo>
                  <a:pt x="338" y="642"/>
                </a:lnTo>
                <a:lnTo>
                  <a:pt x="337" y="641"/>
                </a:lnTo>
                <a:lnTo>
                  <a:pt x="337" y="641"/>
                </a:lnTo>
                <a:lnTo>
                  <a:pt x="338" y="641"/>
                </a:lnTo>
                <a:lnTo>
                  <a:pt x="338" y="639"/>
                </a:lnTo>
                <a:lnTo>
                  <a:pt x="339" y="638"/>
                </a:lnTo>
                <a:lnTo>
                  <a:pt x="341" y="638"/>
                </a:lnTo>
                <a:lnTo>
                  <a:pt x="341" y="638"/>
                </a:lnTo>
                <a:lnTo>
                  <a:pt x="342" y="638"/>
                </a:lnTo>
                <a:lnTo>
                  <a:pt x="343" y="638"/>
                </a:lnTo>
                <a:lnTo>
                  <a:pt x="343" y="638"/>
                </a:lnTo>
                <a:lnTo>
                  <a:pt x="343" y="637"/>
                </a:lnTo>
                <a:lnTo>
                  <a:pt x="344" y="637"/>
                </a:lnTo>
                <a:lnTo>
                  <a:pt x="344" y="637"/>
                </a:lnTo>
                <a:lnTo>
                  <a:pt x="350" y="636"/>
                </a:lnTo>
                <a:lnTo>
                  <a:pt x="356" y="636"/>
                </a:lnTo>
                <a:lnTo>
                  <a:pt x="356" y="636"/>
                </a:lnTo>
                <a:lnTo>
                  <a:pt x="358" y="634"/>
                </a:lnTo>
                <a:lnTo>
                  <a:pt x="359" y="633"/>
                </a:lnTo>
                <a:lnTo>
                  <a:pt x="359" y="633"/>
                </a:lnTo>
                <a:lnTo>
                  <a:pt x="374" y="631"/>
                </a:lnTo>
                <a:lnTo>
                  <a:pt x="374" y="631"/>
                </a:lnTo>
                <a:lnTo>
                  <a:pt x="373" y="629"/>
                </a:lnTo>
                <a:lnTo>
                  <a:pt x="372" y="629"/>
                </a:lnTo>
                <a:lnTo>
                  <a:pt x="367" y="631"/>
                </a:lnTo>
                <a:lnTo>
                  <a:pt x="367" y="631"/>
                </a:lnTo>
                <a:lnTo>
                  <a:pt x="358" y="631"/>
                </a:lnTo>
                <a:lnTo>
                  <a:pt x="358" y="631"/>
                </a:lnTo>
                <a:lnTo>
                  <a:pt x="358" y="632"/>
                </a:lnTo>
                <a:lnTo>
                  <a:pt x="356" y="632"/>
                </a:lnTo>
                <a:lnTo>
                  <a:pt x="356" y="632"/>
                </a:lnTo>
                <a:lnTo>
                  <a:pt x="353" y="632"/>
                </a:lnTo>
                <a:lnTo>
                  <a:pt x="350" y="633"/>
                </a:lnTo>
                <a:lnTo>
                  <a:pt x="344" y="634"/>
                </a:lnTo>
                <a:lnTo>
                  <a:pt x="344" y="634"/>
                </a:lnTo>
                <a:lnTo>
                  <a:pt x="344" y="633"/>
                </a:lnTo>
                <a:lnTo>
                  <a:pt x="344" y="633"/>
                </a:lnTo>
                <a:lnTo>
                  <a:pt x="344" y="633"/>
                </a:lnTo>
                <a:lnTo>
                  <a:pt x="341" y="636"/>
                </a:lnTo>
                <a:lnTo>
                  <a:pt x="341" y="636"/>
                </a:lnTo>
                <a:lnTo>
                  <a:pt x="335" y="637"/>
                </a:lnTo>
                <a:lnTo>
                  <a:pt x="332" y="637"/>
                </a:lnTo>
                <a:lnTo>
                  <a:pt x="331" y="637"/>
                </a:lnTo>
                <a:lnTo>
                  <a:pt x="331" y="637"/>
                </a:lnTo>
                <a:lnTo>
                  <a:pt x="327" y="637"/>
                </a:lnTo>
                <a:lnTo>
                  <a:pt x="325" y="637"/>
                </a:lnTo>
                <a:lnTo>
                  <a:pt x="325" y="637"/>
                </a:lnTo>
                <a:lnTo>
                  <a:pt x="325" y="638"/>
                </a:lnTo>
                <a:lnTo>
                  <a:pt x="324" y="639"/>
                </a:lnTo>
                <a:lnTo>
                  <a:pt x="320" y="639"/>
                </a:lnTo>
                <a:lnTo>
                  <a:pt x="320" y="639"/>
                </a:lnTo>
                <a:lnTo>
                  <a:pt x="321" y="638"/>
                </a:lnTo>
                <a:lnTo>
                  <a:pt x="323" y="637"/>
                </a:lnTo>
                <a:lnTo>
                  <a:pt x="323" y="637"/>
                </a:lnTo>
                <a:lnTo>
                  <a:pt x="320" y="638"/>
                </a:lnTo>
                <a:lnTo>
                  <a:pt x="317" y="638"/>
                </a:lnTo>
                <a:lnTo>
                  <a:pt x="317" y="638"/>
                </a:lnTo>
                <a:lnTo>
                  <a:pt x="317" y="639"/>
                </a:lnTo>
                <a:lnTo>
                  <a:pt x="318" y="639"/>
                </a:lnTo>
                <a:lnTo>
                  <a:pt x="319" y="639"/>
                </a:lnTo>
                <a:lnTo>
                  <a:pt x="319" y="639"/>
                </a:lnTo>
                <a:lnTo>
                  <a:pt x="319" y="639"/>
                </a:lnTo>
                <a:lnTo>
                  <a:pt x="319" y="641"/>
                </a:lnTo>
                <a:lnTo>
                  <a:pt x="318" y="641"/>
                </a:lnTo>
                <a:lnTo>
                  <a:pt x="314" y="641"/>
                </a:lnTo>
                <a:lnTo>
                  <a:pt x="314" y="641"/>
                </a:lnTo>
                <a:lnTo>
                  <a:pt x="314" y="642"/>
                </a:lnTo>
                <a:lnTo>
                  <a:pt x="313" y="642"/>
                </a:lnTo>
                <a:lnTo>
                  <a:pt x="313" y="642"/>
                </a:lnTo>
                <a:lnTo>
                  <a:pt x="313" y="641"/>
                </a:lnTo>
                <a:lnTo>
                  <a:pt x="312" y="642"/>
                </a:lnTo>
                <a:lnTo>
                  <a:pt x="312" y="642"/>
                </a:lnTo>
                <a:lnTo>
                  <a:pt x="308" y="642"/>
                </a:lnTo>
                <a:lnTo>
                  <a:pt x="307" y="643"/>
                </a:lnTo>
                <a:lnTo>
                  <a:pt x="307" y="643"/>
                </a:lnTo>
                <a:lnTo>
                  <a:pt x="307" y="641"/>
                </a:lnTo>
                <a:lnTo>
                  <a:pt x="307" y="641"/>
                </a:lnTo>
                <a:lnTo>
                  <a:pt x="306" y="641"/>
                </a:lnTo>
                <a:lnTo>
                  <a:pt x="304" y="642"/>
                </a:lnTo>
                <a:lnTo>
                  <a:pt x="304" y="643"/>
                </a:lnTo>
                <a:lnTo>
                  <a:pt x="304" y="643"/>
                </a:lnTo>
                <a:lnTo>
                  <a:pt x="298" y="643"/>
                </a:lnTo>
                <a:lnTo>
                  <a:pt x="297" y="643"/>
                </a:lnTo>
                <a:lnTo>
                  <a:pt x="296" y="642"/>
                </a:lnTo>
                <a:lnTo>
                  <a:pt x="296" y="642"/>
                </a:lnTo>
                <a:lnTo>
                  <a:pt x="296" y="642"/>
                </a:lnTo>
                <a:lnTo>
                  <a:pt x="296" y="641"/>
                </a:lnTo>
                <a:lnTo>
                  <a:pt x="296" y="641"/>
                </a:lnTo>
                <a:lnTo>
                  <a:pt x="295" y="644"/>
                </a:lnTo>
                <a:lnTo>
                  <a:pt x="295" y="644"/>
                </a:lnTo>
                <a:lnTo>
                  <a:pt x="292" y="643"/>
                </a:lnTo>
                <a:lnTo>
                  <a:pt x="291" y="643"/>
                </a:lnTo>
                <a:lnTo>
                  <a:pt x="291" y="644"/>
                </a:lnTo>
                <a:lnTo>
                  <a:pt x="291" y="644"/>
                </a:lnTo>
                <a:lnTo>
                  <a:pt x="294" y="644"/>
                </a:lnTo>
                <a:lnTo>
                  <a:pt x="295" y="644"/>
                </a:lnTo>
                <a:lnTo>
                  <a:pt x="296" y="644"/>
                </a:lnTo>
                <a:lnTo>
                  <a:pt x="296" y="644"/>
                </a:lnTo>
                <a:lnTo>
                  <a:pt x="292" y="647"/>
                </a:lnTo>
                <a:lnTo>
                  <a:pt x="292" y="647"/>
                </a:lnTo>
                <a:lnTo>
                  <a:pt x="291" y="647"/>
                </a:lnTo>
                <a:lnTo>
                  <a:pt x="289" y="647"/>
                </a:lnTo>
                <a:lnTo>
                  <a:pt x="289" y="647"/>
                </a:lnTo>
                <a:lnTo>
                  <a:pt x="289" y="648"/>
                </a:lnTo>
                <a:lnTo>
                  <a:pt x="290" y="648"/>
                </a:lnTo>
                <a:lnTo>
                  <a:pt x="294" y="648"/>
                </a:lnTo>
                <a:lnTo>
                  <a:pt x="298" y="647"/>
                </a:lnTo>
                <a:lnTo>
                  <a:pt x="300" y="646"/>
                </a:lnTo>
                <a:lnTo>
                  <a:pt x="300" y="646"/>
                </a:lnTo>
                <a:close/>
                <a:moveTo>
                  <a:pt x="273" y="653"/>
                </a:moveTo>
                <a:lnTo>
                  <a:pt x="273" y="653"/>
                </a:lnTo>
                <a:lnTo>
                  <a:pt x="273" y="652"/>
                </a:lnTo>
                <a:lnTo>
                  <a:pt x="272" y="651"/>
                </a:lnTo>
                <a:lnTo>
                  <a:pt x="271" y="652"/>
                </a:lnTo>
                <a:lnTo>
                  <a:pt x="271" y="652"/>
                </a:lnTo>
                <a:lnTo>
                  <a:pt x="271" y="653"/>
                </a:lnTo>
                <a:lnTo>
                  <a:pt x="272" y="653"/>
                </a:lnTo>
                <a:lnTo>
                  <a:pt x="273" y="653"/>
                </a:lnTo>
                <a:lnTo>
                  <a:pt x="273" y="653"/>
                </a:lnTo>
                <a:close/>
                <a:moveTo>
                  <a:pt x="257" y="667"/>
                </a:moveTo>
                <a:lnTo>
                  <a:pt x="257" y="667"/>
                </a:lnTo>
                <a:lnTo>
                  <a:pt x="260" y="667"/>
                </a:lnTo>
                <a:lnTo>
                  <a:pt x="262" y="667"/>
                </a:lnTo>
                <a:lnTo>
                  <a:pt x="262" y="667"/>
                </a:lnTo>
                <a:lnTo>
                  <a:pt x="261" y="666"/>
                </a:lnTo>
                <a:lnTo>
                  <a:pt x="260" y="664"/>
                </a:lnTo>
                <a:lnTo>
                  <a:pt x="259" y="666"/>
                </a:lnTo>
                <a:lnTo>
                  <a:pt x="259" y="666"/>
                </a:lnTo>
                <a:lnTo>
                  <a:pt x="260" y="666"/>
                </a:lnTo>
                <a:lnTo>
                  <a:pt x="260" y="666"/>
                </a:lnTo>
                <a:lnTo>
                  <a:pt x="259" y="667"/>
                </a:lnTo>
                <a:lnTo>
                  <a:pt x="257" y="667"/>
                </a:lnTo>
                <a:lnTo>
                  <a:pt x="257" y="667"/>
                </a:lnTo>
                <a:close/>
                <a:moveTo>
                  <a:pt x="252" y="662"/>
                </a:moveTo>
                <a:lnTo>
                  <a:pt x="252" y="662"/>
                </a:lnTo>
                <a:lnTo>
                  <a:pt x="255" y="662"/>
                </a:lnTo>
                <a:lnTo>
                  <a:pt x="256" y="661"/>
                </a:lnTo>
                <a:lnTo>
                  <a:pt x="256" y="661"/>
                </a:lnTo>
                <a:lnTo>
                  <a:pt x="254" y="661"/>
                </a:lnTo>
                <a:lnTo>
                  <a:pt x="252" y="662"/>
                </a:lnTo>
                <a:lnTo>
                  <a:pt x="252" y="662"/>
                </a:lnTo>
                <a:close/>
                <a:moveTo>
                  <a:pt x="250" y="659"/>
                </a:moveTo>
                <a:lnTo>
                  <a:pt x="250" y="659"/>
                </a:lnTo>
                <a:lnTo>
                  <a:pt x="251" y="661"/>
                </a:lnTo>
                <a:lnTo>
                  <a:pt x="251" y="661"/>
                </a:lnTo>
                <a:lnTo>
                  <a:pt x="254" y="661"/>
                </a:lnTo>
                <a:lnTo>
                  <a:pt x="254" y="661"/>
                </a:lnTo>
                <a:lnTo>
                  <a:pt x="254" y="659"/>
                </a:lnTo>
                <a:lnTo>
                  <a:pt x="252" y="659"/>
                </a:lnTo>
                <a:lnTo>
                  <a:pt x="250" y="659"/>
                </a:lnTo>
                <a:lnTo>
                  <a:pt x="250" y="659"/>
                </a:lnTo>
                <a:close/>
                <a:moveTo>
                  <a:pt x="245" y="626"/>
                </a:moveTo>
                <a:lnTo>
                  <a:pt x="245" y="626"/>
                </a:lnTo>
                <a:lnTo>
                  <a:pt x="246" y="626"/>
                </a:lnTo>
                <a:lnTo>
                  <a:pt x="246" y="626"/>
                </a:lnTo>
                <a:lnTo>
                  <a:pt x="249" y="623"/>
                </a:lnTo>
                <a:lnTo>
                  <a:pt x="249" y="623"/>
                </a:lnTo>
                <a:lnTo>
                  <a:pt x="246" y="624"/>
                </a:lnTo>
                <a:lnTo>
                  <a:pt x="245" y="626"/>
                </a:lnTo>
                <a:lnTo>
                  <a:pt x="245" y="626"/>
                </a:lnTo>
                <a:close/>
                <a:moveTo>
                  <a:pt x="243" y="622"/>
                </a:moveTo>
                <a:lnTo>
                  <a:pt x="243" y="622"/>
                </a:lnTo>
                <a:lnTo>
                  <a:pt x="243" y="621"/>
                </a:lnTo>
                <a:lnTo>
                  <a:pt x="243" y="621"/>
                </a:lnTo>
                <a:lnTo>
                  <a:pt x="240" y="621"/>
                </a:lnTo>
                <a:lnTo>
                  <a:pt x="240" y="621"/>
                </a:lnTo>
                <a:lnTo>
                  <a:pt x="240" y="622"/>
                </a:lnTo>
                <a:lnTo>
                  <a:pt x="240" y="622"/>
                </a:lnTo>
                <a:lnTo>
                  <a:pt x="243" y="622"/>
                </a:lnTo>
                <a:lnTo>
                  <a:pt x="243" y="622"/>
                </a:lnTo>
                <a:close/>
                <a:moveTo>
                  <a:pt x="236" y="627"/>
                </a:moveTo>
                <a:lnTo>
                  <a:pt x="236" y="627"/>
                </a:lnTo>
                <a:lnTo>
                  <a:pt x="238" y="627"/>
                </a:lnTo>
                <a:lnTo>
                  <a:pt x="238" y="626"/>
                </a:lnTo>
                <a:lnTo>
                  <a:pt x="238" y="626"/>
                </a:lnTo>
                <a:lnTo>
                  <a:pt x="237" y="624"/>
                </a:lnTo>
                <a:lnTo>
                  <a:pt x="236" y="626"/>
                </a:lnTo>
                <a:lnTo>
                  <a:pt x="236" y="627"/>
                </a:lnTo>
                <a:lnTo>
                  <a:pt x="236" y="627"/>
                </a:lnTo>
                <a:close/>
                <a:moveTo>
                  <a:pt x="233" y="657"/>
                </a:moveTo>
                <a:lnTo>
                  <a:pt x="233" y="657"/>
                </a:lnTo>
                <a:lnTo>
                  <a:pt x="233" y="657"/>
                </a:lnTo>
                <a:lnTo>
                  <a:pt x="234" y="656"/>
                </a:lnTo>
                <a:lnTo>
                  <a:pt x="234" y="656"/>
                </a:lnTo>
                <a:lnTo>
                  <a:pt x="236" y="656"/>
                </a:lnTo>
                <a:lnTo>
                  <a:pt x="236" y="656"/>
                </a:lnTo>
                <a:lnTo>
                  <a:pt x="239" y="656"/>
                </a:lnTo>
                <a:lnTo>
                  <a:pt x="240" y="656"/>
                </a:lnTo>
                <a:lnTo>
                  <a:pt x="242" y="654"/>
                </a:lnTo>
                <a:lnTo>
                  <a:pt x="242" y="654"/>
                </a:lnTo>
                <a:lnTo>
                  <a:pt x="239" y="654"/>
                </a:lnTo>
                <a:lnTo>
                  <a:pt x="237" y="656"/>
                </a:lnTo>
                <a:lnTo>
                  <a:pt x="237" y="654"/>
                </a:lnTo>
                <a:lnTo>
                  <a:pt x="237" y="654"/>
                </a:lnTo>
                <a:lnTo>
                  <a:pt x="237" y="654"/>
                </a:lnTo>
                <a:lnTo>
                  <a:pt x="238" y="654"/>
                </a:lnTo>
                <a:lnTo>
                  <a:pt x="237" y="654"/>
                </a:lnTo>
                <a:lnTo>
                  <a:pt x="237" y="654"/>
                </a:lnTo>
                <a:lnTo>
                  <a:pt x="236" y="654"/>
                </a:lnTo>
                <a:lnTo>
                  <a:pt x="234" y="654"/>
                </a:lnTo>
                <a:lnTo>
                  <a:pt x="233" y="656"/>
                </a:lnTo>
                <a:lnTo>
                  <a:pt x="233" y="657"/>
                </a:lnTo>
                <a:lnTo>
                  <a:pt x="233" y="657"/>
                </a:lnTo>
                <a:close/>
                <a:moveTo>
                  <a:pt x="228" y="628"/>
                </a:moveTo>
                <a:lnTo>
                  <a:pt x="228" y="628"/>
                </a:lnTo>
                <a:lnTo>
                  <a:pt x="230" y="628"/>
                </a:lnTo>
                <a:lnTo>
                  <a:pt x="231" y="628"/>
                </a:lnTo>
                <a:lnTo>
                  <a:pt x="231" y="628"/>
                </a:lnTo>
                <a:lnTo>
                  <a:pt x="231" y="626"/>
                </a:lnTo>
                <a:lnTo>
                  <a:pt x="231" y="626"/>
                </a:lnTo>
                <a:lnTo>
                  <a:pt x="228" y="627"/>
                </a:lnTo>
                <a:lnTo>
                  <a:pt x="228" y="628"/>
                </a:lnTo>
                <a:lnTo>
                  <a:pt x="228" y="628"/>
                </a:lnTo>
                <a:close/>
                <a:moveTo>
                  <a:pt x="215" y="661"/>
                </a:moveTo>
                <a:lnTo>
                  <a:pt x="215" y="661"/>
                </a:lnTo>
                <a:lnTo>
                  <a:pt x="217" y="661"/>
                </a:lnTo>
                <a:lnTo>
                  <a:pt x="219" y="661"/>
                </a:lnTo>
                <a:lnTo>
                  <a:pt x="220" y="661"/>
                </a:lnTo>
                <a:lnTo>
                  <a:pt x="221" y="659"/>
                </a:lnTo>
                <a:lnTo>
                  <a:pt x="221" y="659"/>
                </a:lnTo>
                <a:lnTo>
                  <a:pt x="219" y="658"/>
                </a:lnTo>
                <a:lnTo>
                  <a:pt x="217" y="657"/>
                </a:lnTo>
                <a:lnTo>
                  <a:pt x="216" y="657"/>
                </a:lnTo>
                <a:lnTo>
                  <a:pt x="216" y="657"/>
                </a:lnTo>
                <a:lnTo>
                  <a:pt x="216" y="658"/>
                </a:lnTo>
                <a:lnTo>
                  <a:pt x="216" y="659"/>
                </a:lnTo>
                <a:lnTo>
                  <a:pt x="216" y="659"/>
                </a:lnTo>
                <a:lnTo>
                  <a:pt x="215" y="661"/>
                </a:lnTo>
                <a:lnTo>
                  <a:pt x="215" y="661"/>
                </a:lnTo>
                <a:lnTo>
                  <a:pt x="215" y="661"/>
                </a:lnTo>
                <a:close/>
                <a:moveTo>
                  <a:pt x="209" y="658"/>
                </a:moveTo>
                <a:lnTo>
                  <a:pt x="209" y="658"/>
                </a:lnTo>
                <a:lnTo>
                  <a:pt x="210" y="657"/>
                </a:lnTo>
                <a:lnTo>
                  <a:pt x="210" y="654"/>
                </a:lnTo>
                <a:lnTo>
                  <a:pt x="210" y="654"/>
                </a:lnTo>
                <a:lnTo>
                  <a:pt x="209" y="656"/>
                </a:lnTo>
                <a:lnTo>
                  <a:pt x="208" y="657"/>
                </a:lnTo>
                <a:lnTo>
                  <a:pt x="209" y="658"/>
                </a:lnTo>
                <a:lnTo>
                  <a:pt x="209" y="658"/>
                </a:lnTo>
                <a:close/>
                <a:moveTo>
                  <a:pt x="178" y="661"/>
                </a:moveTo>
                <a:lnTo>
                  <a:pt x="178" y="661"/>
                </a:lnTo>
                <a:lnTo>
                  <a:pt x="178" y="662"/>
                </a:lnTo>
                <a:lnTo>
                  <a:pt x="178" y="662"/>
                </a:lnTo>
                <a:lnTo>
                  <a:pt x="180" y="662"/>
                </a:lnTo>
                <a:lnTo>
                  <a:pt x="181" y="662"/>
                </a:lnTo>
                <a:lnTo>
                  <a:pt x="181" y="662"/>
                </a:lnTo>
                <a:lnTo>
                  <a:pt x="181" y="662"/>
                </a:lnTo>
                <a:lnTo>
                  <a:pt x="180" y="662"/>
                </a:lnTo>
                <a:lnTo>
                  <a:pt x="180" y="663"/>
                </a:lnTo>
                <a:lnTo>
                  <a:pt x="180" y="663"/>
                </a:lnTo>
                <a:lnTo>
                  <a:pt x="180" y="663"/>
                </a:lnTo>
                <a:lnTo>
                  <a:pt x="181" y="663"/>
                </a:lnTo>
                <a:lnTo>
                  <a:pt x="184" y="662"/>
                </a:lnTo>
                <a:lnTo>
                  <a:pt x="184" y="662"/>
                </a:lnTo>
                <a:lnTo>
                  <a:pt x="184" y="661"/>
                </a:lnTo>
                <a:lnTo>
                  <a:pt x="182" y="659"/>
                </a:lnTo>
                <a:lnTo>
                  <a:pt x="182" y="659"/>
                </a:lnTo>
                <a:lnTo>
                  <a:pt x="178" y="661"/>
                </a:lnTo>
                <a:lnTo>
                  <a:pt x="178" y="661"/>
                </a:lnTo>
                <a:close/>
                <a:moveTo>
                  <a:pt x="144" y="672"/>
                </a:moveTo>
                <a:lnTo>
                  <a:pt x="144" y="672"/>
                </a:lnTo>
                <a:lnTo>
                  <a:pt x="146" y="672"/>
                </a:lnTo>
                <a:lnTo>
                  <a:pt x="146" y="672"/>
                </a:lnTo>
                <a:lnTo>
                  <a:pt x="146" y="669"/>
                </a:lnTo>
                <a:lnTo>
                  <a:pt x="146" y="668"/>
                </a:lnTo>
                <a:lnTo>
                  <a:pt x="146" y="668"/>
                </a:lnTo>
                <a:lnTo>
                  <a:pt x="144" y="669"/>
                </a:lnTo>
                <a:lnTo>
                  <a:pt x="144" y="672"/>
                </a:lnTo>
                <a:lnTo>
                  <a:pt x="144" y="672"/>
                </a:lnTo>
                <a:close/>
                <a:moveTo>
                  <a:pt x="135" y="673"/>
                </a:moveTo>
                <a:lnTo>
                  <a:pt x="135" y="673"/>
                </a:lnTo>
                <a:lnTo>
                  <a:pt x="138" y="673"/>
                </a:lnTo>
                <a:lnTo>
                  <a:pt x="139" y="673"/>
                </a:lnTo>
                <a:lnTo>
                  <a:pt x="139" y="673"/>
                </a:lnTo>
                <a:lnTo>
                  <a:pt x="138" y="672"/>
                </a:lnTo>
                <a:lnTo>
                  <a:pt x="138" y="672"/>
                </a:lnTo>
                <a:lnTo>
                  <a:pt x="139" y="671"/>
                </a:lnTo>
                <a:lnTo>
                  <a:pt x="141" y="671"/>
                </a:lnTo>
                <a:lnTo>
                  <a:pt x="141" y="671"/>
                </a:lnTo>
                <a:lnTo>
                  <a:pt x="143" y="671"/>
                </a:lnTo>
                <a:lnTo>
                  <a:pt x="143" y="671"/>
                </a:lnTo>
                <a:lnTo>
                  <a:pt x="141" y="671"/>
                </a:lnTo>
                <a:lnTo>
                  <a:pt x="140" y="669"/>
                </a:lnTo>
                <a:lnTo>
                  <a:pt x="138" y="669"/>
                </a:lnTo>
                <a:lnTo>
                  <a:pt x="138" y="669"/>
                </a:lnTo>
                <a:lnTo>
                  <a:pt x="138" y="672"/>
                </a:lnTo>
                <a:lnTo>
                  <a:pt x="137" y="672"/>
                </a:lnTo>
                <a:lnTo>
                  <a:pt x="137" y="672"/>
                </a:lnTo>
                <a:lnTo>
                  <a:pt x="137" y="672"/>
                </a:lnTo>
                <a:lnTo>
                  <a:pt x="134" y="672"/>
                </a:lnTo>
                <a:lnTo>
                  <a:pt x="134" y="672"/>
                </a:lnTo>
                <a:lnTo>
                  <a:pt x="133" y="673"/>
                </a:lnTo>
                <a:lnTo>
                  <a:pt x="135" y="673"/>
                </a:lnTo>
                <a:lnTo>
                  <a:pt x="135" y="673"/>
                </a:lnTo>
                <a:close/>
                <a:moveTo>
                  <a:pt x="85" y="632"/>
                </a:moveTo>
                <a:lnTo>
                  <a:pt x="85" y="632"/>
                </a:lnTo>
                <a:lnTo>
                  <a:pt x="85" y="633"/>
                </a:lnTo>
                <a:lnTo>
                  <a:pt x="86" y="633"/>
                </a:lnTo>
                <a:lnTo>
                  <a:pt x="86" y="633"/>
                </a:lnTo>
                <a:lnTo>
                  <a:pt x="87" y="632"/>
                </a:lnTo>
                <a:lnTo>
                  <a:pt x="87" y="632"/>
                </a:lnTo>
                <a:lnTo>
                  <a:pt x="87" y="632"/>
                </a:lnTo>
                <a:lnTo>
                  <a:pt x="86" y="631"/>
                </a:lnTo>
                <a:lnTo>
                  <a:pt x="85" y="632"/>
                </a:lnTo>
                <a:lnTo>
                  <a:pt x="85" y="632"/>
                </a:lnTo>
                <a:close/>
                <a:moveTo>
                  <a:pt x="83" y="633"/>
                </a:moveTo>
                <a:lnTo>
                  <a:pt x="83" y="633"/>
                </a:lnTo>
                <a:lnTo>
                  <a:pt x="83" y="633"/>
                </a:lnTo>
                <a:lnTo>
                  <a:pt x="83" y="633"/>
                </a:lnTo>
                <a:lnTo>
                  <a:pt x="83" y="633"/>
                </a:lnTo>
                <a:lnTo>
                  <a:pt x="85" y="631"/>
                </a:lnTo>
                <a:lnTo>
                  <a:pt x="85" y="631"/>
                </a:lnTo>
                <a:lnTo>
                  <a:pt x="83" y="632"/>
                </a:lnTo>
                <a:lnTo>
                  <a:pt x="83" y="633"/>
                </a:lnTo>
                <a:lnTo>
                  <a:pt x="83" y="633"/>
                </a:lnTo>
                <a:close/>
                <a:moveTo>
                  <a:pt x="82" y="629"/>
                </a:moveTo>
                <a:lnTo>
                  <a:pt x="82" y="629"/>
                </a:lnTo>
                <a:lnTo>
                  <a:pt x="83" y="631"/>
                </a:lnTo>
                <a:lnTo>
                  <a:pt x="85" y="629"/>
                </a:lnTo>
                <a:lnTo>
                  <a:pt x="85" y="629"/>
                </a:lnTo>
                <a:lnTo>
                  <a:pt x="83" y="629"/>
                </a:lnTo>
                <a:lnTo>
                  <a:pt x="82" y="629"/>
                </a:lnTo>
                <a:lnTo>
                  <a:pt x="82" y="629"/>
                </a:lnTo>
                <a:close/>
                <a:moveTo>
                  <a:pt x="63" y="633"/>
                </a:moveTo>
                <a:lnTo>
                  <a:pt x="63" y="633"/>
                </a:lnTo>
                <a:lnTo>
                  <a:pt x="64" y="636"/>
                </a:lnTo>
                <a:lnTo>
                  <a:pt x="65" y="636"/>
                </a:lnTo>
                <a:lnTo>
                  <a:pt x="65" y="636"/>
                </a:lnTo>
                <a:lnTo>
                  <a:pt x="64" y="634"/>
                </a:lnTo>
                <a:lnTo>
                  <a:pt x="63" y="633"/>
                </a:lnTo>
                <a:lnTo>
                  <a:pt x="63" y="633"/>
                </a:lnTo>
                <a:close/>
                <a:moveTo>
                  <a:pt x="80" y="624"/>
                </a:moveTo>
                <a:lnTo>
                  <a:pt x="80" y="624"/>
                </a:lnTo>
                <a:lnTo>
                  <a:pt x="80" y="626"/>
                </a:lnTo>
                <a:lnTo>
                  <a:pt x="82" y="626"/>
                </a:lnTo>
                <a:lnTo>
                  <a:pt x="82" y="626"/>
                </a:lnTo>
                <a:lnTo>
                  <a:pt x="82" y="624"/>
                </a:lnTo>
                <a:lnTo>
                  <a:pt x="80" y="624"/>
                </a:lnTo>
                <a:lnTo>
                  <a:pt x="80" y="624"/>
                </a:lnTo>
                <a:close/>
                <a:moveTo>
                  <a:pt x="62" y="596"/>
                </a:moveTo>
                <a:lnTo>
                  <a:pt x="62" y="596"/>
                </a:lnTo>
                <a:lnTo>
                  <a:pt x="62" y="598"/>
                </a:lnTo>
                <a:lnTo>
                  <a:pt x="62" y="599"/>
                </a:lnTo>
                <a:lnTo>
                  <a:pt x="62" y="599"/>
                </a:lnTo>
                <a:lnTo>
                  <a:pt x="64" y="598"/>
                </a:lnTo>
                <a:lnTo>
                  <a:pt x="64" y="598"/>
                </a:lnTo>
                <a:lnTo>
                  <a:pt x="63" y="598"/>
                </a:lnTo>
                <a:lnTo>
                  <a:pt x="62" y="598"/>
                </a:lnTo>
                <a:lnTo>
                  <a:pt x="62" y="596"/>
                </a:lnTo>
                <a:lnTo>
                  <a:pt x="62" y="596"/>
                </a:lnTo>
                <a:close/>
                <a:moveTo>
                  <a:pt x="63" y="593"/>
                </a:moveTo>
                <a:lnTo>
                  <a:pt x="63" y="593"/>
                </a:lnTo>
                <a:lnTo>
                  <a:pt x="62" y="593"/>
                </a:lnTo>
                <a:lnTo>
                  <a:pt x="62" y="594"/>
                </a:lnTo>
                <a:lnTo>
                  <a:pt x="62" y="594"/>
                </a:lnTo>
                <a:lnTo>
                  <a:pt x="62" y="594"/>
                </a:lnTo>
                <a:lnTo>
                  <a:pt x="63" y="594"/>
                </a:lnTo>
                <a:lnTo>
                  <a:pt x="63" y="596"/>
                </a:lnTo>
                <a:lnTo>
                  <a:pt x="63" y="597"/>
                </a:lnTo>
                <a:lnTo>
                  <a:pt x="63" y="597"/>
                </a:lnTo>
                <a:lnTo>
                  <a:pt x="64" y="597"/>
                </a:lnTo>
                <a:lnTo>
                  <a:pt x="64" y="596"/>
                </a:lnTo>
                <a:lnTo>
                  <a:pt x="63" y="593"/>
                </a:lnTo>
                <a:lnTo>
                  <a:pt x="63" y="593"/>
                </a:lnTo>
                <a:close/>
                <a:moveTo>
                  <a:pt x="74" y="569"/>
                </a:moveTo>
                <a:lnTo>
                  <a:pt x="74" y="569"/>
                </a:lnTo>
                <a:lnTo>
                  <a:pt x="74" y="572"/>
                </a:lnTo>
                <a:lnTo>
                  <a:pt x="74" y="573"/>
                </a:lnTo>
                <a:lnTo>
                  <a:pt x="74" y="573"/>
                </a:lnTo>
                <a:lnTo>
                  <a:pt x="74" y="573"/>
                </a:lnTo>
                <a:lnTo>
                  <a:pt x="74" y="573"/>
                </a:lnTo>
                <a:lnTo>
                  <a:pt x="74" y="572"/>
                </a:lnTo>
                <a:lnTo>
                  <a:pt x="75" y="571"/>
                </a:lnTo>
                <a:lnTo>
                  <a:pt x="74" y="569"/>
                </a:lnTo>
                <a:lnTo>
                  <a:pt x="74" y="569"/>
                </a:lnTo>
                <a:close/>
                <a:moveTo>
                  <a:pt x="76" y="546"/>
                </a:moveTo>
                <a:lnTo>
                  <a:pt x="76" y="546"/>
                </a:lnTo>
                <a:lnTo>
                  <a:pt x="76" y="547"/>
                </a:lnTo>
                <a:lnTo>
                  <a:pt x="77" y="548"/>
                </a:lnTo>
                <a:lnTo>
                  <a:pt x="77" y="548"/>
                </a:lnTo>
                <a:lnTo>
                  <a:pt x="79" y="548"/>
                </a:lnTo>
                <a:lnTo>
                  <a:pt x="80" y="547"/>
                </a:lnTo>
                <a:lnTo>
                  <a:pt x="80" y="547"/>
                </a:lnTo>
                <a:lnTo>
                  <a:pt x="79" y="546"/>
                </a:lnTo>
                <a:lnTo>
                  <a:pt x="79" y="544"/>
                </a:lnTo>
                <a:lnTo>
                  <a:pt x="79" y="544"/>
                </a:lnTo>
                <a:lnTo>
                  <a:pt x="77" y="544"/>
                </a:lnTo>
                <a:lnTo>
                  <a:pt x="76" y="546"/>
                </a:lnTo>
                <a:lnTo>
                  <a:pt x="76" y="546"/>
                </a:lnTo>
                <a:close/>
                <a:moveTo>
                  <a:pt x="80" y="541"/>
                </a:moveTo>
                <a:lnTo>
                  <a:pt x="80" y="541"/>
                </a:lnTo>
                <a:lnTo>
                  <a:pt x="76" y="542"/>
                </a:lnTo>
                <a:lnTo>
                  <a:pt x="76" y="542"/>
                </a:lnTo>
                <a:lnTo>
                  <a:pt x="79" y="542"/>
                </a:lnTo>
                <a:lnTo>
                  <a:pt x="80" y="542"/>
                </a:lnTo>
                <a:lnTo>
                  <a:pt x="80" y="541"/>
                </a:lnTo>
                <a:lnTo>
                  <a:pt x="80" y="541"/>
                </a:lnTo>
                <a:close/>
                <a:moveTo>
                  <a:pt x="68" y="539"/>
                </a:moveTo>
                <a:lnTo>
                  <a:pt x="68" y="539"/>
                </a:lnTo>
                <a:lnTo>
                  <a:pt x="68" y="544"/>
                </a:lnTo>
                <a:lnTo>
                  <a:pt x="68" y="546"/>
                </a:lnTo>
                <a:lnTo>
                  <a:pt x="69" y="547"/>
                </a:lnTo>
                <a:lnTo>
                  <a:pt x="69" y="547"/>
                </a:lnTo>
                <a:lnTo>
                  <a:pt x="70" y="547"/>
                </a:lnTo>
                <a:lnTo>
                  <a:pt x="69" y="546"/>
                </a:lnTo>
                <a:lnTo>
                  <a:pt x="69" y="546"/>
                </a:lnTo>
                <a:lnTo>
                  <a:pt x="69" y="542"/>
                </a:lnTo>
                <a:lnTo>
                  <a:pt x="69" y="541"/>
                </a:lnTo>
                <a:lnTo>
                  <a:pt x="68" y="539"/>
                </a:lnTo>
                <a:lnTo>
                  <a:pt x="68" y="539"/>
                </a:lnTo>
                <a:close/>
                <a:moveTo>
                  <a:pt x="72" y="518"/>
                </a:moveTo>
                <a:lnTo>
                  <a:pt x="72" y="518"/>
                </a:lnTo>
                <a:lnTo>
                  <a:pt x="72" y="517"/>
                </a:lnTo>
                <a:lnTo>
                  <a:pt x="70" y="516"/>
                </a:lnTo>
                <a:lnTo>
                  <a:pt x="70" y="516"/>
                </a:lnTo>
                <a:lnTo>
                  <a:pt x="70" y="517"/>
                </a:lnTo>
                <a:lnTo>
                  <a:pt x="70" y="518"/>
                </a:lnTo>
                <a:lnTo>
                  <a:pt x="72" y="518"/>
                </a:lnTo>
                <a:close/>
                <a:moveTo>
                  <a:pt x="76" y="522"/>
                </a:moveTo>
                <a:lnTo>
                  <a:pt x="76" y="522"/>
                </a:lnTo>
                <a:lnTo>
                  <a:pt x="77" y="524"/>
                </a:lnTo>
                <a:lnTo>
                  <a:pt x="77" y="524"/>
                </a:lnTo>
                <a:lnTo>
                  <a:pt x="79" y="524"/>
                </a:lnTo>
                <a:lnTo>
                  <a:pt x="80" y="523"/>
                </a:lnTo>
                <a:lnTo>
                  <a:pt x="80" y="523"/>
                </a:lnTo>
                <a:lnTo>
                  <a:pt x="80" y="523"/>
                </a:lnTo>
                <a:lnTo>
                  <a:pt x="79" y="523"/>
                </a:lnTo>
                <a:lnTo>
                  <a:pt x="77" y="523"/>
                </a:lnTo>
                <a:lnTo>
                  <a:pt x="76" y="522"/>
                </a:lnTo>
                <a:lnTo>
                  <a:pt x="76" y="522"/>
                </a:lnTo>
                <a:close/>
                <a:moveTo>
                  <a:pt x="79" y="512"/>
                </a:moveTo>
                <a:lnTo>
                  <a:pt x="79" y="512"/>
                </a:lnTo>
                <a:lnTo>
                  <a:pt x="79" y="514"/>
                </a:lnTo>
                <a:lnTo>
                  <a:pt x="79" y="516"/>
                </a:lnTo>
                <a:lnTo>
                  <a:pt x="80" y="517"/>
                </a:lnTo>
                <a:lnTo>
                  <a:pt x="80" y="517"/>
                </a:lnTo>
                <a:lnTo>
                  <a:pt x="80" y="513"/>
                </a:lnTo>
                <a:lnTo>
                  <a:pt x="80" y="512"/>
                </a:lnTo>
                <a:lnTo>
                  <a:pt x="79" y="512"/>
                </a:lnTo>
                <a:lnTo>
                  <a:pt x="79" y="512"/>
                </a:lnTo>
                <a:close/>
                <a:moveTo>
                  <a:pt x="77" y="512"/>
                </a:moveTo>
                <a:lnTo>
                  <a:pt x="77" y="512"/>
                </a:lnTo>
                <a:lnTo>
                  <a:pt x="76" y="513"/>
                </a:lnTo>
                <a:lnTo>
                  <a:pt x="76" y="514"/>
                </a:lnTo>
                <a:lnTo>
                  <a:pt x="76" y="519"/>
                </a:lnTo>
                <a:lnTo>
                  <a:pt x="76" y="519"/>
                </a:lnTo>
                <a:lnTo>
                  <a:pt x="77" y="519"/>
                </a:lnTo>
                <a:lnTo>
                  <a:pt x="77" y="521"/>
                </a:lnTo>
                <a:lnTo>
                  <a:pt x="79" y="521"/>
                </a:lnTo>
                <a:lnTo>
                  <a:pt x="79" y="521"/>
                </a:lnTo>
                <a:lnTo>
                  <a:pt x="77" y="517"/>
                </a:lnTo>
                <a:lnTo>
                  <a:pt x="77" y="512"/>
                </a:lnTo>
                <a:lnTo>
                  <a:pt x="77" y="512"/>
                </a:lnTo>
                <a:close/>
                <a:moveTo>
                  <a:pt x="333" y="642"/>
                </a:moveTo>
                <a:lnTo>
                  <a:pt x="333" y="642"/>
                </a:lnTo>
                <a:lnTo>
                  <a:pt x="335" y="639"/>
                </a:lnTo>
                <a:lnTo>
                  <a:pt x="337" y="638"/>
                </a:lnTo>
                <a:lnTo>
                  <a:pt x="337" y="638"/>
                </a:lnTo>
                <a:lnTo>
                  <a:pt x="336" y="639"/>
                </a:lnTo>
                <a:lnTo>
                  <a:pt x="336" y="639"/>
                </a:lnTo>
                <a:lnTo>
                  <a:pt x="336" y="639"/>
                </a:lnTo>
                <a:lnTo>
                  <a:pt x="336" y="641"/>
                </a:lnTo>
                <a:lnTo>
                  <a:pt x="336" y="641"/>
                </a:lnTo>
                <a:lnTo>
                  <a:pt x="335" y="641"/>
                </a:lnTo>
                <a:lnTo>
                  <a:pt x="333" y="642"/>
                </a:lnTo>
                <a:lnTo>
                  <a:pt x="333" y="642"/>
                </a:lnTo>
                <a:close/>
                <a:moveTo>
                  <a:pt x="40" y="220"/>
                </a:moveTo>
                <a:lnTo>
                  <a:pt x="40" y="220"/>
                </a:lnTo>
                <a:lnTo>
                  <a:pt x="40" y="220"/>
                </a:lnTo>
                <a:lnTo>
                  <a:pt x="40" y="221"/>
                </a:lnTo>
                <a:lnTo>
                  <a:pt x="40" y="224"/>
                </a:lnTo>
                <a:lnTo>
                  <a:pt x="40" y="224"/>
                </a:lnTo>
                <a:lnTo>
                  <a:pt x="39" y="223"/>
                </a:lnTo>
                <a:lnTo>
                  <a:pt x="39" y="221"/>
                </a:lnTo>
                <a:lnTo>
                  <a:pt x="40" y="220"/>
                </a:lnTo>
                <a:lnTo>
                  <a:pt x="40" y="220"/>
                </a:lnTo>
                <a:close/>
                <a:moveTo>
                  <a:pt x="126" y="677"/>
                </a:moveTo>
                <a:lnTo>
                  <a:pt x="126" y="677"/>
                </a:lnTo>
                <a:lnTo>
                  <a:pt x="122" y="678"/>
                </a:lnTo>
                <a:lnTo>
                  <a:pt x="120" y="678"/>
                </a:lnTo>
                <a:lnTo>
                  <a:pt x="117" y="678"/>
                </a:lnTo>
                <a:lnTo>
                  <a:pt x="117" y="678"/>
                </a:lnTo>
                <a:lnTo>
                  <a:pt x="117" y="677"/>
                </a:lnTo>
                <a:lnTo>
                  <a:pt x="118" y="677"/>
                </a:lnTo>
                <a:lnTo>
                  <a:pt x="120" y="678"/>
                </a:lnTo>
                <a:lnTo>
                  <a:pt x="120" y="678"/>
                </a:lnTo>
                <a:lnTo>
                  <a:pt x="122" y="677"/>
                </a:lnTo>
                <a:lnTo>
                  <a:pt x="126" y="677"/>
                </a:lnTo>
                <a:lnTo>
                  <a:pt x="126" y="677"/>
                </a:lnTo>
                <a:close/>
                <a:moveTo>
                  <a:pt x="47" y="646"/>
                </a:moveTo>
                <a:lnTo>
                  <a:pt x="47" y="646"/>
                </a:lnTo>
                <a:lnTo>
                  <a:pt x="46" y="643"/>
                </a:lnTo>
                <a:lnTo>
                  <a:pt x="43" y="638"/>
                </a:lnTo>
                <a:lnTo>
                  <a:pt x="43" y="638"/>
                </a:lnTo>
                <a:lnTo>
                  <a:pt x="46" y="642"/>
                </a:lnTo>
                <a:lnTo>
                  <a:pt x="47" y="646"/>
                </a:lnTo>
                <a:lnTo>
                  <a:pt x="47" y="646"/>
                </a:lnTo>
                <a:close/>
                <a:moveTo>
                  <a:pt x="71" y="274"/>
                </a:moveTo>
                <a:lnTo>
                  <a:pt x="71" y="274"/>
                </a:lnTo>
                <a:lnTo>
                  <a:pt x="72" y="275"/>
                </a:lnTo>
                <a:lnTo>
                  <a:pt x="72" y="277"/>
                </a:lnTo>
                <a:lnTo>
                  <a:pt x="71" y="282"/>
                </a:lnTo>
                <a:lnTo>
                  <a:pt x="71" y="282"/>
                </a:lnTo>
                <a:lnTo>
                  <a:pt x="72" y="284"/>
                </a:lnTo>
                <a:lnTo>
                  <a:pt x="71" y="285"/>
                </a:lnTo>
                <a:lnTo>
                  <a:pt x="70" y="287"/>
                </a:lnTo>
                <a:lnTo>
                  <a:pt x="70" y="287"/>
                </a:lnTo>
                <a:lnTo>
                  <a:pt x="71" y="279"/>
                </a:lnTo>
                <a:lnTo>
                  <a:pt x="71" y="274"/>
                </a:lnTo>
                <a:lnTo>
                  <a:pt x="71" y="274"/>
                </a:lnTo>
                <a:close/>
                <a:moveTo>
                  <a:pt x="53" y="201"/>
                </a:moveTo>
                <a:lnTo>
                  <a:pt x="53" y="201"/>
                </a:lnTo>
                <a:lnTo>
                  <a:pt x="53" y="204"/>
                </a:lnTo>
                <a:lnTo>
                  <a:pt x="53" y="204"/>
                </a:lnTo>
                <a:lnTo>
                  <a:pt x="48" y="205"/>
                </a:lnTo>
                <a:lnTo>
                  <a:pt x="48" y="205"/>
                </a:lnTo>
                <a:lnTo>
                  <a:pt x="51" y="203"/>
                </a:lnTo>
                <a:lnTo>
                  <a:pt x="53" y="201"/>
                </a:lnTo>
                <a:lnTo>
                  <a:pt x="53" y="201"/>
                </a:lnTo>
                <a:close/>
                <a:moveTo>
                  <a:pt x="72" y="262"/>
                </a:moveTo>
                <a:lnTo>
                  <a:pt x="72" y="262"/>
                </a:lnTo>
                <a:lnTo>
                  <a:pt x="74" y="263"/>
                </a:lnTo>
                <a:lnTo>
                  <a:pt x="74" y="265"/>
                </a:lnTo>
                <a:lnTo>
                  <a:pt x="74" y="269"/>
                </a:lnTo>
                <a:lnTo>
                  <a:pt x="74" y="269"/>
                </a:lnTo>
                <a:lnTo>
                  <a:pt x="72" y="268"/>
                </a:lnTo>
                <a:lnTo>
                  <a:pt x="72" y="265"/>
                </a:lnTo>
                <a:lnTo>
                  <a:pt x="72" y="262"/>
                </a:lnTo>
                <a:lnTo>
                  <a:pt x="72" y="262"/>
                </a:lnTo>
                <a:close/>
                <a:moveTo>
                  <a:pt x="70" y="315"/>
                </a:moveTo>
                <a:lnTo>
                  <a:pt x="70" y="315"/>
                </a:lnTo>
                <a:lnTo>
                  <a:pt x="70" y="305"/>
                </a:lnTo>
                <a:lnTo>
                  <a:pt x="70" y="305"/>
                </a:lnTo>
                <a:lnTo>
                  <a:pt x="71" y="309"/>
                </a:lnTo>
                <a:lnTo>
                  <a:pt x="70" y="313"/>
                </a:lnTo>
                <a:lnTo>
                  <a:pt x="70" y="318"/>
                </a:lnTo>
                <a:lnTo>
                  <a:pt x="70" y="323"/>
                </a:lnTo>
                <a:lnTo>
                  <a:pt x="70" y="323"/>
                </a:lnTo>
                <a:lnTo>
                  <a:pt x="69" y="323"/>
                </a:lnTo>
                <a:lnTo>
                  <a:pt x="69" y="320"/>
                </a:lnTo>
                <a:lnTo>
                  <a:pt x="70" y="315"/>
                </a:lnTo>
                <a:lnTo>
                  <a:pt x="70" y="315"/>
                </a:lnTo>
                <a:close/>
                <a:moveTo>
                  <a:pt x="56" y="198"/>
                </a:moveTo>
                <a:lnTo>
                  <a:pt x="56" y="204"/>
                </a:lnTo>
                <a:lnTo>
                  <a:pt x="56" y="204"/>
                </a:lnTo>
                <a:lnTo>
                  <a:pt x="54" y="200"/>
                </a:lnTo>
                <a:lnTo>
                  <a:pt x="54" y="199"/>
                </a:lnTo>
                <a:lnTo>
                  <a:pt x="56" y="198"/>
                </a:lnTo>
                <a:lnTo>
                  <a:pt x="56" y="198"/>
                </a:lnTo>
                <a:close/>
                <a:moveTo>
                  <a:pt x="54" y="181"/>
                </a:moveTo>
                <a:lnTo>
                  <a:pt x="54" y="181"/>
                </a:lnTo>
                <a:lnTo>
                  <a:pt x="56" y="183"/>
                </a:lnTo>
                <a:lnTo>
                  <a:pt x="54" y="185"/>
                </a:lnTo>
                <a:lnTo>
                  <a:pt x="54" y="185"/>
                </a:lnTo>
                <a:lnTo>
                  <a:pt x="54" y="183"/>
                </a:lnTo>
                <a:lnTo>
                  <a:pt x="54" y="181"/>
                </a:lnTo>
                <a:lnTo>
                  <a:pt x="54" y="181"/>
                </a:lnTo>
                <a:close/>
                <a:moveTo>
                  <a:pt x="56" y="191"/>
                </a:moveTo>
                <a:lnTo>
                  <a:pt x="56" y="191"/>
                </a:lnTo>
                <a:lnTo>
                  <a:pt x="56" y="194"/>
                </a:lnTo>
                <a:lnTo>
                  <a:pt x="54" y="196"/>
                </a:lnTo>
                <a:lnTo>
                  <a:pt x="54" y="196"/>
                </a:lnTo>
                <a:lnTo>
                  <a:pt x="54" y="195"/>
                </a:lnTo>
                <a:lnTo>
                  <a:pt x="53" y="191"/>
                </a:lnTo>
                <a:lnTo>
                  <a:pt x="53" y="191"/>
                </a:lnTo>
                <a:lnTo>
                  <a:pt x="54" y="191"/>
                </a:lnTo>
                <a:lnTo>
                  <a:pt x="56" y="191"/>
                </a:lnTo>
                <a:lnTo>
                  <a:pt x="56" y="191"/>
                </a:lnTo>
                <a:close/>
                <a:moveTo>
                  <a:pt x="42" y="248"/>
                </a:moveTo>
                <a:lnTo>
                  <a:pt x="42" y="248"/>
                </a:lnTo>
                <a:lnTo>
                  <a:pt x="41" y="249"/>
                </a:lnTo>
                <a:lnTo>
                  <a:pt x="42" y="250"/>
                </a:lnTo>
                <a:lnTo>
                  <a:pt x="42" y="252"/>
                </a:lnTo>
                <a:lnTo>
                  <a:pt x="42" y="252"/>
                </a:lnTo>
                <a:lnTo>
                  <a:pt x="41" y="253"/>
                </a:lnTo>
                <a:lnTo>
                  <a:pt x="41" y="254"/>
                </a:lnTo>
                <a:lnTo>
                  <a:pt x="42" y="257"/>
                </a:lnTo>
                <a:lnTo>
                  <a:pt x="42" y="258"/>
                </a:lnTo>
                <a:lnTo>
                  <a:pt x="42" y="258"/>
                </a:lnTo>
                <a:lnTo>
                  <a:pt x="40" y="257"/>
                </a:lnTo>
                <a:lnTo>
                  <a:pt x="40" y="257"/>
                </a:lnTo>
                <a:lnTo>
                  <a:pt x="40" y="254"/>
                </a:lnTo>
                <a:lnTo>
                  <a:pt x="40" y="253"/>
                </a:lnTo>
                <a:lnTo>
                  <a:pt x="41" y="253"/>
                </a:lnTo>
                <a:lnTo>
                  <a:pt x="41" y="253"/>
                </a:lnTo>
                <a:lnTo>
                  <a:pt x="40" y="249"/>
                </a:lnTo>
                <a:lnTo>
                  <a:pt x="40" y="248"/>
                </a:lnTo>
                <a:lnTo>
                  <a:pt x="42" y="248"/>
                </a:lnTo>
                <a:lnTo>
                  <a:pt x="42" y="248"/>
                </a:lnTo>
                <a:close/>
                <a:moveTo>
                  <a:pt x="435" y="644"/>
                </a:moveTo>
                <a:lnTo>
                  <a:pt x="435" y="644"/>
                </a:lnTo>
                <a:lnTo>
                  <a:pt x="429" y="646"/>
                </a:lnTo>
                <a:lnTo>
                  <a:pt x="423" y="646"/>
                </a:lnTo>
                <a:lnTo>
                  <a:pt x="423" y="646"/>
                </a:lnTo>
                <a:lnTo>
                  <a:pt x="428" y="644"/>
                </a:lnTo>
                <a:lnTo>
                  <a:pt x="434" y="643"/>
                </a:lnTo>
                <a:lnTo>
                  <a:pt x="434" y="643"/>
                </a:lnTo>
                <a:lnTo>
                  <a:pt x="434" y="643"/>
                </a:lnTo>
                <a:lnTo>
                  <a:pt x="435" y="644"/>
                </a:lnTo>
                <a:lnTo>
                  <a:pt x="435" y="644"/>
                </a:lnTo>
                <a:close/>
                <a:moveTo>
                  <a:pt x="188" y="621"/>
                </a:moveTo>
                <a:lnTo>
                  <a:pt x="192" y="621"/>
                </a:lnTo>
                <a:lnTo>
                  <a:pt x="192" y="621"/>
                </a:lnTo>
                <a:lnTo>
                  <a:pt x="190" y="622"/>
                </a:lnTo>
                <a:lnTo>
                  <a:pt x="188" y="622"/>
                </a:lnTo>
                <a:lnTo>
                  <a:pt x="188" y="621"/>
                </a:lnTo>
                <a:lnTo>
                  <a:pt x="188" y="621"/>
                </a:lnTo>
                <a:close/>
                <a:moveTo>
                  <a:pt x="534" y="576"/>
                </a:moveTo>
                <a:lnTo>
                  <a:pt x="534" y="576"/>
                </a:lnTo>
                <a:lnTo>
                  <a:pt x="535" y="574"/>
                </a:lnTo>
                <a:lnTo>
                  <a:pt x="538" y="573"/>
                </a:lnTo>
                <a:lnTo>
                  <a:pt x="538" y="573"/>
                </a:lnTo>
                <a:lnTo>
                  <a:pt x="539" y="574"/>
                </a:lnTo>
                <a:lnTo>
                  <a:pt x="540" y="574"/>
                </a:lnTo>
                <a:lnTo>
                  <a:pt x="540" y="576"/>
                </a:lnTo>
                <a:lnTo>
                  <a:pt x="540" y="576"/>
                </a:lnTo>
                <a:lnTo>
                  <a:pt x="538" y="576"/>
                </a:lnTo>
                <a:lnTo>
                  <a:pt x="534" y="576"/>
                </a:lnTo>
                <a:lnTo>
                  <a:pt x="534" y="576"/>
                </a:lnTo>
                <a:close/>
                <a:moveTo>
                  <a:pt x="216" y="617"/>
                </a:moveTo>
                <a:lnTo>
                  <a:pt x="216" y="617"/>
                </a:lnTo>
                <a:lnTo>
                  <a:pt x="219" y="617"/>
                </a:lnTo>
                <a:lnTo>
                  <a:pt x="222" y="617"/>
                </a:lnTo>
                <a:lnTo>
                  <a:pt x="222" y="617"/>
                </a:lnTo>
                <a:lnTo>
                  <a:pt x="226" y="616"/>
                </a:lnTo>
                <a:lnTo>
                  <a:pt x="227" y="616"/>
                </a:lnTo>
                <a:lnTo>
                  <a:pt x="228" y="617"/>
                </a:lnTo>
                <a:lnTo>
                  <a:pt x="228" y="617"/>
                </a:lnTo>
                <a:lnTo>
                  <a:pt x="221" y="618"/>
                </a:lnTo>
                <a:lnTo>
                  <a:pt x="217" y="618"/>
                </a:lnTo>
                <a:lnTo>
                  <a:pt x="216" y="618"/>
                </a:lnTo>
                <a:lnTo>
                  <a:pt x="216" y="617"/>
                </a:lnTo>
                <a:lnTo>
                  <a:pt x="216" y="617"/>
                </a:lnTo>
                <a:close/>
                <a:moveTo>
                  <a:pt x="360" y="599"/>
                </a:moveTo>
                <a:lnTo>
                  <a:pt x="360" y="599"/>
                </a:lnTo>
                <a:lnTo>
                  <a:pt x="360" y="598"/>
                </a:lnTo>
                <a:lnTo>
                  <a:pt x="361" y="598"/>
                </a:lnTo>
                <a:lnTo>
                  <a:pt x="364" y="597"/>
                </a:lnTo>
                <a:lnTo>
                  <a:pt x="365" y="597"/>
                </a:lnTo>
                <a:lnTo>
                  <a:pt x="365" y="597"/>
                </a:lnTo>
                <a:lnTo>
                  <a:pt x="366" y="597"/>
                </a:lnTo>
                <a:lnTo>
                  <a:pt x="367" y="597"/>
                </a:lnTo>
                <a:lnTo>
                  <a:pt x="367" y="597"/>
                </a:lnTo>
                <a:lnTo>
                  <a:pt x="366" y="598"/>
                </a:lnTo>
                <a:lnTo>
                  <a:pt x="364" y="598"/>
                </a:lnTo>
                <a:lnTo>
                  <a:pt x="361" y="598"/>
                </a:lnTo>
                <a:lnTo>
                  <a:pt x="360" y="599"/>
                </a:lnTo>
                <a:lnTo>
                  <a:pt x="360" y="599"/>
                </a:lnTo>
                <a:close/>
                <a:moveTo>
                  <a:pt x="252" y="618"/>
                </a:moveTo>
                <a:lnTo>
                  <a:pt x="252" y="618"/>
                </a:lnTo>
                <a:lnTo>
                  <a:pt x="254" y="618"/>
                </a:lnTo>
                <a:lnTo>
                  <a:pt x="255" y="619"/>
                </a:lnTo>
                <a:lnTo>
                  <a:pt x="255" y="619"/>
                </a:lnTo>
                <a:lnTo>
                  <a:pt x="252" y="619"/>
                </a:lnTo>
                <a:lnTo>
                  <a:pt x="252" y="619"/>
                </a:lnTo>
                <a:lnTo>
                  <a:pt x="252" y="618"/>
                </a:lnTo>
                <a:lnTo>
                  <a:pt x="252" y="618"/>
                </a:lnTo>
                <a:close/>
                <a:moveTo>
                  <a:pt x="213" y="623"/>
                </a:moveTo>
                <a:lnTo>
                  <a:pt x="213" y="623"/>
                </a:lnTo>
                <a:lnTo>
                  <a:pt x="213" y="622"/>
                </a:lnTo>
                <a:lnTo>
                  <a:pt x="214" y="622"/>
                </a:lnTo>
                <a:lnTo>
                  <a:pt x="215" y="622"/>
                </a:lnTo>
                <a:lnTo>
                  <a:pt x="215" y="621"/>
                </a:lnTo>
                <a:lnTo>
                  <a:pt x="215" y="621"/>
                </a:lnTo>
                <a:lnTo>
                  <a:pt x="216" y="622"/>
                </a:lnTo>
                <a:lnTo>
                  <a:pt x="217" y="621"/>
                </a:lnTo>
                <a:lnTo>
                  <a:pt x="219" y="621"/>
                </a:lnTo>
                <a:lnTo>
                  <a:pt x="220" y="622"/>
                </a:lnTo>
                <a:lnTo>
                  <a:pt x="220" y="622"/>
                </a:lnTo>
                <a:lnTo>
                  <a:pt x="216" y="622"/>
                </a:lnTo>
                <a:lnTo>
                  <a:pt x="213" y="623"/>
                </a:lnTo>
                <a:lnTo>
                  <a:pt x="213" y="623"/>
                </a:lnTo>
                <a:close/>
                <a:moveTo>
                  <a:pt x="194" y="626"/>
                </a:moveTo>
                <a:lnTo>
                  <a:pt x="194" y="626"/>
                </a:lnTo>
                <a:lnTo>
                  <a:pt x="197" y="626"/>
                </a:lnTo>
                <a:lnTo>
                  <a:pt x="199" y="626"/>
                </a:lnTo>
                <a:lnTo>
                  <a:pt x="199" y="626"/>
                </a:lnTo>
                <a:lnTo>
                  <a:pt x="197" y="627"/>
                </a:lnTo>
                <a:lnTo>
                  <a:pt x="194" y="627"/>
                </a:lnTo>
                <a:lnTo>
                  <a:pt x="194" y="626"/>
                </a:lnTo>
                <a:lnTo>
                  <a:pt x="194" y="626"/>
                </a:lnTo>
                <a:close/>
                <a:moveTo>
                  <a:pt x="215" y="624"/>
                </a:moveTo>
                <a:lnTo>
                  <a:pt x="215" y="624"/>
                </a:lnTo>
                <a:lnTo>
                  <a:pt x="217" y="624"/>
                </a:lnTo>
                <a:lnTo>
                  <a:pt x="219" y="624"/>
                </a:lnTo>
                <a:lnTo>
                  <a:pt x="219" y="626"/>
                </a:lnTo>
                <a:lnTo>
                  <a:pt x="219" y="626"/>
                </a:lnTo>
                <a:lnTo>
                  <a:pt x="216" y="626"/>
                </a:lnTo>
                <a:lnTo>
                  <a:pt x="215" y="626"/>
                </a:lnTo>
                <a:lnTo>
                  <a:pt x="215" y="624"/>
                </a:lnTo>
                <a:lnTo>
                  <a:pt x="215" y="624"/>
                </a:lnTo>
                <a:close/>
                <a:moveTo>
                  <a:pt x="222" y="626"/>
                </a:moveTo>
                <a:lnTo>
                  <a:pt x="222" y="626"/>
                </a:lnTo>
                <a:lnTo>
                  <a:pt x="222" y="624"/>
                </a:lnTo>
                <a:lnTo>
                  <a:pt x="221" y="624"/>
                </a:lnTo>
                <a:lnTo>
                  <a:pt x="220" y="624"/>
                </a:lnTo>
                <a:lnTo>
                  <a:pt x="220" y="623"/>
                </a:lnTo>
                <a:lnTo>
                  <a:pt x="220" y="623"/>
                </a:lnTo>
                <a:lnTo>
                  <a:pt x="222" y="623"/>
                </a:lnTo>
                <a:lnTo>
                  <a:pt x="225" y="624"/>
                </a:lnTo>
                <a:lnTo>
                  <a:pt x="225" y="624"/>
                </a:lnTo>
                <a:lnTo>
                  <a:pt x="223" y="626"/>
                </a:lnTo>
                <a:lnTo>
                  <a:pt x="222" y="626"/>
                </a:lnTo>
                <a:lnTo>
                  <a:pt x="222" y="626"/>
                </a:lnTo>
                <a:close/>
                <a:moveTo>
                  <a:pt x="463" y="639"/>
                </a:moveTo>
                <a:lnTo>
                  <a:pt x="463" y="639"/>
                </a:lnTo>
                <a:lnTo>
                  <a:pt x="461" y="641"/>
                </a:lnTo>
                <a:lnTo>
                  <a:pt x="460" y="642"/>
                </a:lnTo>
                <a:lnTo>
                  <a:pt x="457" y="642"/>
                </a:lnTo>
                <a:lnTo>
                  <a:pt x="457" y="642"/>
                </a:lnTo>
                <a:lnTo>
                  <a:pt x="442" y="643"/>
                </a:lnTo>
                <a:lnTo>
                  <a:pt x="442" y="643"/>
                </a:lnTo>
                <a:lnTo>
                  <a:pt x="439" y="644"/>
                </a:lnTo>
                <a:lnTo>
                  <a:pt x="437" y="644"/>
                </a:lnTo>
                <a:lnTo>
                  <a:pt x="436" y="643"/>
                </a:lnTo>
                <a:lnTo>
                  <a:pt x="436" y="643"/>
                </a:lnTo>
                <a:lnTo>
                  <a:pt x="440" y="643"/>
                </a:lnTo>
                <a:lnTo>
                  <a:pt x="442" y="642"/>
                </a:lnTo>
                <a:lnTo>
                  <a:pt x="449" y="641"/>
                </a:lnTo>
                <a:lnTo>
                  <a:pt x="449" y="641"/>
                </a:lnTo>
                <a:lnTo>
                  <a:pt x="463" y="639"/>
                </a:lnTo>
                <a:lnTo>
                  <a:pt x="463" y="639"/>
                </a:lnTo>
                <a:close/>
                <a:moveTo>
                  <a:pt x="413" y="647"/>
                </a:moveTo>
                <a:lnTo>
                  <a:pt x="413" y="647"/>
                </a:lnTo>
                <a:lnTo>
                  <a:pt x="410" y="647"/>
                </a:lnTo>
                <a:lnTo>
                  <a:pt x="407" y="647"/>
                </a:lnTo>
                <a:lnTo>
                  <a:pt x="407" y="647"/>
                </a:lnTo>
                <a:lnTo>
                  <a:pt x="408" y="646"/>
                </a:lnTo>
                <a:lnTo>
                  <a:pt x="410" y="646"/>
                </a:lnTo>
                <a:lnTo>
                  <a:pt x="413" y="647"/>
                </a:lnTo>
                <a:lnTo>
                  <a:pt x="413" y="647"/>
                </a:lnTo>
                <a:close/>
                <a:moveTo>
                  <a:pt x="379" y="649"/>
                </a:moveTo>
                <a:lnTo>
                  <a:pt x="379" y="649"/>
                </a:lnTo>
                <a:lnTo>
                  <a:pt x="378" y="651"/>
                </a:lnTo>
                <a:lnTo>
                  <a:pt x="376" y="651"/>
                </a:lnTo>
                <a:lnTo>
                  <a:pt x="376" y="651"/>
                </a:lnTo>
                <a:lnTo>
                  <a:pt x="376" y="649"/>
                </a:lnTo>
                <a:lnTo>
                  <a:pt x="377" y="649"/>
                </a:lnTo>
                <a:lnTo>
                  <a:pt x="379" y="649"/>
                </a:lnTo>
                <a:lnTo>
                  <a:pt x="379" y="649"/>
                </a:lnTo>
                <a:close/>
                <a:moveTo>
                  <a:pt x="406" y="647"/>
                </a:moveTo>
                <a:lnTo>
                  <a:pt x="406" y="647"/>
                </a:lnTo>
                <a:lnTo>
                  <a:pt x="405" y="648"/>
                </a:lnTo>
                <a:lnTo>
                  <a:pt x="402" y="648"/>
                </a:lnTo>
                <a:lnTo>
                  <a:pt x="399" y="648"/>
                </a:lnTo>
                <a:lnTo>
                  <a:pt x="399" y="648"/>
                </a:lnTo>
                <a:lnTo>
                  <a:pt x="400" y="647"/>
                </a:lnTo>
                <a:lnTo>
                  <a:pt x="402" y="647"/>
                </a:lnTo>
                <a:lnTo>
                  <a:pt x="406" y="647"/>
                </a:lnTo>
                <a:lnTo>
                  <a:pt x="406" y="647"/>
                </a:lnTo>
                <a:close/>
                <a:moveTo>
                  <a:pt x="506" y="634"/>
                </a:moveTo>
                <a:lnTo>
                  <a:pt x="506" y="634"/>
                </a:lnTo>
                <a:lnTo>
                  <a:pt x="503" y="636"/>
                </a:lnTo>
                <a:lnTo>
                  <a:pt x="500" y="636"/>
                </a:lnTo>
                <a:lnTo>
                  <a:pt x="500" y="636"/>
                </a:lnTo>
                <a:lnTo>
                  <a:pt x="501" y="634"/>
                </a:lnTo>
                <a:lnTo>
                  <a:pt x="503" y="634"/>
                </a:lnTo>
                <a:lnTo>
                  <a:pt x="506" y="634"/>
                </a:lnTo>
                <a:lnTo>
                  <a:pt x="506" y="634"/>
                </a:lnTo>
                <a:close/>
                <a:moveTo>
                  <a:pt x="551" y="628"/>
                </a:moveTo>
                <a:lnTo>
                  <a:pt x="551" y="628"/>
                </a:lnTo>
                <a:lnTo>
                  <a:pt x="551" y="629"/>
                </a:lnTo>
                <a:lnTo>
                  <a:pt x="550" y="629"/>
                </a:lnTo>
                <a:lnTo>
                  <a:pt x="548" y="629"/>
                </a:lnTo>
                <a:lnTo>
                  <a:pt x="548" y="629"/>
                </a:lnTo>
                <a:lnTo>
                  <a:pt x="532" y="632"/>
                </a:lnTo>
                <a:lnTo>
                  <a:pt x="532" y="632"/>
                </a:lnTo>
                <a:lnTo>
                  <a:pt x="533" y="629"/>
                </a:lnTo>
                <a:lnTo>
                  <a:pt x="534" y="629"/>
                </a:lnTo>
                <a:lnTo>
                  <a:pt x="536" y="631"/>
                </a:lnTo>
                <a:lnTo>
                  <a:pt x="536" y="631"/>
                </a:lnTo>
                <a:lnTo>
                  <a:pt x="551" y="628"/>
                </a:lnTo>
                <a:lnTo>
                  <a:pt x="551" y="628"/>
                </a:lnTo>
                <a:close/>
                <a:moveTo>
                  <a:pt x="470" y="639"/>
                </a:moveTo>
                <a:lnTo>
                  <a:pt x="470" y="639"/>
                </a:lnTo>
                <a:lnTo>
                  <a:pt x="469" y="641"/>
                </a:lnTo>
                <a:lnTo>
                  <a:pt x="466" y="641"/>
                </a:lnTo>
                <a:lnTo>
                  <a:pt x="464" y="641"/>
                </a:lnTo>
                <a:lnTo>
                  <a:pt x="464" y="639"/>
                </a:lnTo>
                <a:lnTo>
                  <a:pt x="464" y="639"/>
                </a:lnTo>
                <a:lnTo>
                  <a:pt x="466" y="639"/>
                </a:lnTo>
                <a:lnTo>
                  <a:pt x="470" y="639"/>
                </a:lnTo>
                <a:lnTo>
                  <a:pt x="470" y="639"/>
                </a:lnTo>
                <a:close/>
                <a:moveTo>
                  <a:pt x="499" y="636"/>
                </a:moveTo>
                <a:lnTo>
                  <a:pt x="499" y="636"/>
                </a:lnTo>
                <a:lnTo>
                  <a:pt x="499" y="636"/>
                </a:lnTo>
                <a:lnTo>
                  <a:pt x="498" y="637"/>
                </a:lnTo>
                <a:lnTo>
                  <a:pt x="495" y="636"/>
                </a:lnTo>
                <a:lnTo>
                  <a:pt x="495" y="636"/>
                </a:lnTo>
                <a:lnTo>
                  <a:pt x="495" y="636"/>
                </a:lnTo>
                <a:lnTo>
                  <a:pt x="497" y="636"/>
                </a:lnTo>
                <a:lnTo>
                  <a:pt x="499" y="636"/>
                </a:lnTo>
                <a:lnTo>
                  <a:pt x="499" y="636"/>
                </a:lnTo>
                <a:close/>
                <a:moveTo>
                  <a:pt x="134" y="631"/>
                </a:moveTo>
                <a:lnTo>
                  <a:pt x="134" y="631"/>
                </a:lnTo>
                <a:lnTo>
                  <a:pt x="135" y="631"/>
                </a:lnTo>
                <a:lnTo>
                  <a:pt x="137" y="629"/>
                </a:lnTo>
                <a:lnTo>
                  <a:pt x="141" y="629"/>
                </a:lnTo>
                <a:lnTo>
                  <a:pt x="141" y="629"/>
                </a:lnTo>
                <a:lnTo>
                  <a:pt x="140" y="629"/>
                </a:lnTo>
                <a:lnTo>
                  <a:pt x="138" y="631"/>
                </a:lnTo>
                <a:lnTo>
                  <a:pt x="134" y="631"/>
                </a:lnTo>
                <a:lnTo>
                  <a:pt x="134" y="631"/>
                </a:lnTo>
                <a:close/>
                <a:moveTo>
                  <a:pt x="77" y="418"/>
                </a:moveTo>
                <a:lnTo>
                  <a:pt x="77" y="418"/>
                </a:lnTo>
                <a:lnTo>
                  <a:pt x="79" y="419"/>
                </a:lnTo>
                <a:lnTo>
                  <a:pt x="80" y="422"/>
                </a:lnTo>
                <a:lnTo>
                  <a:pt x="80" y="422"/>
                </a:lnTo>
                <a:lnTo>
                  <a:pt x="81" y="420"/>
                </a:lnTo>
                <a:lnTo>
                  <a:pt x="81" y="420"/>
                </a:lnTo>
                <a:lnTo>
                  <a:pt x="81" y="420"/>
                </a:lnTo>
                <a:lnTo>
                  <a:pt x="81" y="422"/>
                </a:lnTo>
                <a:lnTo>
                  <a:pt x="80" y="422"/>
                </a:lnTo>
                <a:lnTo>
                  <a:pt x="80" y="423"/>
                </a:lnTo>
                <a:lnTo>
                  <a:pt x="80" y="423"/>
                </a:lnTo>
                <a:lnTo>
                  <a:pt x="79" y="420"/>
                </a:lnTo>
                <a:lnTo>
                  <a:pt x="77" y="419"/>
                </a:lnTo>
                <a:lnTo>
                  <a:pt x="77" y="418"/>
                </a:lnTo>
                <a:lnTo>
                  <a:pt x="77" y="418"/>
                </a:lnTo>
                <a:close/>
                <a:moveTo>
                  <a:pt x="79" y="403"/>
                </a:moveTo>
                <a:lnTo>
                  <a:pt x="79" y="403"/>
                </a:lnTo>
                <a:lnTo>
                  <a:pt x="81" y="404"/>
                </a:lnTo>
                <a:lnTo>
                  <a:pt x="81" y="405"/>
                </a:lnTo>
                <a:lnTo>
                  <a:pt x="80" y="408"/>
                </a:lnTo>
                <a:lnTo>
                  <a:pt x="80" y="408"/>
                </a:lnTo>
                <a:lnTo>
                  <a:pt x="79" y="408"/>
                </a:lnTo>
                <a:lnTo>
                  <a:pt x="79" y="407"/>
                </a:lnTo>
                <a:lnTo>
                  <a:pt x="79" y="403"/>
                </a:lnTo>
                <a:lnTo>
                  <a:pt x="79" y="403"/>
                </a:lnTo>
                <a:close/>
                <a:moveTo>
                  <a:pt x="86" y="423"/>
                </a:moveTo>
                <a:lnTo>
                  <a:pt x="86" y="423"/>
                </a:lnTo>
                <a:lnTo>
                  <a:pt x="86" y="425"/>
                </a:lnTo>
                <a:lnTo>
                  <a:pt x="85" y="427"/>
                </a:lnTo>
                <a:lnTo>
                  <a:pt x="83" y="427"/>
                </a:lnTo>
                <a:lnTo>
                  <a:pt x="83" y="427"/>
                </a:lnTo>
                <a:lnTo>
                  <a:pt x="85" y="427"/>
                </a:lnTo>
                <a:lnTo>
                  <a:pt x="85" y="425"/>
                </a:lnTo>
                <a:lnTo>
                  <a:pt x="85" y="424"/>
                </a:lnTo>
                <a:lnTo>
                  <a:pt x="86" y="423"/>
                </a:lnTo>
                <a:lnTo>
                  <a:pt x="86" y="423"/>
                </a:lnTo>
                <a:close/>
                <a:moveTo>
                  <a:pt x="85" y="409"/>
                </a:moveTo>
                <a:lnTo>
                  <a:pt x="85" y="409"/>
                </a:lnTo>
                <a:lnTo>
                  <a:pt x="85" y="410"/>
                </a:lnTo>
                <a:lnTo>
                  <a:pt x="85" y="412"/>
                </a:lnTo>
                <a:lnTo>
                  <a:pt x="83" y="414"/>
                </a:lnTo>
                <a:lnTo>
                  <a:pt x="83" y="414"/>
                </a:lnTo>
                <a:lnTo>
                  <a:pt x="83" y="415"/>
                </a:lnTo>
                <a:lnTo>
                  <a:pt x="83" y="417"/>
                </a:lnTo>
                <a:lnTo>
                  <a:pt x="83" y="417"/>
                </a:lnTo>
                <a:lnTo>
                  <a:pt x="82" y="415"/>
                </a:lnTo>
                <a:lnTo>
                  <a:pt x="83" y="413"/>
                </a:lnTo>
                <a:lnTo>
                  <a:pt x="85" y="409"/>
                </a:lnTo>
                <a:lnTo>
                  <a:pt x="85" y="409"/>
                </a:lnTo>
                <a:close/>
                <a:moveTo>
                  <a:pt x="81" y="423"/>
                </a:moveTo>
                <a:lnTo>
                  <a:pt x="81" y="423"/>
                </a:lnTo>
                <a:lnTo>
                  <a:pt x="82" y="424"/>
                </a:lnTo>
                <a:lnTo>
                  <a:pt x="81" y="425"/>
                </a:lnTo>
                <a:lnTo>
                  <a:pt x="81" y="425"/>
                </a:lnTo>
                <a:lnTo>
                  <a:pt x="82" y="427"/>
                </a:lnTo>
                <a:lnTo>
                  <a:pt x="82" y="427"/>
                </a:lnTo>
                <a:lnTo>
                  <a:pt x="82" y="428"/>
                </a:lnTo>
                <a:lnTo>
                  <a:pt x="82" y="428"/>
                </a:lnTo>
                <a:lnTo>
                  <a:pt x="82" y="428"/>
                </a:lnTo>
                <a:lnTo>
                  <a:pt x="83" y="429"/>
                </a:lnTo>
                <a:lnTo>
                  <a:pt x="83" y="430"/>
                </a:lnTo>
                <a:lnTo>
                  <a:pt x="83" y="432"/>
                </a:lnTo>
                <a:lnTo>
                  <a:pt x="83" y="432"/>
                </a:lnTo>
                <a:lnTo>
                  <a:pt x="83" y="432"/>
                </a:lnTo>
                <a:lnTo>
                  <a:pt x="82" y="432"/>
                </a:lnTo>
                <a:lnTo>
                  <a:pt x="82" y="429"/>
                </a:lnTo>
                <a:lnTo>
                  <a:pt x="82" y="429"/>
                </a:lnTo>
                <a:lnTo>
                  <a:pt x="81" y="429"/>
                </a:lnTo>
                <a:lnTo>
                  <a:pt x="80" y="429"/>
                </a:lnTo>
                <a:lnTo>
                  <a:pt x="80" y="430"/>
                </a:lnTo>
                <a:lnTo>
                  <a:pt x="80" y="430"/>
                </a:lnTo>
                <a:lnTo>
                  <a:pt x="79" y="429"/>
                </a:lnTo>
                <a:lnTo>
                  <a:pt x="80" y="429"/>
                </a:lnTo>
                <a:lnTo>
                  <a:pt x="80" y="428"/>
                </a:lnTo>
                <a:lnTo>
                  <a:pt x="80" y="428"/>
                </a:lnTo>
                <a:lnTo>
                  <a:pt x="80" y="428"/>
                </a:lnTo>
                <a:lnTo>
                  <a:pt x="80" y="428"/>
                </a:lnTo>
                <a:lnTo>
                  <a:pt x="80" y="428"/>
                </a:lnTo>
                <a:lnTo>
                  <a:pt x="80" y="425"/>
                </a:lnTo>
                <a:lnTo>
                  <a:pt x="80" y="423"/>
                </a:lnTo>
                <a:lnTo>
                  <a:pt x="80" y="423"/>
                </a:lnTo>
                <a:lnTo>
                  <a:pt x="81" y="423"/>
                </a:lnTo>
                <a:lnTo>
                  <a:pt x="81" y="423"/>
                </a:lnTo>
                <a:close/>
                <a:moveTo>
                  <a:pt x="81" y="457"/>
                </a:moveTo>
                <a:lnTo>
                  <a:pt x="81" y="457"/>
                </a:lnTo>
                <a:lnTo>
                  <a:pt x="82" y="459"/>
                </a:lnTo>
                <a:lnTo>
                  <a:pt x="82" y="462"/>
                </a:lnTo>
                <a:lnTo>
                  <a:pt x="82" y="464"/>
                </a:lnTo>
                <a:lnTo>
                  <a:pt x="82" y="464"/>
                </a:lnTo>
                <a:lnTo>
                  <a:pt x="81" y="464"/>
                </a:lnTo>
                <a:lnTo>
                  <a:pt x="81" y="465"/>
                </a:lnTo>
                <a:lnTo>
                  <a:pt x="81" y="465"/>
                </a:lnTo>
                <a:lnTo>
                  <a:pt x="80" y="464"/>
                </a:lnTo>
                <a:lnTo>
                  <a:pt x="79" y="462"/>
                </a:lnTo>
                <a:lnTo>
                  <a:pt x="80" y="460"/>
                </a:lnTo>
                <a:lnTo>
                  <a:pt x="81" y="458"/>
                </a:lnTo>
                <a:lnTo>
                  <a:pt x="81" y="458"/>
                </a:lnTo>
                <a:lnTo>
                  <a:pt x="79" y="459"/>
                </a:lnTo>
                <a:lnTo>
                  <a:pt x="77" y="458"/>
                </a:lnTo>
                <a:lnTo>
                  <a:pt x="77" y="458"/>
                </a:lnTo>
                <a:lnTo>
                  <a:pt x="77" y="464"/>
                </a:lnTo>
                <a:lnTo>
                  <a:pt x="76" y="467"/>
                </a:lnTo>
                <a:lnTo>
                  <a:pt x="75" y="468"/>
                </a:lnTo>
                <a:lnTo>
                  <a:pt x="75" y="468"/>
                </a:lnTo>
                <a:lnTo>
                  <a:pt x="75" y="465"/>
                </a:lnTo>
                <a:lnTo>
                  <a:pt x="76" y="462"/>
                </a:lnTo>
                <a:lnTo>
                  <a:pt x="76" y="462"/>
                </a:lnTo>
                <a:lnTo>
                  <a:pt x="75" y="462"/>
                </a:lnTo>
                <a:lnTo>
                  <a:pt x="75" y="460"/>
                </a:lnTo>
                <a:lnTo>
                  <a:pt x="75" y="462"/>
                </a:lnTo>
                <a:lnTo>
                  <a:pt x="75" y="462"/>
                </a:lnTo>
                <a:lnTo>
                  <a:pt x="74" y="458"/>
                </a:lnTo>
                <a:lnTo>
                  <a:pt x="74" y="454"/>
                </a:lnTo>
                <a:lnTo>
                  <a:pt x="75" y="450"/>
                </a:lnTo>
                <a:lnTo>
                  <a:pt x="74" y="448"/>
                </a:lnTo>
                <a:lnTo>
                  <a:pt x="74" y="448"/>
                </a:lnTo>
                <a:lnTo>
                  <a:pt x="75" y="449"/>
                </a:lnTo>
                <a:lnTo>
                  <a:pt x="76" y="450"/>
                </a:lnTo>
                <a:lnTo>
                  <a:pt x="76" y="453"/>
                </a:lnTo>
                <a:lnTo>
                  <a:pt x="76" y="453"/>
                </a:lnTo>
                <a:lnTo>
                  <a:pt x="77" y="453"/>
                </a:lnTo>
                <a:lnTo>
                  <a:pt x="77" y="453"/>
                </a:lnTo>
                <a:lnTo>
                  <a:pt x="79" y="452"/>
                </a:lnTo>
                <a:lnTo>
                  <a:pt x="77" y="450"/>
                </a:lnTo>
                <a:lnTo>
                  <a:pt x="77" y="450"/>
                </a:lnTo>
                <a:lnTo>
                  <a:pt x="79" y="450"/>
                </a:lnTo>
                <a:lnTo>
                  <a:pt x="79" y="452"/>
                </a:lnTo>
                <a:lnTo>
                  <a:pt x="79" y="454"/>
                </a:lnTo>
                <a:lnTo>
                  <a:pt x="79" y="454"/>
                </a:lnTo>
                <a:lnTo>
                  <a:pt x="77" y="454"/>
                </a:lnTo>
                <a:lnTo>
                  <a:pt x="76" y="454"/>
                </a:lnTo>
                <a:lnTo>
                  <a:pt x="76" y="454"/>
                </a:lnTo>
                <a:lnTo>
                  <a:pt x="76" y="457"/>
                </a:lnTo>
                <a:lnTo>
                  <a:pt x="75" y="459"/>
                </a:lnTo>
                <a:lnTo>
                  <a:pt x="75" y="459"/>
                </a:lnTo>
                <a:lnTo>
                  <a:pt x="76" y="459"/>
                </a:lnTo>
                <a:lnTo>
                  <a:pt x="76" y="458"/>
                </a:lnTo>
                <a:lnTo>
                  <a:pt x="77" y="457"/>
                </a:lnTo>
                <a:lnTo>
                  <a:pt x="77" y="457"/>
                </a:lnTo>
                <a:lnTo>
                  <a:pt x="79" y="458"/>
                </a:lnTo>
                <a:lnTo>
                  <a:pt x="79" y="458"/>
                </a:lnTo>
                <a:lnTo>
                  <a:pt x="79" y="457"/>
                </a:lnTo>
                <a:lnTo>
                  <a:pt x="79" y="455"/>
                </a:lnTo>
                <a:lnTo>
                  <a:pt x="80" y="455"/>
                </a:lnTo>
                <a:lnTo>
                  <a:pt x="80" y="455"/>
                </a:lnTo>
                <a:lnTo>
                  <a:pt x="80" y="457"/>
                </a:lnTo>
                <a:lnTo>
                  <a:pt x="81" y="457"/>
                </a:lnTo>
                <a:lnTo>
                  <a:pt x="81" y="457"/>
                </a:lnTo>
                <a:close/>
                <a:moveTo>
                  <a:pt x="89" y="423"/>
                </a:moveTo>
                <a:lnTo>
                  <a:pt x="89" y="423"/>
                </a:lnTo>
                <a:lnTo>
                  <a:pt x="91" y="427"/>
                </a:lnTo>
                <a:lnTo>
                  <a:pt x="93" y="429"/>
                </a:lnTo>
                <a:lnTo>
                  <a:pt x="93" y="429"/>
                </a:lnTo>
                <a:lnTo>
                  <a:pt x="92" y="430"/>
                </a:lnTo>
                <a:lnTo>
                  <a:pt x="92" y="432"/>
                </a:lnTo>
                <a:lnTo>
                  <a:pt x="92" y="432"/>
                </a:lnTo>
                <a:lnTo>
                  <a:pt x="94" y="438"/>
                </a:lnTo>
                <a:lnTo>
                  <a:pt x="95" y="447"/>
                </a:lnTo>
                <a:lnTo>
                  <a:pt x="95" y="447"/>
                </a:lnTo>
                <a:lnTo>
                  <a:pt x="94" y="448"/>
                </a:lnTo>
                <a:lnTo>
                  <a:pt x="93" y="449"/>
                </a:lnTo>
                <a:lnTo>
                  <a:pt x="93" y="449"/>
                </a:lnTo>
                <a:lnTo>
                  <a:pt x="92" y="449"/>
                </a:lnTo>
                <a:lnTo>
                  <a:pt x="92" y="448"/>
                </a:lnTo>
                <a:lnTo>
                  <a:pt x="91" y="447"/>
                </a:lnTo>
                <a:lnTo>
                  <a:pt x="89" y="448"/>
                </a:lnTo>
                <a:lnTo>
                  <a:pt x="89" y="448"/>
                </a:lnTo>
                <a:lnTo>
                  <a:pt x="89" y="445"/>
                </a:lnTo>
                <a:lnTo>
                  <a:pt x="88" y="443"/>
                </a:lnTo>
                <a:lnTo>
                  <a:pt x="88" y="443"/>
                </a:lnTo>
                <a:lnTo>
                  <a:pt x="87" y="443"/>
                </a:lnTo>
                <a:lnTo>
                  <a:pt x="87" y="444"/>
                </a:lnTo>
                <a:lnTo>
                  <a:pt x="87" y="449"/>
                </a:lnTo>
                <a:lnTo>
                  <a:pt x="87" y="449"/>
                </a:lnTo>
                <a:lnTo>
                  <a:pt x="85" y="448"/>
                </a:lnTo>
                <a:lnTo>
                  <a:pt x="85" y="448"/>
                </a:lnTo>
                <a:lnTo>
                  <a:pt x="86" y="445"/>
                </a:lnTo>
                <a:lnTo>
                  <a:pt x="86" y="443"/>
                </a:lnTo>
                <a:lnTo>
                  <a:pt x="86" y="437"/>
                </a:lnTo>
                <a:lnTo>
                  <a:pt x="86" y="437"/>
                </a:lnTo>
                <a:lnTo>
                  <a:pt x="87" y="437"/>
                </a:lnTo>
                <a:lnTo>
                  <a:pt x="87" y="438"/>
                </a:lnTo>
                <a:lnTo>
                  <a:pt x="87" y="438"/>
                </a:lnTo>
                <a:lnTo>
                  <a:pt x="88" y="440"/>
                </a:lnTo>
                <a:lnTo>
                  <a:pt x="89" y="440"/>
                </a:lnTo>
                <a:lnTo>
                  <a:pt x="89" y="440"/>
                </a:lnTo>
                <a:lnTo>
                  <a:pt x="91" y="439"/>
                </a:lnTo>
                <a:lnTo>
                  <a:pt x="89" y="439"/>
                </a:lnTo>
                <a:lnTo>
                  <a:pt x="88" y="438"/>
                </a:lnTo>
                <a:lnTo>
                  <a:pt x="88" y="438"/>
                </a:lnTo>
                <a:lnTo>
                  <a:pt x="89" y="432"/>
                </a:lnTo>
                <a:lnTo>
                  <a:pt x="89" y="428"/>
                </a:lnTo>
                <a:lnTo>
                  <a:pt x="88" y="425"/>
                </a:lnTo>
                <a:lnTo>
                  <a:pt x="88" y="425"/>
                </a:lnTo>
                <a:lnTo>
                  <a:pt x="89" y="424"/>
                </a:lnTo>
                <a:lnTo>
                  <a:pt x="89" y="423"/>
                </a:lnTo>
                <a:lnTo>
                  <a:pt x="89" y="423"/>
                </a:lnTo>
                <a:close/>
                <a:moveTo>
                  <a:pt x="91" y="434"/>
                </a:moveTo>
                <a:lnTo>
                  <a:pt x="91" y="434"/>
                </a:lnTo>
                <a:lnTo>
                  <a:pt x="89" y="435"/>
                </a:lnTo>
                <a:lnTo>
                  <a:pt x="89" y="437"/>
                </a:lnTo>
                <a:lnTo>
                  <a:pt x="89" y="437"/>
                </a:lnTo>
                <a:lnTo>
                  <a:pt x="91" y="435"/>
                </a:lnTo>
                <a:lnTo>
                  <a:pt x="91" y="435"/>
                </a:lnTo>
                <a:lnTo>
                  <a:pt x="92" y="432"/>
                </a:lnTo>
                <a:lnTo>
                  <a:pt x="92" y="432"/>
                </a:lnTo>
                <a:lnTo>
                  <a:pt x="91" y="430"/>
                </a:lnTo>
                <a:lnTo>
                  <a:pt x="91" y="430"/>
                </a:lnTo>
                <a:lnTo>
                  <a:pt x="91" y="434"/>
                </a:lnTo>
                <a:lnTo>
                  <a:pt x="91" y="434"/>
                </a:lnTo>
                <a:close/>
                <a:moveTo>
                  <a:pt x="82" y="450"/>
                </a:moveTo>
                <a:lnTo>
                  <a:pt x="82" y="450"/>
                </a:lnTo>
                <a:lnTo>
                  <a:pt x="82" y="450"/>
                </a:lnTo>
                <a:lnTo>
                  <a:pt x="81" y="449"/>
                </a:lnTo>
                <a:lnTo>
                  <a:pt x="81" y="449"/>
                </a:lnTo>
                <a:lnTo>
                  <a:pt x="81" y="450"/>
                </a:lnTo>
                <a:lnTo>
                  <a:pt x="81" y="452"/>
                </a:lnTo>
                <a:lnTo>
                  <a:pt x="81" y="453"/>
                </a:lnTo>
                <a:lnTo>
                  <a:pt x="81" y="453"/>
                </a:lnTo>
                <a:lnTo>
                  <a:pt x="81" y="453"/>
                </a:lnTo>
                <a:lnTo>
                  <a:pt x="81" y="452"/>
                </a:lnTo>
                <a:lnTo>
                  <a:pt x="81" y="452"/>
                </a:lnTo>
                <a:lnTo>
                  <a:pt x="83" y="453"/>
                </a:lnTo>
                <a:lnTo>
                  <a:pt x="83" y="450"/>
                </a:lnTo>
                <a:lnTo>
                  <a:pt x="83" y="450"/>
                </a:lnTo>
                <a:lnTo>
                  <a:pt x="85" y="453"/>
                </a:lnTo>
                <a:lnTo>
                  <a:pt x="83" y="454"/>
                </a:lnTo>
                <a:lnTo>
                  <a:pt x="83" y="454"/>
                </a:lnTo>
                <a:lnTo>
                  <a:pt x="83" y="453"/>
                </a:lnTo>
                <a:lnTo>
                  <a:pt x="83" y="453"/>
                </a:lnTo>
                <a:lnTo>
                  <a:pt x="83" y="455"/>
                </a:lnTo>
                <a:lnTo>
                  <a:pt x="83" y="458"/>
                </a:lnTo>
                <a:lnTo>
                  <a:pt x="83" y="458"/>
                </a:lnTo>
                <a:lnTo>
                  <a:pt x="82" y="457"/>
                </a:lnTo>
                <a:lnTo>
                  <a:pt x="82" y="455"/>
                </a:lnTo>
                <a:lnTo>
                  <a:pt x="82" y="455"/>
                </a:lnTo>
                <a:lnTo>
                  <a:pt x="80" y="453"/>
                </a:lnTo>
                <a:lnTo>
                  <a:pt x="79" y="448"/>
                </a:lnTo>
                <a:lnTo>
                  <a:pt x="79" y="448"/>
                </a:lnTo>
                <a:lnTo>
                  <a:pt x="81" y="448"/>
                </a:lnTo>
                <a:lnTo>
                  <a:pt x="81" y="448"/>
                </a:lnTo>
                <a:lnTo>
                  <a:pt x="79" y="447"/>
                </a:lnTo>
                <a:lnTo>
                  <a:pt x="79" y="445"/>
                </a:lnTo>
                <a:lnTo>
                  <a:pt x="79" y="444"/>
                </a:lnTo>
                <a:lnTo>
                  <a:pt x="79" y="444"/>
                </a:lnTo>
                <a:lnTo>
                  <a:pt x="80" y="444"/>
                </a:lnTo>
                <a:lnTo>
                  <a:pt x="81" y="443"/>
                </a:lnTo>
                <a:lnTo>
                  <a:pt x="81" y="443"/>
                </a:lnTo>
                <a:lnTo>
                  <a:pt x="82" y="443"/>
                </a:lnTo>
                <a:lnTo>
                  <a:pt x="83" y="445"/>
                </a:lnTo>
                <a:lnTo>
                  <a:pt x="83" y="449"/>
                </a:lnTo>
                <a:lnTo>
                  <a:pt x="83" y="449"/>
                </a:lnTo>
                <a:lnTo>
                  <a:pt x="82" y="448"/>
                </a:lnTo>
                <a:lnTo>
                  <a:pt x="81" y="449"/>
                </a:lnTo>
                <a:lnTo>
                  <a:pt x="81" y="449"/>
                </a:lnTo>
                <a:lnTo>
                  <a:pt x="82" y="449"/>
                </a:lnTo>
                <a:lnTo>
                  <a:pt x="82" y="450"/>
                </a:lnTo>
                <a:lnTo>
                  <a:pt x="82" y="450"/>
                </a:lnTo>
                <a:close/>
                <a:moveTo>
                  <a:pt x="75" y="402"/>
                </a:moveTo>
                <a:lnTo>
                  <a:pt x="75" y="402"/>
                </a:lnTo>
                <a:lnTo>
                  <a:pt x="75" y="403"/>
                </a:lnTo>
                <a:lnTo>
                  <a:pt x="76" y="403"/>
                </a:lnTo>
                <a:lnTo>
                  <a:pt x="76" y="403"/>
                </a:lnTo>
                <a:lnTo>
                  <a:pt x="76" y="408"/>
                </a:lnTo>
                <a:lnTo>
                  <a:pt x="76" y="408"/>
                </a:lnTo>
                <a:lnTo>
                  <a:pt x="76" y="412"/>
                </a:lnTo>
                <a:lnTo>
                  <a:pt x="75" y="413"/>
                </a:lnTo>
                <a:lnTo>
                  <a:pt x="74" y="413"/>
                </a:lnTo>
                <a:lnTo>
                  <a:pt x="74" y="413"/>
                </a:lnTo>
                <a:lnTo>
                  <a:pt x="75" y="412"/>
                </a:lnTo>
                <a:lnTo>
                  <a:pt x="75" y="410"/>
                </a:lnTo>
                <a:lnTo>
                  <a:pt x="72" y="410"/>
                </a:lnTo>
                <a:lnTo>
                  <a:pt x="72" y="410"/>
                </a:lnTo>
                <a:lnTo>
                  <a:pt x="72" y="412"/>
                </a:lnTo>
                <a:lnTo>
                  <a:pt x="72" y="413"/>
                </a:lnTo>
                <a:lnTo>
                  <a:pt x="72" y="417"/>
                </a:lnTo>
                <a:lnTo>
                  <a:pt x="72" y="417"/>
                </a:lnTo>
                <a:lnTo>
                  <a:pt x="71" y="417"/>
                </a:lnTo>
                <a:lnTo>
                  <a:pt x="71" y="415"/>
                </a:lnTo>
                <a:lnTo>
                  <a:pt x="71" y="414"/>
                </a:lnTo>
                <a:lnTo>
                  <a:pt x="71" y="414"/>
                </a:lnTo>
                <a:lnTo>
                  <a:pt x="70" y="410"/>
                </a:lnTo>
                <a:lnTo>
                  <a:pt x="70" y="410"/>
                </a:lnTo>
                <a:lnTo>
                  <a:pt x="70" y="405"/>
                </a:lnTo>
                <a:lnTo>
                  <a:pt x="70" y="402"/>
                </a:lnTo>
                <a:lnTo>
                  <a:pt x="70" y="402"/>
                </a:lnTo>
                <a:lnTo>
                  <a:pt x="70" y="402"/>
                </a:lnTo>
                <a:lnTo>
                  <a:pt x="71" y="402"/>
                </a:lnTo>
                <a:lnTo>
                  <a:pt x="71" y="403"/>
                </a:lnTo>
                <a:lnTo>
                  <a:pt x="72" y="403"/>
                </a:lnTo>
                <a:lnTo>
                  <a:pt x="72" y="403"/>
                </a:lnTo>
                <a:lnTo>
                  <a:pt x="71" y="404"/>
                </a:lnTo>
                <a:lnTo>
                  <a:pt x="71" y="405"/>
                </a:lnTo>
                <a:lnTo>
                  <a:pt x="71" y="410"/>
                </a:lnTo>
                <a:lnTo>
                  <a:pt x="71" y="410"/>
                </a:lnTo>
                <a:lnTo>
                  <a:pt x="74" y="409"/>
                </a:lnTo>
                <a:lnTo>
                  <a:pt x="74" y="407"/>
                </a:lnTo>
                <a:lnTo>
                  <a:pt x="74" y="407"/>
                </a:lnTo>
                <a:lnTo>
                  <a:pt x="72" y="407"/>
                </a:lnTo>
                <a:lnTo>
                  <a:pt x="72" y="408"/>
                </a:lnTo>
                <a:lnTo>
                  <a:pt x="72" y="408"/>
                </a:lnTo>
                <a:lnTo>
                  <a:pt x="72" y="407"/>
                </a:lnTo>
                <a:lnTo>
                  <a:pt x="72" y="405"/>
                </a:lnTo>
                <a:lnTo>
                  <a:pt x="75" y="402"/>
                </a:lnTo>
                <a:lnTo>
                  <a:pt x="75" y="402"/>
                </a:lnTo>
                <a:close/>
                <a:moveTo>
                  <a:pt x="82" y="465"/>
                </a:moveTo>
                <a:lnTo>
                  <a:pt x="82" y="465"/>
                </a:lnTo>
                <a:lnTo>
                  <a:pt x="83" y="467"/>
                </a:lnTo>
                <a:lnTo>
                  <a:pt x="82" y="468"/>
                </a:lnTo>
                <a:lnTo>
                  <a:pt x="81" y="471"/>
                </a:lnTo>
                <a:lnTo>
                  <a:pt x="81" y="472"/>
                </a:lnTo>
                <a:lnTo>
                  <a:pt x="81" y="472"/>
                </a:lnTo>
                <a:lnTo>
                  <a:pt x="82" y="471"/>
                </a:lnTo>
                <a:lnTo>
                  <a:pt x="82" y="471"/>
                </a:lnTo>
                <a:lnTo>
                  <a:pt x="83" y="473"/>
                </a:lnTo>
                <a:lnTo>
                  <a:pt x="83" y="473"/>
                </a:lnTo>
                <a:lnTo>
                  <a:pt x="82" y="473"/>
                </a:lnTo>
                <a:lnTo>
                  <a:pt x="82" y="474"/>
                </a:lnTo>
                <a:lnTo>
                  <a:pt x="82" y="476"/>
                </a:lnTo>
                <a:lnTo>
                  <a:pt x="81" y="477"/>
                </a:lnTo>
                <a:lnTo>
                  <a:pt x="81" y="477"/>
                </a:lnTo>
                <a:lnTo>
                  <a:pt x="80" y="476"/>
                </a:lnTo>
                <a:lnTo>
                  <a:pt x="79" y="476"/>
                </a:lnTo>
                <a:lnTo>
                  <a:pt x="79" y="477"/>
                </a:lnTo>
                <a:lnTo>
                  <a:pt x="79" y="477"/>
                </a:lnTo>
                <a:lnTo>
                  <a:pt x="77" y="476"/>
                </a:lnTo>
                <a:lnTo>
                  <a:pt x="77" y="474"/>
                </a:lnTo>
                <a:lnTo>
                  <a:pt x="79" y="472"/>
                </a:lnTo>
                <a:lnTo>
                  <a:pt x="79" y="472"/>
                </a:lnTo>
                <a:lnTo>
                  <a:pt x="80" y="474"/>
                </a:lnTo>
                <a:lnTo>
                  <a:pt x="80" y="474"/>
                </a:lnTo>
                <a:lnTo>
                  <a:pt x="81" y="474"/>
                </a:lnTo>
                <a:lnTo>
                  <a:pt x="81" y="474"/>
                </a:lnTo>
                <a:lnTo>
                  <a:pt x="81" y="474"/>
                </a:lnTo>
                <a:lnTo>
                  <a:pt x="80" y="474"/>
                </a:lnTo>
                <a:lnTo>
                  <a:pt x="80" y="469"/>
                </a:lnTo>
                <a:lnTo>
                  <a:pt x="80" y="469"/>
                </a:lnTo>
                <a:lnTo>
                  <a:pt x="79" y="469"/>
                </a:lnTo>
                <a:lnTo>
                  <a:pt x="79" y="469"/>
                </a:lnTo>
                <a:lnTo>
                  <a:pt x="77" y="468"/>
                </a:lnTo>
                <a:lnTo>
                  <a:pt x="77" y="468"/>
                </a:lnTo>
                <a:lnTo>
                  <a:pt x="80" y="468"/>
                </a:lnTo>
                <a:lnTo>
                  <a:pt x="81" y="468"/>
                </a:lnTo>
                <a:lnTo>
                  <a:pt x="82" y="468"/>
                </a:lnTo>
                <a:lnTo>
                  <a:pt x="82" y="465"/>
                </a:lnTo>
                <a:lnTo>
                  <a:pt x="82" y="465"/>
                </a:lnTo>
                <a:close/>
                <a:moveTo>
                  <a:pt x="81" y="384"/>
                </a:moveTo>
                <a:lnTo>
                  <a:pt x="81" y="384"/>
                </a:lnTo>
                <a:lnTo>
                  <a:pt x="81" y="382"/>
                </a:lnTo>
                <a:lnTo>
                  <a:pt x="81" y="380"/>
                </a:lnTo>
                <a:lnTo>
                  <a:pt x="81" y="380"/>
                </a:lnTo>
                <a:lnTo>
                  <a:pt x="82" y="380"/>
                </a:lnTo>
                <a:lnTo>
                  <a:pt x="82" y="382"/>
                </a:lnTo>
                <a:lnTo>
                  <a:pt x="81" y="383"/>
                </a:lnTo>
                <a:lnTo>
                  <a:pt x="81" y="384"/>
                </a:lnTo>
                <a:lnTo>
                  <a:pt x="81" y="384"/>
                </a:lnTo>
                <a:close/>
                <a:moveTo>
                  <a:pt x="50" y="24"/>
                </a:moveTo>
                <a:lnTo>
                  <a:pt x="50" y="24"/>
                </a:lnTo>
                <a:lnTo>
                  <a:pt x="50" y="23"/>
                </a:lnTo>
                <a:lnTo>
                  <a:pt x="50" y="20"/>
                </a:lnTo>
                <a:lnTo>
                  <a:pt x="50" y="16"/>
                </a:lnTo>
                <a:lnTo>
                  <a:pt x="50" y="16"/>
                </a:lnTo>
                <a:lnTo>
                  <a:pt x="50" y="18"/>
                </a:lnTo>
                <a:lnTo>
                  <a:pt x="50" y="19"/>
                </a:lnTo>
                <a:lnTo>
                  <a:pt x="50" y="24"/>
                </a:lnTo>
                <a:lnTo>
                  <a:pt x="50" y="24"/>
                </a:lnTo>
                <a:close/>
                <a:moveTo>
                  <a:pt x="80" y="383"/>
                </a:moveTo>
                <a:lnTo>
                  <a:pt x="80" y="383"/>
                </a:lnTo>
                <a:lnTo>
                  <a:pt x="81" y="385"/>
                </a:lnTo>
                <a:lnTo>
                  <a:pt x="82" y="387"/>
                </a:lnTo>
                <a:lnTo>
                  <a:pt x="82" y="387"/>
                </a:lnTo>
                <a:lnTo>
                  <a:pt x="82" y="389"/>
                </a:lnTo>
                <a:lnTo>
                  <a:pt x="81" y="390"/>
                </a:lnTo>
                <a:lnTo>
                  <a:pt x="81" y="390"/>
                </a:lnTo>
                <a:lnTo>
                  <a:pt x="81" y="390"/>
                </a:lnTo>
                <a:lnTo>
                  <a:pt x="81" y="388"/>
                </a:lnTo>
                <a:lnTo>
                  <a:pt x="81" y="385"/>
                </a:lnTo>
                <a:lnTo>
                  <a:pt x="81" y="385"/>
                </a:lnTo>
                <a:lnTo>
                  <a:pt x="80" y="385"/>
                </a:lnTo>
                <a:lnTo>
                  <a:pt x="80" y="387"/>
                </a:lnTo>
                <a:lnTo>
                  <a:pt x="80" y="387"/>
                </a:lnTo>
                <a:lnTo>
                  <a:pt x="79" y="385"/>
                </a:lnTo>
                <a:lnTo>
                  <a:pt x="80" y="383"/>
                </a:lnTo>
                <a:lnTo>
                  <a:pt x="80" y="383"/>
                </a:lnTo>
                <a:close/>
                <a:moveTo>
                  <a:pt x="79" y="15"/>
                </a:moveTo>
                <a:lnTo>
                  <a:pt x="79" y="15"/>
                </a:lnTo>
                <a:lnTo>
                  <a:pt x="80" y="15"/>
                </a:lnTo>
                <a:lnTo>
                  <a:pt x="80" y="18"/>
                </a:lnTo>
                <a:lnTo>
                  <a:pt x="80" y="18"/>
                </a:lnTo>
                <a:lnTo>
                  <a:pt x="81" y="16"/>
                </a:lnTo>
                <a:lnTo>
                  <a:pt x="82" y="18"/>
                </a:lnTo>
                <a:lnTo>
                  <a:pt x="82" y="18"/>
                </a:lnTo>
                <a:lnTo>
                  <a:pt x="83" y="20"/>
                </a:lnTo>
                <a:lnTo>
                  <a:pt x="83" y="24"/>
                </a:lnTo>
                <a:lnTo>
                  <a:pt x="83" y="24"/>
                </a:lnTo>
                <a:lnTo>
                  <a:pt x="85" y="36"/>
                </a:lnTo>
                <a:lnTo>
                  <a:pt x="85" y="36"/>
                </a:lnTo>
                <a:lnTo>
                  <a:pt x="85" y="38"/>
                </a:lnTo>
                <a:lnTo>
                  <a:pt x="85" y="38"/>
                </a:lnTo>
                <a:lnTo>
                  <a:pt x="85" y="48"/>
                </a:lnTo>
                <a:lnTo>
                  <a:pt x="86" y="56"/>
                </a:lnTo>
                <a:lnTo>
                  <a:pt x="86" y="56"/>
                </a:lnTo>
                <a:lnTo>
                  <a:pt x="86" y="60"/>
                </a:lnTo>
                <a:lnTo>
                  <a:pt x="86" y="60"/>
                </a:lnTo>
                <a:lnTo>
                  <a:pt x="87" y="63"/>
                </a:lnTo>
                <a:lnTo>
                  <a:pt x="87" y="63"/>
                </a:lnTo>
                <a:lnTo>
                  <a:pt x="86" y="65"/>
                </a:lnTo>
                <a:lnTo>
                  <a:pt x="86" y="65"/>
                </a:lnTo>
                <a:lnTo>
                  <a:pt x="87" y="73"/>
                </a:lnTo>
                <a:lnTo>
                  <a:pt x="86" y="79"/>
                </a:lnTo>
                <a:lnTo>
                  <a:pt x="86" y="79"/>
                </a:lnTo>
                <a:lnTo>
                  <a:pt x="85" y="79"/>
                </a:lnTo>
                <a:lnTo>
                  <a:pt x="83" y="80"/>
                </a:lnTo>
                <a:lnTo>
                  <a:pt x="83" y="80"/>
                </a:lnTo>
                <a:lnTo>
                  <a:pt x="85" y="80"/>
                </a:lnTo>
                <a:lnTo>
                  <a:pt x="85" y="80"/>
                </a:lnTo>
                <a:lnTo>
                  <a:pt x="86" y="80"/>
                </a:lnTo>
                <a:lnTo>
                  <a:pt x="86" y="80"/>
                </a:lnTo>
                <a:lnTo>
                  <a:pt x="87" y="85"/>
                </a:lnTo>
                <a:lnTo>
                  <a:pt x="88" y="88"/>
                </a:lnTo>
                <a:lnTo>
                  <a:pt x="88" y="88"/>
                </a:lnTo>
                <a:lnTo>
                  <a:pt x="88" y="89"/>
                </a:lnTo>
                <a:lnTo>
                  <a:pt x="88" y="90"/>
                </a:lnTo>
                <a:lnTo>
                  <a:pt x="87" y="90"/>
                </a:lnTo>
                <a:lnTo>
                  <a:pt x="87" y="90"/>
                </a:lnTo>
                <a:lnTo>
                  <a:pt x="88" y="93"/>
                </a:lnTo>
                <a:lnTo>
                  <a:pt x="88" y="94"/>
                </a:lnTo>
                <a:lnTo>
                  <a:pt x="87" y="95"/>
                </a:lnTo>
                <a:lnTo>
                  <a:pt x="87" y="95"/>
                </a:lnTo>
                <a:lnTo>
                  <a:pt x="89" y="95"/>
                </a:lnTo>
                <a:lnTo>
                  <a:pt x="89" y="95"/>
                </a:lnTo>
                <a:lnTo>
                  <a:pt x="89" y="96"/>
                </a:lnTo>
                <a:lnTo>
                  <a:pt x="89" y="98"/>
                </a:lnTo>
                <a:lnTo>
                  <a:pt x="89" y="98"/>
                </a:lnTo>
                <a:lnTo>
                  <a:pt x="91" y="96"/>
                </a:lnTo>
                <a:lnTo>
                  <a:pt x="93" y="95"/>
                </a:lnTo>
                <a:lnTo>
                  <a:pt x="93" y="95"/>
                </a:lnTo>
                <a:lnTo>
                  <a:pt x="91" y="95"/>
                </a:lnTo>
                <a:lnTo>
                  <a:pt x="89" y="94"/>
                </a:lnTo>
                <a:lnTo>
                  <a:pt x="89" y="94"/>
                </a:lnTo>
                <a:lnTo>
                  <a:pt x="89" y="93"/>
                </a:lnTo>
                <a:lnTo>
                  <a:pt x="89" y="90"/>
                </a:lnTo>
                <a:lnTo>
                  <a:pt x="92" y="90"/>
                </a:lnTo>
                <a:lnTo>
                  <a:pt x="92" y="90"/>
                </a:lnTo>
                <a:lnTo>
                  <a:pt x="92" y="89"/>
                </a:lnTo>
                <a:lnTo>
                  <a:pt x="91" y="89"/>
                </a:lnTo>
                <a:lnTo>
                  <a:pt x="89" y="88"/>
                </a:lnTo>
                <a:lnTo>
                  <a:pt x="88" y="86"/>
                </a:lnTo>
                <a:lnTo>
                  <a:pt x="88" y="86"/>
                </a:lnTo>
                <a:lnTo>
                  <a:pt x="91" y="88"/>
                </a:lnTo>
                <a:lnTo>
                  <a:pt x="91" y="88"/>
                </a:lnTo>
                <a:lnTo>
                  <a:pt x="91" y="86"/>
                </a:lnTo>
                <a:lnTo>
                  <a:pt x="91" y="85"/>
                </a:lnTo>
                <a:lnTo>
                  <a:pt x="89" y="84"/>
                </a:lnTo>
                <a:lnTo>
                  <a:pt x="91" y="83"/>
                </a:lnTo>
                <a:lnTo>
                  <a:pt x="91" y="83"/>
                </a:lnTo>
                <a:lnTo>
                  <a:pt x="88" y="80"/>
                </a:lnTo>
                <a:lnTo>
                  <a:pt x="88" y="76"/>
                </a:lnTo>
                <a:lnTo>
                  <a:pt x="88" y="76"/>
                </a:lnTo>
                <a:lnTo>
                  <a:pt x="89" y="80"/>
                </a:lnTo>
                <a:lnTo>
                  <a:pt x="89" y="80"/>
                </a:lnTo>
                <a:lnTo>
                  <a:pt x="92" y="78"/>
                </a:lnTo>
                <a:lnTo>
                  <a:pt x="92" y="78"/>
                </a:lnTo>
                <a:lnTo>
                  <a:pt x="92" y="76"/>
                </a:lnTo>
                <a:lnTo>
                  <a:pt x="91" y="78"/>
                </a:lnTo>
                <a:lnTo>
                  <a:pt x="91" y="78"/>
                </a:lnTo>
                <a:lnTo>
                  <a:pt x="91" y="78"/>
                </a:lnTo>
                <a:lnTo>
                  <a:pt x="91" y="78"/>
                </a:lnTo>
                <a:lnTo>
                  <a:pt x="89" y="76"/>
                </a:lnTo>
                <a:lnTo>
                  <a:pt x="89" y="76"/>
                </a:lnTo>
                <a:lnTo>
                  <a:pt x="88" y="75"/>
                </a:lnTo>
                <a:lnTo>
                  <a:pt x="88" y="74"/>
                </a:lnTo>
                <a:lnTo>
                  <a:pt x="89" y="73"/>
                </a:lnTo>
                <a:lnTo>
                  <a:pt x="89" y="73"/>
                </a:lnTo>
                <a:lnTo>
                  <a:pt x="89" y="73"/>
                </a:lnTo>
                <a:lnTo>
                  <a:pt x="89" y="74"/>
                </a:lnTo>
                <a:lnTo>
                  <a:pt x="89" y="75"/>
                </a:lnTo>
                <a:lnTo>
                  <a:pt x="89" y="75"/>
                </a:lnTo>
                <a:lnTo>
                  <a:pt x="91" y="75"/>
                </a:lnTo>
                <a:lnTo>
                  <a:pt x="92" y="76"/>
                </a:lnTo>
                <a:lnTo>
                  <a:pt x="92" y="76"/>
                </a:lnTo>
                <a:lnTo>
                  <a:pt x="93" y="75"/>
                </a:lnTo>
                <a:lnTo>
                  <a:pt x="93" y="73"/>
                </a:lnTo>
                <a:lnTo>
                  <a:pt x="93" y="70"/>
                </a:lnTo>
                <a:lnTo>
                  <a:pt x="93" y="70"/>
                </a:lnTo>
                <a:lnTo>
                  <a:pt x="92" y="70"/>
                </a:lnTo>
                <a:lnTo>
                  <a:pt x="92" y="71"/>
                </a:lnTo>
                <a:lnTo>
                  <a:pt x="92" y="73"/>
                </a:lnTo>
                <a:lnTo>
                  <a:pt x="92" y="73"/>
                </a:lnTo>
                <a:lnTo>
                  <a:pt x="92" y="73"/>
                </a:lnTo>
                <a:lnTo>
                  <a:pt x="91" y="73"/>
                </a:lnTo>
                <a:lnTo>
                  <a:pt x="89" y="73"/>
                </a:lnTo>
                <a:lnTo>
                  <a:pt x="89" y="70"/>
                </a:lnTo>
                <a:lnTo>
                  <a:pt x="89" y="70"/>
                </a:lnTo>
                <a:lnTo>
                  <a:pt x="89" y="70"/>
                </a:lnTo>
                <a:lnTo>
                  <a:pt x="89" y="70"/>
                </a:lnTo>
                <a:lnTo>
                  <a:pt x="92" y="70"/>
                </a:lnTo>
                <a:lnTo>
                  <a:pt x="92" y="70"/>
                </a:lnTo>
                <a:lnTo>
                  <a:pt x="93" y="69"/>
                </a:lnTo>
                <a:lnTo>
                  <a:pt x="94" y="66"/>
                </a:lnTo>
                <a:lnTo>
                  <a:pt x="94" y="66"/>
                </a:lnTo>
                <a:lnTo>
                  <a:pt x="97" y="68"/>
                </a:lnTo>
                <a:lnTo>
                  <a:pt x="97" y="68"/>
                </a:lnTo>
                <a:lnTo>
                  <a:pt x="95" y="69"/>
                </a:lnTo>
                <a:lnTo>
                  <a:pt x="95" y="69"/>
                </a:lnTo>
                <a:lnTo>
                  <a:pt x="97" y="69"/>
                </a:lnTo>
                <a:lnTo>
                  <a:pt x="97" y="69"/>
                </a:lnTo>
                <a:lnTo>
                  <a:pt x="98" y="69"/>
                </a:lnTo>
                <a:lnTo>
                  <a:pt x="99" y="69"/>
                </a:lnTo>
                <a:lnTo>
                  <a:pt x="99" y="69"/>
                </a:lnTo>
                <a:lnTo>
                  <a:pt x="99" y="69"/>
                </a:lnTo>
                <a:lnTo>
                  <a:pt x="99" y="70"/>
                </a:lnTo>
                <a:lnTo>
                  <a:pt x="99" y="73"/>
                </a:lnTo>
                <a:lnTo>
                  <a:pt x="99" y="73"/>
                </a:lnTo>
                <a:lnTo>
                  <a:pt x="99" y="75"/>
                </a:lnTo>
                <a:lnTo>
                  <a:pt x="99" y="75"/>
                </a:lnTo>
                <a:lnTo>
                  <a:pt x="98" y="84"/>
                </a:lnTo>
                <a:lnTo>
                  <a:pt x="98" y="84"/>
                </a:lnTo>
                <a:lnTo>
                  <a:pt x="98" y="86"/>
                </a:lnTo>
                <a:lnTo>
                  <a:pt x="98" y="86"/>
                </a:lnTo>
                <a:lnTo>
                  <a:pt x="98" y="94"/>
                </a:lnTo>
                <a:lnTo>
                  <a:pt x="98" y="100"/>
                </a:lnTo>
                <a:lnTo>
                  <a:pt x="98" y="100"/>
                </a:lnTo>
                <a:lnTo>
                  <a:pt x="97" y="105"/>
                </a:lnTo>
                <a:lnTo>
                  <a:pt x="97" y="105"/>
                </a:lnTo>
                <a:lnTo>
                  <a:pt x="95" y="120"/>
                </a:lnTo>
                <a:lnTo>
                  <a:pt x="93" y="135"/>
                </a:lnTo>
                <a:lnTo>
                  <a:pt x="93" y="135"/>
                </a:lnTo>
                <a:lnTo>
                  <a:pt x="92" y="138"/>
                </a:lnTo>
                <a:lnTo>
                  <a:pt x="92" y="138"/>
                </a:lnTo>
                <a:lnTo>
                  <a:pt x="92" y="141"/>
                </a:lnTo>
                <a:lnTo>
                  <a:pt x="92" y="145"/>
                </a:lnTo>
                <a:lnTo>
                  <a:pt x="92" y="145"/>
                </a:lnTo>
                <a:lnTo>
                  <a:pt x="92" y="146"/>
                </a:lnTo>
                <a:lnTo>
                  <a:pt x="92" y="149"/>
                </a:lnTo>
                <a:lnTo>
                  <a:pt x="92" y="149"/>
                </a:lnTo>
                <a:lnTo>
                  <a:pt x="92" y="150"/>
                </a:lnTo>
                <a:lnTo>
                  <a:pt x="92" y="151"/>
                </a:lnTo>
                <a:lnTo>
                  <a:pt x="91" y="153"/>
                </a:lnTo>
                <a:lnTo>
                  <a:pt x="91" y="153"/>
                </a:lnTo>
                <a:lnTo>
                  <a:pt x="91" y="155"/>
                </a:lnTo>
                <a:lnTo>
                  <a:pt x="91" y="158"/>
                </a:lnTo>
                <a:lnTo>
                  <a:pt x="91" y="160"/>
                </a:lnTo>
                <a:lnTo>
                  <a:pt x="91" y="163"/>
                </a:lnTo>
                <a:lnTo>
                  <a:pt x="91" y="163"/>
                </a:lnTo>
                <a:lnTo>
                  <a:pt x="91" y="163"/>
                </a:lnTo>
                <a:lnTo>
                  <a:pt x="89" y="163"/>
                </a:lnTo>
                <a:lnTo>
                  <a:pt x="89" y="161"/>
                </a:lnTo>
                <a:lnTo>
                  <a:pt x="89" y="161"/>
                </a:lnTo>
                <a:lnTo>
                  <a:pt x="89" y="161"/>
                </a:lnTo>
                <a:lnTo>
                  <a:pt x="88" y="163"/>
                </a:lnTo>
                <a:lnTo>
                  <a:pt x="88" y="164"/>
                </a:lnTo>
                <a:lnTo>
                  <a:pt x="89" y="165"/>
                </a:lnTo>
                <a:lnTo>
                  <a:pt x="91" y="165"/>
                </a:lnTo>
                <a:lnTo>
                  <a:pt x="91" y="165"/>
                </a:lnTo>
                <a:lnTo>
                  <a:pt x="89" y="169"/>
                </a:lnTo>
                <a:lnTo>
                  <a:pt x="89" y="170"/>
                </a:lnTo>
                <a:lnTo>
                  <a:pt x="88" y="171"/>
                </a:lnTo>
                <a:lnTo>
                  <a:pt x="88" y="171"/>
                </a:lnTo>
                <a:lnTo>
                  <a:pt x="88" y="174"/>
                </a:lnTo>
                <a:lnTo>
                  <a:pt x="88" y="176"/>
                </a:lnTo>
                <a:lnTo>
                  <a:pt x="88" y="179"/>
                </a:lnTo>
                <a:lnTo>
                  <a:pt x="88" y="181"/>
                </a:lnTo>
                <a:lnTo>
                  <a:pt x="88" y="181"/>
                </a:lnTo>
                <a:lnTo>
                  <a:pt x="88" y="183"/>
                </a:lnTo>
                <a:lnTo>
                  <a:pt x="87" y="183"/>
                </a:lnTo>
                <a:lnTo>
                  <a:pt x="87" y="183"/>
                </a:lnTo>
                <a:lnTo>
                  <a:pt x="88" y="185"/>
                </a:lnTo>
                <a:lnTo>
                  <a:pt x="88" y="185"/>
                </a:lnTo>
                <a:lnTo>
                  <a:pt x="87" y="190"/>
                </a:lnTo>
                <a:lnTo>
                  <a:pt x="86" y="195"/>
                </a:lnTo>
                <a:lnTo>
                  <a:pt x="86" y="195"/>
                </a:lnTo>
                <a:lnTo>
                  <a:pt x="86" y="198"/>
                </a:lnTo>
                <a:lnTo>
                  <a:pt x="87" y="199"/>
                </a:lnTo>
                <a:lnTo>
                  <a:pt x="87" y="199"/>
                </a:lnTo>
                <a:lnTo>
                  <a:pt x="87" y="199"/>
                </a:lnTo>
                <a:lnTo>
                  <a:pt x="86" y="199"/>
                </a:lnTo>
                <a:lnTo>
                  <a:pt x="86" y="199"/>
                </a:lnTo>
                <a:lnTo>
                  <a:pt x="86" y="204"/>
                </a:lnTo>
                <a:lnTo>
                  <a:pt x="86" y="208"/>
                </a:lnTo>
                <a:lnTo>
                  <a:pt x="86" y="208"/>
                </a:lnTo>
                <a:lnTo>
                  <a:pt x="86" y="208"/>
                </a:lnTo>
                <a:lnTo>
                  <a:pt x="87" y="208"/>
                </a:lnTo>
                <a:lnTo>
                  <a:pt x="87" y="208"/>
                </a:lnTo>
                <a:lnTo>
                  <a:pt x="86" y="211"/>
                </a:lnTo>
                <a:lnTo>
                  <a:pt x="86" y="211"/>
                </a:lnTo>
                <a:lnTo>
                  <a:pt x="86" y="213"/>
                </a:lnTo>
                <a:lnTo>
                  <a:pt x="86" y="213"/>
                </a:lnTo>
                <a:lnTo>
                  <a:pt x="86" y="214"/>
                </a:lnTo>
                <a:lnTo>
                  <a:pt x="86" y="215"/>
                </a:lnTo>
                <a:lnTo>
                  <a:pt x="86" y="215"/>
                </a:lnTo>
                <a:lnTo>
                  <a:pt x="85" y="221"/>
                </a:lnTo>
                <a:lnTo>
                  <a:pt x="85" y="221"/>
                </a:lnTo>
                <a:lnTo>
                  <a:pt x="86" y="226"/>
                </a:lnTo>
                <a:lnTo>
                  <a:pt x="86" y="226"/>
                </a:lnTo>
                <a:lnTo>
                  <a:pt x="87" y="230"/>
                </a:lnTo>
                <a:lnTo>
                  <a:pt x="87" y="230"/>
                </a:lnTo>
                <a:lnTo>
                  <a:pt x="87" y="243"/>
                </a:lnTo>
                <a:lnTo>
                  <a:pt x="87" y="243"/>
                </a:lnTo>
                <a:lnTo>
                  <a:pt x="87" y="248"/>
                </a:lnTo>
                <a:lnTo>
                  <a:pt x="87" y="250"/>
                </a:lnTo>
                <a:lnTo>
                  <a:pt x="86" y="253"/>
                </a:lnTo>
                <a:lnTo>
                  <a:pt x="86" y="253"/>
                </a:lnTo>
                <a:lnTo>
                  <a:pt x="87" y="255"/>
                </a:lnTo>
                <a:lnTo>
                  <a:pt x="87" y="255"/>
                </a:lnTo>
                <a:lnTo>
                  <a:pt x="87" y="257"/>
                </a:lnTo>
                <a:lnTo>
                  <a:pt x="87" y="257"/>
                </a:lnTo>
                <a:lnTo>
                  <a:pt x="88" y="262"/>
                </a:lnTo>
                <a:lnTo>
                  <a:pt x="88" y="262"/>
                </a:lnTo>
                <a:lnTo>
                  <a:pt x="87" y="267"/>
                </a:lnTo>
                <a:lnTo>
                  <a:pt x="87" y="272"/>
                </a:lnTo>
                <a:lnTo>
                  <a:pt x="87" y="272"/>
                </a:lnTo>
                <a:lnTo>
                  <a:pt x="88" y="274"/>
                </a:lnTo>
                <a:lnTo>
                  <a:pt x="88" y="274"/>
                </a:lnTo>
                <a:lnTo>
                  <a:pt x="87" y="277"/>
                </a:lnTo>
                <a:lnTo>
                  <a:pt x="87" y="277"/>
                </a:lnTo>
                <a:lnTo>
                  <a:pt x="88" y="279"/>
                </a:lnTo>
                <a:lnTo>
                  <a:pt x="88" y="279"/>
                </a:lnTo>
                <a:lnTo>
                  <a:pt x="87" y="282"/>
                </a:lnTo>
                <a:lnTo>
                  <a:pt x="87" y="282"/>
                </a:lnTo>
                <a:lnTo>
                  <a:pt x="88" y="284"/>
                </a:lnTo>
                <a:lnTo>
                  <a:pt x="88" y="284"/>
                </a:lnTo>
                <a:lnTo>
                  <a:pt x="88" y="290"/>
                </a:lnTo>
                <a:lnTo>
                  <a:pt x="88" y="298"/>
                </a:lnTo>
                <a:lnTo>
                  <a:pt x="88" y="298"/>
                </a:lnTo>
                <a:lnTo>
                  <a:pt x="87" y="299"/>
                </a:lnTo>
                <a:lnTo>
                  <a:pt x="87" y="299"/>
                </a:lnTo>
                <a:lnTo>
                  <a:pt x="88" y="303"/>
                </a:lnTo>
                <a:lnTo>
                  <a:pt x="88" y="305"/>
                </a:lnTo>
                <a:lnTo>
                  <a:pt x="88" y="308"/>
                </a:lnTo>
                <a:lnTo>
                  <a:pt x="88" y="308"/>
                </a:lnTo>
                <a:lnTo>
                  <a:pt x="88" y="309"/>
                </a:lnTo>
                <a:lnTo>
                  <a:pt x="88" y="312"/>
                </a:lnTo>
                <a:lnTo>
                  <a:pt x="88" y="318"/>
                </a:lnTo>
                <a:lnTo>
                  <a:pt x="88" y="318"/>
                </a:lnTo>
                <a:lnTo>
                  <a:pt x="87" y="317"/>
                </a:lnTo>
                <a:lnTo>
                  <a:pt x="87" y="317"/>
                </a:lnTo>
                <a:lnTo>
                  <a:pt x="86" y="315"/>
                </a:lnTo>
                <a:lnTo>
                  <a:pt x="86" y="315"/>
                </a:lnTo>
                <a:lnTo>
                  <a:pt x="87" y="318"/>
                </a:lnTo>
                <a:lnTo>
                  <a:pt x="88" y="318"/>
                </a:lnTo>
                <a:lnTo>
                  <a:pt x="88" y="318"/>
                </a:lnTo>
                <a:lnTo>
                  <a:pt x="87" y="320"/>
                </a:lnTo>
                <a:lnTo>
                  <a:pt x="87" y="324"/>
                </a:lnTo>
                <a:lnTo>
                  <a:pt x="87" y="324"/>
                </a:lnTo>
                <a:lnTo>
                  <a:pt x="87" y="325"/>
                </a:lnTo>
                <a:lnTo>
                  <a:pt x="88" y="325"/>
                </a:lnTo>
                <a:lnTo>
                  <a:pt x="89" y="327"/>
                </a:lnTo>
                <a:lnTo>
                  <a:pt x="89" y="327"/>
                </a:lnTo>
                <a:lnTo>
                  <a:pt x="89" y="335"/>
                </a:lnTo>
                <a:lnTo>
                  <a:pt x="88" y="343"/>
                </a:lnTo>
                <a:lnTo>
                  <a:pt x="88" y="343"/>
                </a:lnTo>
                <a:lnTo>
                  <a:pt x="89" y="347"/>
                </a:lnTo>
                <a:lnTo>
                  <a:pt x="89" y="347"/>
                </a:lnTo>
                <a:lnTo>
                  <a:pt x="89" y="353"/>
                </a:lnTo>
                <a:lnTo>
                  <a:pt x="89" y="358"/>
                </a:lnTo>
                <a:lnTo>
                  <a:pt x="89" y="358"/>
                </a:lnTo>
                <a:lnTo>
                  <a:pt x="89" y="362"/>
                </a:lnTo>
                <a:lnTo>
                  <a:pt x="89" y="362"/>
                </a:lnTo>
                <a:lnTo>
                  <a:pt x="88" y="364"/>
                </a:lnTo>
                <a:lnTo>
                  <a:pt x="88" y="364"/>
                </a:lnTo>
                <a:lnTo>
                  <a:pt x="89" y="368"/>
                </a:lnTo>
                <a:lnTo>
                  <a:pt x="89" y="368"/>
                </a:lnTo>
                <a:lnTo>
                  <a:pt x="87" y="382"/>
                </a:lnTo>
                <a:lnTo>
                  <a:pt x="87" y="382"/>
                </a:lnTo>
                <a:lnTo>
                  <a:pt x="87" y="382"/>
                </a:lnTo>
                <a:lnTo>
                  <a:pt x="87" y="380"/>
                </a:lnTo>
                <a:lnTo>
                  <a:pt x="87" y="378"/>
                </a:lnTo>
                <a:lnTo>
                  <a:pt x="87" y="378"/>
                </a:lnTo>
                <a:lnTo>
                  <a:pt x="86" y="375"/>
                </a:lnTo>
                <a:lnTo>
                  <a:pt x="86" y="374"/>
                </a:lnTo>
                <a:lnTo>
                  <a:pt x="87" y="374"/>
                </a:lnTo>
                <a:lnTo>
                  <a:pt x="87" y="374"/>
                </a:lnTo>
                <a:lnTo>
                  <a:pt x="87" y="373"/>
                </a:lnTo>
                <a:lnTo>
                  <a:pt x="86" y="372"/>
                </a:lnTo>
                <a:lnTo>
                  <a:pt x="86" y="372"/>
                </a:lnTo>
                <a:lnTo>
                  <a:pt x="86" y="370"/>
                </a:lnTo>
                <a:lnTo>
                  <a:pt x="86" y="370"/>
                </a:lnTo>
                <a:lnTo>
                  <a:pt x="87" y="369"/>
                </a:lnTo>
                <a:lnTo>
                  <a:pt x="87" y="369"/>
                </a:lnTo>
                <a:lnTo>
                  <a:pt x="87" y="369"/>
                </a:lnTo>
                <a:lnTo>
                  <a:pt x="86" y="369"/>
                </a:lnTo>
                <a:lnTo>
                  <a:pt x="86" y="368"/>
                </a:lnTo>
                <a:lnTo>
                  <a:pt x="86" y="367"/>
                </a:lnTo>
                <a:lnTo>
                  <a:pt x="87" y="365"/>
                </a:lnTo>
                <a:lnTo>
                  <a:pt x="87" y="365"/>
                </a:lnTo>
                <a:lnTo>
                  <a:pt x="86" y="365"/>
                </a:lnTo>
                <a:lnTo>
                  <a:pt x="85" y="365"/>
                </a:lnTo>
                <a:lnTo>
                  <a:pt x="85" y="367"/>
                </a:lnTo>
                <a:lnTo>
                  <a:pt x="83" y="367"/>
                </a:lnTo>
                <a:lnTo>
                  <a:pt x="83" y="367"/>
                </a:lnTo>
                <a:lnTo>
                  <a:pt x="83" y="358"/>
                </a:lnTo>
                <a:lnTo>
                  <a:pt x="83" y="358"/>
                </a:lnTo>
                <a:lnTo>
                  <a:pt x="82" y="358"/>
                </a:lnTo>
                <a:lnTo>
                  <a:pt x="82" y="359"/>
                </a:lnTo>
                <a:lnTo>
                  <a:pt x="81" y="359"/>
                </a:lnTo>
                <a:lnTo>
                  <a:pt x="80" y="359"/>
                </a:lnTo>
                <a:lnTo>
                  <a:pt x="80" y="359"/>
                </a:lnTo>
                <a:lnTo>
                  <a:pt x="80" y="357"/>
                </a:lnTo>
                <a:lnTo>
                  <a:pt x="80" y="354"/>
                </a:lnTo>
                <a:lnTo>
                  <a:pt x="80" y="352"/>
                </a:lnTo>
                <a:lnTo>
                  <a:pt x="81" y="349"/>
                </a:lnTo>
                <a:lnTo>
                  <a:pt x="81" y="349"/>
                </a:lnTo>
                <a:lnTo>
                  <a:pt x="80" y="348"/>
                </a:lnTo>
                <a:lnTo>
                  <a:pt x="79" y="349"/>
                </a:lnTo>
                <a:lnTo>
                  <a:pt x="79" y="349"/>
                </a:lnTo>
                <a:lnTo>
                  <a:pt x="79" y="348"/>
                </a:lnTo>
                <a:lnTo>
                  <a:pt x="79" y="347"/>
                </a:lnTo>
                <a:lnTo>
                  <a:pt x="80" y="347"/>
                </a:lnTo>
                <a:lnTo>
                  <a:pt x="79" y="347"/>
                </a:lnTo>
                <a:lnTo>
                  <a:pt x="79" y="347"/>
                </a:lnTo>
                <a:lnTo>
                  <a:pt x="80" y="345"/>
                </a:lnTo>
                <a:lnTo>
                  <a:pt x="80" y="347"/>
                </a:lnTo>
                <a:lnTo>
                  <a:pt x="81" y="347"/>
                </a:lnTo>
                <a:lnTo>
                  <a:pt x="81" y="347"/>
                </a:lnTo>
                <a:lnTo>
                  <a:pt x="80" y="342"/>
                </a:lnTo>
                <a:lnTo>
                  <a:pt x="80" y="335"/>
                </a:lnTo>
                <a:lnTo>
                  <a:pt x="80" y="335"/>
                </a:lnTo>
                <a:lnTo>
                  <a:pt x="80" y="337"/>
                </a:lnTo>
                <a:lnTo>
                  <a:pt x="80" y="337"/>
                </a:lnTo>
                <a:lnTo>
                  <a:pt x="80" y="337"/>
                </a:lnTo>
                <a:lnTo>
                  <a:pt x="80" y="332"/>
                </a:lnTo>
                <a:lnTo>
                  <a:pt x="80" y="329"/>
                </a:lnTo>
                <a:lnTo>
                  <a:pt x="80" y="325"/>
                </a:lnTo>
                <a:lnTo>
                  <a:pt x="80" y="325"/>
                </a:lnTo>
                <a:lnTo>
                  <a:pt x="80" y="325"/>
                </a:lnTo>
                <a:lnTo>
                  <a:pt x="79" y="324"/>
                </a:lnTo>
                <a:lnTo>
                  <a:pt x="79" y="324"/>
                </a:lnTo>
                <a:lnTo>
                  <a:pt x="79" y="323"/>
                </a:lnTo>
                <a:lnTo>
                  <a:pt x="79" y="323"/>
                </a:lnTo>
                <a:lnTo>
                  <a:pt x="79" y="320"/>
                </a:lnTo>
                <a:lnTo>
                  <a:pt x="80" y="319"/>
                </a:lnTo>
                <a:lnTo>
                  <a:pt x="80" y="319"/>
                </a:lnTo>
                <a:lnTo>
                  <a:pt x="79" y="318"/>
                </a:lnTo>
                <a:lnTo>
                  <a:pt x="79" y="318"/>
                </a:lnTo>
                <a:lnTo>
                  <a:pt x="79" y="318"/>
                </a:lnTo>
                <a:lnTo>
                  <a:pt x="79" y="315"/>
                </a:lnTo>
                <a:lnTo>
                  <a:pt x="79" y="314"/>
                </a:lnTo>
                <a:lnTo>
                  <a:pt x="77" y="314"/>
                </a:lnTo>
                <a:lnTo>
                  <a:pt x="77" y="314"/>
                </a:lnTo>
                <a:lnTo>
                  <a:pt x="77" y="314"/>
                </a:lnTo>
                <a:lnTo>
                  <a:pt x="77" y="315"/>
                </a:lnTo>
                <a:lnTo>
                  <a:pt x="77" y="319"/>
                </a:lnTo>
                <a:lnTo>
                  <a:pt x="77" y="319"/>
                </a:lnTo>
                <a:lnTo>
                  <a:pt x="75" y="319"/>
                </a:lnTo>
                <a:lnTo>
                  <a:pt x="75" y="320"/>
                </a:lnTo>
                <a:lnTo>
                  <a:pt x="75" y="320"/>
                </a:lnTo>
                <a:lnTo>
                  <a:pt x="75" y="322"/>
                </a:lnTo>
                <a:lnTo>
                  <a:pt x="75" y="322"/>
                </a:lnTo>
                <a:lnTo>
                  <a:pt x="76" y="320"/>
                </a:lnTo>
                <a:lnTo>
                  <a:pt x="77" y="320"/>
                </a:lnTo>
                <a:lnTo>
                  <a:pt x="77" y="320"/>
                </a:lnTo>
                <a:lnTo>
                  <a:pt x="76" y="330"/>
                </a:lnTo>
                <a:lnTo>
                  <a:pt x="76" y="339"/>
                </a:lnTo>
                <a:lnTo>
                  <a:pt x="76" y="355"/>
                </a:lnTo>
                <a:lnTo>
                  <a:pt x="76" y="355"/>
                </a:lnTo>
                <a:lnTo>
                  <a:pt x="75" y="357"/>
                </a:lnTo>
                <a:lnTo>
                  <a:pt x="74" y="355"/>
                </a:lnTo>
                <a:lnTo>
                  <a:pt x="74" y="355"/>
                </a:lnTo>
                <a:lnTo>
                  <a:pt x="74" y="362"/>
                </a:lnTo>
                <a:lnTo>
                  <a:pt x="74" y="367"/>
                </a:lnTo>
                <a:lnTo>
                  <a:pt x="74" y="367"/>
                </a:lnTo>
                <a:lnTo>
                  <a:pt x="75" y="367"/>
                </a:lnTo>
                <a:lnTo>
                  <a:pt x="75" y="368"/>
                </a:lnTo>
                <a:lnTo>
                  <a:pt x="75" y="368"/>
                </a:lnTo>
                <a:lnTo>
                  <a:pt x="74" y="369"/>
                </a:lnTo>
                <a:lnTo>
                  <a:pt x="74" y="370"/>
                </a:lnTo>
                <a:lnTo>
                  <a:pt x="72" y="370"/>
                </a:lnTo>
                <a:lnTo>
                  <a:pt x="72" y="370"/>
                </a:lnTo>
                <a:lnTo>
                  <a:pt x="72" y="372"/>
                </a:lnTo>
                <a:lnTo>
                  <a:pt x="75" y="372"/>
                </a:lnTo>
                <a:lnTo>
                  <a:pt x="75" y="372"/>
                </a:lnTo>
                <a:lnTo>
                  <a:pt x="74" y="372"/>
                </a:lnTo>
                <a:lnTo>
                  <a:pt x="74" y="373"/>
                </a:lnTo>
                <a:lnTo>
                  <a:pt x="74" y="373"/>
                </a:lnTo>
                <a:lnTo>
                  <a:pt x="72" y="373"/>
                </a:lnTo>
                <a:lnTo>
                  <a:pt x="71" y="372"/>
                </a:lnTo>
                <a:lnTo>
                  <a:pt x="70" y="369"/>
                </a:lnTo>
                <a:lnTo>
                  <a:pt x="70" y="369"/>
                </a:lnTo>
                <a:lnTo>
                  <a:pt x="70" y="368"/>
                </a:lnTo>
                <a:lnTo>
                  <a:pt x="70" y="364"/>
                </a:lnTo>
                <a:lnTo>
                  <a:pt x="70" y="364"/>
                </a:lnTo>
                <a:lnTo>
                  <a:pt x="71" y="364"/>
                </a:lnTo>
                <a:lnTo>
                  <a:pt x="71" y="365"/>
                </a:lnTo>
                <a:lnTo>
                  <a:pt x="71" y="365"/>
                </a:lnTo>
                <a:lnTo>
                  <a:pt x="72" y="367"/>
                </a:lnTo>
                <a:lnTo>
                  <a:pt x="72" y="367"/>
                </a:lnTo>
                <a:lnTo>
                  <a:pt x="72" y="365"/>
                </a:lnTo>
                <a:lnTo>
                  <a:pt x="72" y="363"/>
                </a:lnTo>
                <a:lnTo>
                  <a:pt x="71" y="363"/>
                </a:lnTo>
                <a:lnTo>
                  <a:pt x="70" y="363"/>
                </a:lnTo>
                <a:lnTo>
                  <a:pt x="70" y="363"/>
                </a:lnTo>
                <a:lnTo>
                  <a:pt x="70" y="360"/>
                </a:lnTo>
                <a:lnTo>
                  <a:pt x="70" y="359"/>
                </a:lnTo>
                <a:lnTo>
                  <a:pt x="70" y="358"/>
                </a:lnTo>
                <a:lnTo>
                  <a:pt x="70" y="358"/>
                </a:lnTo>
                <a:lnTo>
                  <a:pt x="71" y="359"/>
                </a:lnTo>
                <a:lnTo>
                  <a:pt x="71" y="360"/>
                </a:lnTo>
                <a:lnTo>
                  <a:pt x="71" y="360"/>
                </a:lnTo>
                <a:lnTo>
                  <a:pt x="72" y="359"/>
                </a:lnTo>
                <a:lnTo>
                  <a:pt x="72" y="358"/>
                </a:lnTo>
                <a:lnTo>
                  <a:pt x="71" y="357"/>
                </a:lnTo>
                <a:lnTo>
                  <a:pt x="70" y="357"/>
                </a:lnTo>
                <a:lnTo>
                  <a:pt x="70" y="357"/>
                </a:lnTo>
                <a:lnTo>
                  <a:pt x="71" y="352"/>
                </a:lnTo>
                <a:lnTo>
                  <a:pt x="71" y="347"/>
                </a:lnTo>
                <a:lnTo>
                  <a:pt x="71" y="347"/>
                </a:lnTo>
                <a:lnTo>
                  <a:pt x="72" y="342"/>
                </a:lnTo>
                <a:lnTo>
                  <a:pt x="72" y="342"/>
                </a:lnTo>
                <a:lnTo>
                  <a:pt x="72" y="342"/>
                </a:lnTo>
                <a:lnTo>
                  <a:pt x="71" y="340"/>
                </a:lnTo>
                <a:lnTo>
                  <a:pt x="71" y="340"/>
                </a:lnTo>
                <a:lnTo>
                  <a:pt x="71" y="332"/>
                </a:lnTo>
                <a:lnTo>
                  <a:pt x="71" y="328"/>
                </a:lnTo>
                <a:lnTo>
                  <a:pt x="72" y="323"/>
                </a:lnTo>
                <a:lnTo>
                  <a:pt x="72" y="323"/>
                </a:lnTo>
                <a:lnTo>
                  <a:pt x="74" y="324"/>
                </a:lnTo>
                <a:lnTo>
                  <a:pt x="74" y="324"/>
                </a:lnTo>
                <a:lnTo>
                  <a:pt x="74" y="327"/>
                </a:lnTo>
                <a:lnTo>
                  <a:pt x="74" y="327"/>
                </a:lnTo>
                <a:lnTo>
                  <a:pt x="74" y="325"/>
                </a:lnTo>
                <a:lnTo>
                  <a:pt x="74" y="323"/>
                </a:lnTo>
                <a:lnTo>
                  <a:pt x="71" y="322"/>
                </a:lnTo>
                <a:lnTo>
                  <a:pt x="71" y="322"/>
                </a:lnTo>
                <a:lnTo>
                  <a:pt x="72" y="310"/>
                </a:lnTo>
                <a:lnTo>
                  <a:pt x="72" y="300"/>
                </a:lnTo>
                <a:lnTo>
                  <a:pt x="72" y="300"/>
                </a:lnTo>
                <a:lnTo>
                  <a:pt x="74" y="299"/>
                </a:lnTo>
                <a:lnTo>
                  <a:pt x="75" y="300"/>
                </a:lnTo>
                <a:lnTo>
                  <a:pt x="75" y="300"/>
                </a:lnTo>
                <a:lnTo>
                  <a:pt x="74" y="299"/>
                </a:lnTo>
                <a:lnTo>
                  <a:pt x="74" y="298"/>
                </a:lnTo>
                <a:lnTo>
                  <a:pt x="74" y="298"/>
                </a:lnTo>
                <a:lnTo>
                  <a:pt x="74" y="290"/>
                </a:lnTo>
                <a:lnTo>
                  <a:pt x="74" y="283"/>
                </a:lnTo>
                <a:lnTo>
                  <a:pt x="74" y="283"/>
                </a:lnTo>
                <a:lnTo>
                  <a:pt x="74" y="277"/>
                </a:lnTo>
                <a:lnTo>
                  <a:pt x="74" y="277"/>
                </a:lnTo>
                <a:lnTo>
                  <a:pt x="75" y="272"/>
                </a:lnTo>
                <a:lnTo>
                  <a:pt x="75" y="272"/>
                </a:lnTo>
                <a:lnTo>
                  <a:pt x="74" y="268"/>
                </a:lnTo>
                <a:lnTo>
                  <a:pt x="74" y="268"/>
                </a:lnTo>
                <a:lnTo>
                  <a:pt x="75" y="265"/>
                </a:lnTo>
                <a:lnTo>
                  <a:pt x="75" y="265"/>
                </a:lnTo>
                <a:lnTo>
                  <a:pt x="74" y="259"/>
                </a:lnTo>
                <a:lnTo>
                  <a:pt x="74" y="259"/>
                </a:lnTo>
                <a:lnTo>
                  <a:pt x="74" y="258"/>
                </a:lnTo>
                <a:lnTo>
                  <a:pt x="72" y="258"/>
                </a:lnTo>
                <a:lnTo>
                  <a:pt x="72" y="258"/>
                </a:lnTo>
                <a:lnTo>
                  <a:pt x="74" y="255"/>
                </a:lnTo>
                <a:lnTo>
                  <a:pt x="74" y="253"/>
                </a:lnTo>
                <a:lnTo>
                  <a:pt x="74" y="253"/>
                </a:lnTo>
                <a:lnTo>
                  <a:pt x="74" y="252"/>
                </a:lnTo>
                <a:lnTo>
                  <a:pt x="74" y="250"/>
                </a:lnTo>
                <a:lnTo>
                  <a:pt x="72" y="249"/>
                </a:lnTo>
                <a:lnTo>
                  <a:pt x="72" y="249"/>
                </a:lnTo>
                <a:lnTo>
                  <a:pt x="74" y="248"/>
                </a:lnTo>
                <a:lnTo>
                  <a:pt x="74" y="245"/>
                </a:lnTo>
                <a:lnTo>
                  <a:pt x="74" y="245"/>
                </a:lnTo>
                <a:lnTo>
                  <a:pt x="74" y="247"/>
                </a:lnTo>
                <a:lnTo>
                  <a:pt x="74" y="247"/>
                </a:lnTo>
                <a:lnTo>
                  <a:pt x="74" y="247"/>
                </a:lnTo>
                <a:lnTo>
                  <a:pt x="72" y="247"/>
                </a:lnTo>
                <a:lnTo>
                  <a:pt x="72" y="245"/>
                </a:lnTo>
                <a:lnTo>
                  <a:pt x="72" y="244"/>
                </a:lnTo>
                <a:lnTo>
                  <a:pt x="72" y="244"/>
                </a:lnTo>
                <a:lnTo>
                  <a:pt x="72" y="233"/>
                </a:lnTo>
                <a:lnTo>
                  <a:pt x="74" y="220"/>
                </a:lnTo>
                <a:lnTo>
                  <a:pt x="74" y="220"/>
                </a:lnTo>
                <a:lnTo>
                  <a:pt x="74" y="208"/>
                </a:lnTo>
                <a:lnTo>
                  <a:pt x="74" y="208"/>
                </a:lnTo>
                <a:lnTo>
                  <a:pt x="75" y="205"/>
                </a:lnTo>
                <a:lnTo>
                  <a:pt x="75" y="205"/>
                </a:lnTo>
                <a:lnTo>
                  <a:pt x="74" y="201"/>
                </a:lnTo>
                <a:lnTo>
                  <a:pt x="74" y="200"/>
                </a:lnTo>
                <a:lnTo>
                  <a:pt x="75" y="199"/>
                </a:lnTo>
                <a:lnTo>
                  <a:pt x="75" y="199"/>
                </a:lnTo>
                <a:lnTo>
                  <a:pt x="74" y="198"/>
                </a:lnTo>
                <a:lnTo>
                  <a:pt x="74" y="195"/>
                </a:lnTo>
                <a:lnTo>
                  <a:pt x="74" y="191"/>
                </a:lnTo>
                <a:lnTo>
                  <a:pt x="74" y="191"/>
                </a:lnTo>
                <a:lnTo>
                  <a:pt x="75" y="194"/>
                </a:lnTo>
                <a:lnTo>
                  <a:pt x="75" y="194"/>
                </a:lnTo>
                <a:lnTo>
                  <a:pt x="75" y="193"/>
                </a:lnTo>
                <a:lnTo>
                  <a:pt x="75" y="193"/>
                </a:lnTo>
                <a:lnTo>
                  <a:pt x="75" y="191"/>
                </a:lnTo>
                <a:lnTo>
                  <a:pt x="74" y="191"/>
                </a:lnTo>
                <a:lnTo>
                  <a:pt x="74" y="191"/>
                </a:lnTo>
                <a:lnTo>
                  <a:pt x="75" y="189"/>
                </a:lnTo>
                <a:lnTo>
                  <a:pt x="75" y="186"/>
                </a:lnTo>
                <a:lnTo>
                  <a:pt x="75" y="186"/>
                </a:lnTo>
                <a:lnTo>
                  <a:pt x="75" y="186"/>
                </a:lnTo>
                <a:lnTo>
                  <a:pt x="75" y="188"/>
                </a:lnTo>
                <a:lnTo>
                  <a:pt x="75" y="188"/>
                </a:lnTo>
                <a:lnTo>
                  <a:pt x="74" y="185"/>
                </a:lnTo>
                <a:lnTo>
                  <a:pt x="74" y="183"/>
                </a:lnTo>
                <a:lnTo>
                  <a:pt x="74" y="176"/>
                </a:lnTo>
                <a:lnTo>
                  <a:pt x="74" y="176"/>
                </a:lnTo>
                <a:lnTo>
                  <a:pt x="76" y="173"/>
                </a:lnTo>
                <a:lnTo>
                  <a:pt x="76" y="168"/>
                </a:lnTo>
                <a:lnTo>
                  <a:pt x="76" y="168"/>
                </a:lnTo>
                <a:lnTo>
                  <a:pt x="76" y="169"/>
                </a:lnTo>
                <a:lnTo>
                  <a:pt x="75" y="170"/>
                </a:lnTo>
                <a:lnTo>
                  <a:pt x="75" y="170"/>
                </a:lnTo>
                <a:lnTo>
                  <a:pt x="75" y="170"/>
                </a:lnTo>
                <a:lnTo>
                  <a:pt x="75" y="168"/>
                </a:lnTo>
                <a:lnTo>
                  <a:pt x="74" y="166"/>
                </a:lnTo>
                <a:lnTo>
                  <a:pt x="74" y="165"/>
                </a:lnTo>
                <a:lnTo>
                  <a:pt x="74" y="163"/>
                </a:lnTo>
                <a:lnTo>
                  <a:pt x="74" y="163"/>
                </a:lnTo>
                <a:lnTo>
                  <a:pt x="75" y="155"/>
                </a:lnTo>
                <a:lnTo>
                  <a:pt x="75" y="155"/>
                </a:lnTo>
                <a:lnTo>
                  <a:pt x="75" y="156"/>
                </a:lnTo>
                <a:lnTo>
                  <a:pt x="75" y="156"/>
                </a:lnTo>
                <a:lnTo>
                  <a:pt x="75" y="156"/>
                </a:lnTo>
                <a:lnTo>
                  <a:pt x="76" y="156"/>
                </a:lnTo>
                <a:lnTo>
                  <a:pt x="76" y="155"/>
                </a:lnTo>
                <a:lnTo>
                  <a:pt x="75" y="154"/>
                </a:lnTo>
                <a:lnTo>
                  <a:pt x="74" y="154"/>
                </a:lnTo>
                <a:lnTo>
                  <a:pt x="74" y="154"/>
                </a:lnTo>
                <a:lnTo>
                  <a:pt x="74" y="153"/>
                </a:lnTo>
                <a:lnTo>
                  <a:pt x="75" y="153"/>
                </a:lnTo>
                <a:lnTo>
                  <a:pt x="75" y="153"/>
                </a:lnTo>
                <a:lnTo>
                  <a:pt x="74" y="149"/>
                </a:lnTo>
                <a:lnTo>
                  <a:pt x="74" y="145"/>
                </a:lnTo>
                <a:lnTo>
                  <a:pt x="74" y="139"/>
                </a:lnTo>
                <a:lnTo>
                  <a:pt x="74" y="139"/>
                </a:lnTo>
                <a:lnTo>
                  <a:pt x="75" y="139"/>
                </a:lnTo>
                <a:lnTo>
                  <a:pt x="75" y="138"/>
                </a:lnTo>
                <a:lnTo>
                  <a:pt x="76" y="136"/>
                </a:lnTo>
                <a:lnTo>
                  <a:pt x="75" y="135"/>
                </a:lnTo>
                <a:lnTo>
                  <a:pt x="75" y="135"/>
                </a:lnTo>
                <a:lnTo>
                  <a:pt x="74" y="135"/>
                </a:lnTo>
                <a:lnTo>
                  <a:pt x="75" y="136"/>
                </a:lnTo>
                <a:lnTo>
                  <a:pt x="75" y="138"/>
                </a:lnTo>
                <a:lnTo>
                  <a:pt x="74" y="138"/>
                </a:lnTo>
                <a:lnTo>
                  <a:pt x="74" y="138"/>
                </a:lnTo>
                <a:lnTo>
                  <a:pt x="74" y="120"/>
                </a:lnTo>
                <a:lnTo>
                  <a:pt x="74" y="120"/>
                </a:lnTo>
                <a:lnTo>
                  <a:pt x="76" y="120"/>
                </a:lnTo>
                <a:lnTo>
                  <a:pt x="74" y="118"/>
                </a:lnTo>
                <a:lnTo>
                  <a:pt x="74" y="118"/>
                </a:lnTo>
                <a:lnTo>
                  <a:pt x="74" y="110"/>
                </a:lnTo>
                <a:lnTo>
                  <a:pt x="74" y="110"/>
                </a:lnTo>
                <a:lnTo>
                  <a:pt x="75" y="104"/>
                </a:lnTo>
                <a:lnTo>
                  <a:pt x="75" y="96"/>
                </a:lnTo>
                <a:lnTo>
                  <a:pt x="75" y="96"/>
                </a:lnTo>
                <a:lnTo>
                  <a:pt x="75" y="93"/>
                </a:lnTo>
                <a:lnTo>
                  <a:pt x="75" y="93"/>
                </a:lnTo>
                <a:lnTo>
                  <a:pt x="75" y="83"/>
                </a:lnTo>
                <a:lnTo>
                  <a:pt x="75" y="73"/>
                </a:lnTo>
                <a:lnTo>
                  <a:pt x="75" y="73"/>
                </a:lnTo>
                <a:lnTo>
                  <a:pt x="74" y="66"/>
                </a:lnTo>
                <a:lnTo>
                  <a:pt x="74" y="66"/>
                </a:lnTo>
                <a:lnTo>
                  <a:pt x="74" y="55"/>
                </a:lnTo>
                <a:lnTo>
                  <a:pt x="74" y="55"/>
                </a:lnTo>
                <a:lnTo>
                  <a:pt x="74" y="41"/>
                </a:lnTo>
                <a:lnTo>
                  <a:pt x="74" y="41"/>
                </a:lnTo>
                <a:lnTo>
                  <a:pt x="74" y="39"/>
                </a:lnTo>
                <a:lnTo>
                  <a:pt x="74" y="39"/>
                </a:lnTo>
                <a:lnTo>
                  <a:pt x="74" y="36"/>
                </a:lnTo>
                <a:lnTo>
                  <a:pt x="74" y="36"/>
                </a:lnTo>
                <a:lnTo>
                  <a:pt x="74" y="34"/>
                </a:lnTo>
                <a:lnTo>
                  <a:pt x="74" y="33"/>
                </a:lnTo>
                <a:lnTo>
                  <a:pt x="72" y="31"/>
                </a:lnTo>
                <a:lnTo>
                  <a:pt x="72" y="31"/>
                </a:lnTo>
                <a:lnTo>
                  <a:pt x="72" y="16"/>
                </a:lnTo>
                <a:lnTo>
                  <a:pt x="72" y="16"/>
                </a:lnTo>
                <a:lnTo>
                  <a:pt x="75" y="16"/>
                </a:lnTo>
                <a:lnTo>
                  <a:pt x="75" y="21"/>
                </a:lnTo>
                <a:lnTo>
                  <a:pt x="75" y="21"/>
                </a:lnTo>
                <a:lnTo>
                  <a:pt x="75" y="23"/>
                </a:lnTo>
                <a:lnTo>
                  <a:pt x="76" y="23"/>
                </a:lnTo>
                <a:lnTo>
                  <a:pt x="79" y="23"/>
                </a:lnTo>
                <a:lnTo>
                  <a:pt x="79" y="23"/>
                </a:lnTo>
                <a:lnTo>
                  <a:pt x="77" y="21"/>
                </a:lnTo>
                <a:lnTo>
                  <a:pt x="77" y="20"/>
                </a:lnTo>
                <a:lnTo>
                  <a:pt x="77" y="20"/>
                </a:lnTo>
                <a:lnTo>
                  <a:pt x="77" y="20"/>
                </a:lnTo>
                <a:lnTo>
                  <a:pt x="79" y="19"/>
                </a:lnTo>
                <a:lnTo>
                  <a:pt x="79" y="19"/>
                </a:lnTo>
                <a:lnTo>
                  <a:pt x="79" y="18"/>
                </a:lnTo>
                <a:lnTo>
                  <a:pt x="77" y="18"/>
                </a:lnTo>
                <a:lnTo>
                  <a:pt x="77" y="18"/>
                </a:lnTo>
                <a:lnTo>
                  <a:pt x="79" y="16"/>
                </a:lnTo>
                <a:lnTo>
                  <a:pt x="79" y="15"/>
                </a:lnTo>
                <a:lnTo>
                  <a:pt x="79" y="15"/>
                </a:lnTo>
                <a:lnTo>
                  <a:pt x="79" y="15"/>
                </a:lnTo>
                <a:close/>
                <a:moveTo>
                  <a:pt x="74" y="328"/>
                </a:moveTo>
                <a:lnTo>
                  <a:pt x="74" y="328"/>
                </a:lnTo>
                <a:lnTo>
                  <a:pt x="72" y="329"/>
                </a:lnTo>
                <a:lnTo>
                  <a:pt x="72" y="330"/>
                </a:lnTo>
                <a:lnTo>
                  <a:pt x="74" y="332"/>
                </a:lnTo>
                <a:lnTo>
                  <a:pt x="74" y="332"/>
                </a:lnTo>
                <a:lnTo>
                  <a:pt x="75" y="329"/>
                </a:lnTo>
                <a:lnTo>
                  <a:pt x="75" y="329"/>
                </a:lnTo>
                <a:lnTo>
                  <a:pt x="74" y="328"/>
                </a:lnTo>
                <a:lnTo>
                  <a:pt x="74" y="328"/>
                </a:lnTo>
                <a:close/>
                <a:moveTo>
                  <a:pt x="82" y="353"/>
                </a:moveTo>
                <a:lnTo>
                  <a:pt x="82" y="353"/>
                </a:lnTo>
                <a:lnTo>
                  <a:pt x="81" y="357"/>
                </a:lnTo>
                <a:lnTo>
                  <a:pt x="81" y="357"/>
                </a:lnTo>
                <a:lnTo>
                  <a:pt x="82" y="357"/>
                </a:lnTo>
                <a:lnTo>
                  <a:pt x="83" y="355"/>
                </a:lnTo>
                <a:lnTo>
                  <a:pt x="83" y="354"/>
                </a:lnTo>
                <a:lnTo>
                  <a:pt x="83" y="354"/>
                </a:lnTo>
                <a:lnTo>
                  <a:pt x="83" y="354"/>
                </a:lnTo>
                <a:lnTo>
                  <a:pt x="83" y="354"/>
                </a:lnTo>
                <a:lnTo>
                  <a:pt x="82" y="353"/>
                </a:lnTo>
                <a:lnTo>
                  <a:pt x="82" y="353"/>
                </a:lnTo>
                <a:close/>
                <a:moveTo>
                  <a:pt x="88" y="347"/>
                </a:moveTo>
                <a:lnTo>
                  <a:pt x="88" y="347"/>
                </a:lnTo>
                <a:lnTo>
                  <a:pt x="88" y="348"/>
                </a:lnTo>
                <a:lnTo>
                  <a:pt x="87" y="349"/>
                </a:lnTo>
                <a:lnTo>
                  <a:pt x="87" y="352"/>
                </a:lnTo>
                <a:lnTo>
                  <a:pt x="87" y="352"/>
                </a:lnTo>
                <a:lnTo>
                  <a:pt x="88" y="350"/>
                </a:lnTo>
                <a:lnTo>
                  <a:pt x="88" y="347"/>
                </a:lnTo>
                <a:lnTo>
                  <a:pt x="88" y="347"/>
                </a:lnTo>
                <a:close/>
                <a:moveTo>
                  <a:pt x="87" y="327"/>
                </a:moveTo>
                <a:lnTo>
                  <a:pt x="87" y="327"/>
                </a:lnTo>
                <a:lnTo>
                  <a:pt x="87" y="330"/>
                </a:lnTo>
                <a:lnTo>
                  <a:pt x="87" y="332"/>
                </a:lnTo>
                <a:lnTo>
                  <a:pt x="88" y="332"/>
                </a:lnTo>
                <a:lnTo>
                  <a:pt x="88" y="332"/>
                </a:lnTo>
                <a:lnTo>
                  <a:pt x="88" y="329"/>
                </a:lnTo>
                <a:lnTo>
                  <a:pt x="88" y="328"/>
                </a:lnTo>
                <a:lnTo>
                  <a:pt x="87" y="327"/>
                </a:lnTo>
                <a:lnTo>
                  <a:pt x="87" y="327"/>
                </a:lnTo>
                <a:close/>
                <a:moveTo>
                  <a:pt x="75" y="312"/>
                </a:moveTo>
                <a:lnTo>
                  <a:pt x="75" y="312"/>
                </a:lnTo>
                <a:lnTo>
                  <a:pt x="75" y="313"/>
                </a:lnTo>
                <a:lnTo>
                  <a:pt x="75" y="314"/>
                </a:lnTo>
                <a:lnTo>
                  <a:pt x="75" y="315"/>
                </a:lnTo>
                <a:lnTo>
                  <a:pt x="76" y="315"/>
                </a:lnTo>
                <a:lnTo>
                  <a:pt x="76" y="315"/>
                </a:lnTo>
                <a:lnTo>
                  <a:pt x="75" y="315"/>
                </a:lnTo>
                <a:lnTo>
                  <a:pt x="75" y="314"/>
                </a:lnTo>
                <a:lnTo>
                  <a:pt x="75" y="312"/>
                </a:lnTo>
                <a:lnTo>
                  <a:pt x="75" y="312"/>
                </a:lnTo>
                <a:lnTo>
                  <a:pt x="75" y="312"/>
                </a:lnTo>
                <a:close/>
                <a:moveTo>
                  <a:pt x="86" y="270"/>
                </a:moveTo>
                <a:lnTo>
                  <a:pt x="86" y="270"/>
                </a:lnTo>
                <a:lnTo>
                  <a:pt x="85" y="273"/>
                </a:lnTo>
                <a:lnTo>
                  <a:pt x="86" y="275"/>
                </a:lnTo>
                <a:lnTo>
                  <a:pt x="86" y="275"/>
                </a:lnTo>
                <a:lnTo>
                  <a:pt x="87" y="273"/>
                </a:lnTo>
                <a:lnTo>
                  <a:pt x="86" y="272"/>
                </a:lnTo>
                <a:lnTo>
                  <a:pt x="86" y="270"/>
                </a:lnTo>
                <a:lnTo>
                  <a:pt x="86" y="270"/>
                </a:lnTo>
                <a:close/>
                <a:moveTo>
                  <a:pt x="85" y="253"/>
                </a:moveTo>
                <a:lnTo>
                  <a:pt x="85" y="253"/>
                </a:lnTo>
                <a:lnTo>
                  <a:pt x="85" y="253"/>
                </a:lnTo>
                <a:lnTo>
                  <a:pt x="85" y="254"/>
                </a:lnTo>
                <a:lnTo>
                  <a:pt x="86" y="254"/>
                </a:lnTo>
                <a:lnTo>
                  <a:pt x="86" y="249"/>
                </a:lnTo>
                <a:lnTo>
                  <a:pt x="86" y="249"/>
                </a:lnTo>
                <a:lnTo>
                  <a:pt x="85" y="249"/>
                </a:lnTo>
                <a:lnTo>
                  <a:pt x="85" y="250"/>
                </a:lnTo>
                <a:lnTo>
                  <a:pt x="85" y="253"/>
                </a:lnTo>
                <a:lnTo>
                  <a:pt x="85" y="253"/>
                </a:lnTo>
                <a:close/>
                <a:moveTo>
                  <a:pt x="81" y="180"/>
                </a:moveTo>
                <a:lnTo>
                  <a:pt x="81" y="180"/>
                </a:lnTo>
                <a:lnTo>
                  <a:pt x="81" y="181"/>
                </a:lnTo>
                <a:lnTo>
                  <a:pt x="82" y="183"/>
                </a:lnTo>
                <a:lnTo>
                  <a:pt x="82" y="183"/>
                </a:lnTo>
                <a:lnTo>
                  <a:pt x="82" y="180"/>
                </a:lnTo>
                <a:lnTo>
                  <a:pt x="81" y="180"/>
                </a:lnTo>
                <a:lnTo>
                  <a:pt x="81" y="180"/>
                </a:lnTo>
                <a:close/>
                <a:moveTo>
                  <a:pt x="75" y="176"/>
                </a:moveTo>
                <a:lnTo>
                  <a:pt x="75" y="176"/>
                </a:lnTo>
                <a:lnTo>
                  <a:pt x="75" y="181"/>
                </a:lnTo>
                <a:lnTo>
                  <a:pt x="75" y="184"/>
                </a:lnTo>
                <a:lnTo>
                  <a:pt x="76" y="185"/>
                </a:lnTo>
                <a:lnTo>
                  <a:pt x="76" y="185"/>
                </a:lnTo>
                <a:lnTo>
                  <a:pt x="76" y="183"/>
                </a:lnTo>
                <a:lnTo>
                  <a:pt x="75" y="183"/>
                </a:lnTo>
                <a:lnTo>
                  <a:pt x="75" y="183"/>
                </a:lnTo>
                <a:lnTo>
                  <a:pt x="75" y="181"/>
                </a:lnTo>
                <a:lnTo>
                  <a:pt x="76" y="179"/>
                </a:lnTo>
                <a:lnTo>
                  <a:pt x="77" y="178"/>
                </a:lnTo>
                <a:lnTo>
                  <a:pt x="75" y="176"/>
                </a:lnTo>
                <a:lnTo>
                  <a:pt x="75" y="176"/>
                </a:lnTo>
                <a:close/>
                <a:moveTo>
                  <a:pt x="75" y="164"/>
                </a:moveTo>
                <a:lnTo>
                  <a:pt x="75" y="164"/>
                </a:lnTo>
                <a:lnTo>
                  <a:pt x="74" y="166"/>
                </a:lnTo>
                <a:lnTo>
                  <a:pt x="75" y="166"/>
                </a:lnTo>
                <a:lnTo>
                  <a:pt x="76" y="168"/>
                </a:lnTo>
                <a:lnTo>
                  <a:pt x="76" y="168"/>
                </a:lnTo>
                <a:lnTo>
                  <a:pt x="76" y="165"/>
                </a:lnTo>
                <a:lnTo>
                  <a:pt x="75" y="164"/>
                </a:lnTo>
                <a:lnTo>
                  <a:pt x="75" y="164"/>
                </a:lnTo>
                <a:close/>
                <a:moveTo>
                  <a:pt x="76" y="163"/>
                </a:moveTo>
                <a:lnTo>
                  <a:pt x="76" y="163"/>
                </a:lnTo>
                <a:lnTo>
                  <a:pt x="76" y="160"/>
                </a:lnTo>
                <a:lnTo>
                  <a:pt x="77" y="159"/>
                </a:lnTo>
                <a:lnTo>
                  <a:pt x="77" y="159"/>
                </a:lnTo>
                <a:lnTo>
                  <a:pt x="76" y="159"/>
                </a:lnTo>
                <a:lnTo>
                  <a:pt x="75" y="160"/>
                </a:lnTo>
                <a:lnTo>
                  <a:pt x="75" y="161"/>
                </a:lnTo>
                <a:lnTo>
                  <a:pt x="76" y="163"/>
                </a:lnTo>
                <a:lnTo>
                  <a:pt x="76" y="163"/>
                </a:lnTo>
                <a:close/>
                <a:moveTo>
                  <a:pt x="89" y="136"/>
                </a:moveTo>
                <a:lnTo>
                  <a:pt x="89" y="139"/>
                </a:lnTo>
                <a:lnTo>
                  <a:pt x="89" y="139"/>
                </a:lnTo>
                <a:lnTo>
                  <a:pt x="91" y="139"/>
                </a:lnTo>
                <a:lnTo>
                  <a:pt x="91" y="138"/>
                </a:lnTo>
                <a:lnTo>
                  <a:pt x="91" y="136"/>
                </a:lnTo>
                <a:lnTo>
                  <a:pt x="89" y="136"/>
                </a:lnTo>
                <a:lnTo>
                  <a:pt x="89" y="136"/>
                </a:lnTo>
                <a:close/>
                <a:moveTo>
                  <a:pt x="89" y="128"/>
                </a:moveTo>
                <a:lnTo>
                  <a:pt x="89" y="128"/>
                </a:lnTo>
                <a:lnTo>
                  <a:pt x="89" y="129"/>
                </a:lnTo>
                <a:lnTo>
                  <a:pt x="88" y="130"/>
                </a:lnTo>
                <a:lnTo>
                  <a:pt x="87" y="131"/>
                </a:lnTo>
                <a:lnTo>
                  <a:pt x="87" y="133"/>
                </a:lnTo>
                <a:lnTo>
                  <a:pt x="87" y="133"/>
                </a:lnTo>
                <a:lnTo>
                  <a:pt x="88" y="133"/>
                </a:lnTo>
                <a:lnTo>
                  <a:pt x="88" y="131"/>
                </a:lnTo>
                <a:lnTo>
                  <a:pt x="89" y="130"/>
                </a:lnTo>
                <a:lnTo>
                  <a:pt x="89" y="130"/>
                </a:lnTo>
                <a:lnTo>
                  <a:pt x="91" y="130"/>
                </a:lnTo>
                <a:lnTo>
                  <a:pt x="91" y="130"/>
                </a:lnTo>
                <a:lnTo>
                  <a:pt x="91" y="131"/>
                </a:lnTo>
                <a:lnTo>
                  <a:pt x="92" y="131"/>
                </a:lnTo>
                <a:lnTo>
                  <a:pt x="92" y="131"/>
                </a:lnTo>
                <a:lnTo>
                  <a:pt x="91" y="129"/>
                </a:lnTo>
                <a:lnTo>
                  <a:pt x="89" y="128"/>
                </a:lnTo>
                <a:lnTo>
                  <a:pt x="89" y="128"/>
                </a:lnTo>
                <a:close/>
                <a:moveTo>
                  <a:pt x="95" y="109"/>
                </a:moveTo>
                <a:lnTo>
                  <a:pt x="95" y="106"/>
                </a:lnTo>
                <a:lnTo>
                  <a:pt x="95" y="106"/>
                </a:lnTo>
                <a:lnTo>
                  <a:pt x="94" y="106"/>
                </a:lnTo>
                <a:lnTo>
                  <a:pt x="93" y="108"/>
                </a:lnTo>
                <a:lnTo>
                  <a:pt x="94" y="109"/>
                </a:lnTo>
                <a:lnTo>
                  <a:pt x="95" y="109"/>
                </a:lnTo>
                <a:lnTo>
                  <a:pt x="95" y="109"/>
                </a:lnTo>
                <a:close/>
                <a:moveTo>
                  <a:pt x="89" y="105"/>
                </a:moveTo>
                <a:lnTo>
                  <a:pt x="89" y="105"/>
                </a:lnTo>
                <a:lnTo>
                  <a:pt x="89" y="108"/>
                </a:lnTo>
                <a:lnTo>
                  <a:pt x="91" y="109"/>
                </a:lnTo>
                <a:lnTo>
                  <a:pt x="91" y="109"/>
                </a:lnTo>
                <a:lnTo>
                  <a:pt x="92" y="108"/>
                </a:lnTo>
                <a:lnTo>
                  <a:pt x="92" y="108"/>
                </a:lnTo>
                <a:lnTo>
                  <a:pt x="91" y="105"/>
                </a:lnTo>
                <a:lnTo>
                  <a:pt x="89" y="105"/>
                </a:lnTo>
                <a:lnTo>
                  <a:pt x="89" y="105"/>
                </a:lnTo>
                <a:close/>
                <a:moveTo>
                  <a:pt x="94" y="74"/>
                </a:moveTo>
                <a:lnTo>
                  <a:pt x="94" y="74"/>
                </a:lnTo>
                <a:lnTo>
                  <a:pt x="97" y="73"/>
                </a:lnTo>
                <a:lnTo>
                  <a:pt x="98" y="70"/>
                </a:lnTo>
                <a:lnTo>
                  <a:pt x="98" y="70"/>
                </a:lnTo>
                <a:lnTo>
                  <a:pt x="97" y="70"/>
                </a:lnTo>
                <a:lnTo>
                  <a:pt x="97" y="71"/>
                </a:lnTo>
                <a:lnTo>
                  <a:pt x="95" y="73"/>
                </a:lnTo>
                <a:lnTo>
                  <a:pt x="95" y="73"/>
                </a:lnTo>
                <a:lnTo>
                  <a:pt x="94" y="73"/>
                </a:lnTo>
                <a:lnTo>
                  <a:pt x="94" y="73"/>
                </a:lnTo>
                <a:lnTo>
                  <a:pt x="94" y="74"/>
                </a:lnTo>
                <a:lnTo>
                  <a:pt x="94" y="74"/>
                </a:lnTo>
                <a:lnTo>
                  <a:pt x="93" y="76"/>
                </a:lnTo>
                <a:lnTo>
                  <a:pt x="93" y="76"/>
                </a:lnTo>
                <a:lnTo>
                  <a:pt x="94" y="76"/>
                </a:lnTo>
                <a:lnTo>
                  <a:pt x="94" y="75"/>
                </a:lnTo>
                <a:lnTo>
                  <a:pt x="94" y="74"/>
                </a:lnTo>
                <a:lnTo>
                  <a:pt x="94" y="74"/>
                </a:lnTo>
                <a:close/>
                <a:moveTo>
                  <a:pt x="97" y="78"/>
                </a:moveTo>
                <a:lnTo>
                  <a:pt x="97" y="81"/>
                </a:lnTo>
                <a:lnTo>
                  <a:pt x="97" y="81"/>
                </a:lnTo>
                <a:lnTo>
                  <a:pt x="97" y="81"/>
                </a:lnTo>
                <a:lnTo>
                  <a:pt x="98" y="80"/>
                </a:lnTo>
                <a:lnTo>
                  <a:pt x="97" y="79"/>
                </a:lnTo>
                <a:lnTo>
                  <a:pt x="97" y="78"/>
                </a:lnTo>
                <a:lnTo>
                  <a:pt x="97" y="78"/>
                </a:lnTo>
                <a:close/>
                <a:moveTo>
                  <a:pt x="92" y="84"/>
                </a:moveTo>
                <a:lnTo>
                  <a:pt x="92" y="84"/>
                </a:lnTo>
                <a:lnTo>
                  <a:pt x="93" y="83"/>
                </a:lnTo>
                <a:lnTo>
                  <a:pt x="94" y="81"/>
                </a:lnTo>
                <a:lnTo>
                  <a:pt x="94" y="80"/>
                </a:lnTo>
                <a:lnTo>
                  <a:pt x="94" y="79"/>
                </a:lnTo>
                <a:lnTo>
                  <a:pt x="94" y="79"/>
                </a:lnTo>
                <a:lnTo>
                  <a:pt x="94" y="79"/>
                </a:lnTo>
                <a:lnTo>
                  <a:pt x="93" y="79"/>
                </a:lnTo>
                <a:lnTo>
                  <a:pt x="93" y="78"/>
                </a:lnTo>
                <a:lnTo>
                  <a:pt x="93" y="78"/>
                </a:lnTo>
                <a:lnTo>
                  <a:pt x="93" y="80"/>
                </a:lnTo>
                <a:lnTo>
                  <a:pt x="92" y="84"/>
                </a:lnTo>
                <a:lnTo>
                  <a:pt x="92" y="84"/>
                </a:lnTo>
                <a:close/>
                <a:moveTo>
                  <a:pt x="97" y="89"/>
                </a:moveTo>
                <a:lnTo>
                  <a:pt x="97" y="89"/>
                </a:lnTo>
                <a:lnTo>
                  <a:pt x="97" y="86"/>
                </a:lnTo>
                <a:lnTo>
                  <a:pt x="97" y="85"/>
                </a:lnTo>
                <a:lnTo>
                  <a:pt x="97" y="85"/>
                </a:lnTo>
                <a:lnTo>
                  <a:pt x="97" y="84"/>
                </a:lnTo>
                <a:lnTo>
                  <a:pt x="97" y="83"/>
                </a:lnTo>
                <a:lnTo>
                  <a:pt x="95" y="83"/>
                </a:lnTo>
                <a:lnTo>
                  <a:pt x="95" y="83"/>
                </a:lnTo>
                <a:lnTo>
                  <a:pt x="95" y="85"/>
                </a:lnTo>
                <a:lnTo>
                  <a:pt x="95" y="88"/>
                </a:lnTo>
                <a:lnTo>
                  <a:pt x="97" y="89"/>
                </a:lnTo>
                <a:lnTo>
                  <a:pt x="97" y="89"/>
                </a:lnTo>
                <a:close/>
                <a:moveTo>
                  <a:pt x="95" y="98"/>
                </a:moveTo>
                <a:lnTo>
                  <a:pt x="95" y="98"/>
                </a:lnTo>
                <a:lnTo>
                  <a:pt x="95" y="95"/>
                </a:lnTo>
                <a:lnTo>
                  <a:pt x="94" y="95"/>
                </a:lnTo>
                <a:lnTo>
                  <a:pt x="94" y="95"/>
                </a:lnTo>
                <a:lnTo>
                  <a:pt x="94" y="96"/>
                </a:lnTo>
                <a:lnTo>
                  <a:pt x="95" y="98"/>
                </a:lnTo>
                <a:lnTo>
                  <a:pt x="95" y="98"/>
                </a:lnTo>
                <a:close/>
                <a:moveTo>
                  <a:pt x="79" y="36"/>
                </a:moveTo>
                <a:lnTo>
                  <a:pt x="79" y="36"/>
                </a:lnTo>
                <a:lnTo>
                  <a:pt x="77" y="36"/>
                </a:lnTo>
                <a:lnTo>
                  <a:pt x="76" y="38"/>
                </a:lnTo>
                <a:lnTo>
                  <a:pt x="76" y="38"/>
                </a:lnTo>
                <a:lnTo>
                  <a:pt x="79" y="39"/>
                </a:lnTo>
                <a:lnTo>
                  <a:pt x="80" y="39"/>
                </a:lnTo>
                <a:lnTo>
                  <a:pt x="80" y="39"/>
                </a:lnTo>
                <a:lnTo>
                  <a:pt x="80" y="38"/>
                </a:lnTo>
                <a:lnTo>
                  <a:pt x="79" y="36"/>
                </a:lnTo>
                <a:lnTo>
                  <a:pt x="79" y="36"/>
                </a:lnTo>
                <a:close/>
                <a:moveTo>
                  <a:pt x="76" y="28"/>
                </a:moveTo>
                <a:lnTo>
                  <a:pt x="76" y="28"/>
                </a:lnTo>
                <a:lnTo>
                  <a:pt x="75" y="29"/>
                </a:lnTo>
                <a:lnTo>
                  <a:pt x="75" y="29"/>
                </a:lnTo>
                <a:lnTo>
                  <a:pt x="75" y="28"/>
                </a:lnTo>
                <a:lnTo>
                  <a:pt x="74" y="29"/>
                </a:lnTo>
                <a:lnTo>
                  <a:pt x="74" y="29"/>
                </a:lnTo>
                <a:lnTo>
                  <a:pt x="75" y="29"/>
                </a:lnTo>
                <a:lnTo>
                  <a:pt x="74" y="30"/>
                </a:lnTo>
                <a:lnTo>
                  <a:pt x="74" y="33"/>
                </a:lnTo>
                <a:lnTo>
                  <a:pt x="74" y="33"/>
                </a:lnTo>
                <a:lnTo>
                  <a:pt x="75" y="33"/>
                </a:lnTo>
                <a:lnTo>
                  <a:pt x="76" y="31"/>
                </a:lnTo>
                <a:lnTo>
                  <a:pt x="75" y="29"/>
                </a:lnTo>
                <a:lnTo>
                  <a:pt x="75" y="29"/>
                </a:lnTo>
                <a:lnTo>
                  <a:pt x="76" y="29"/>
                </a:lnTo>
                <a:lnTo>
                  <a:pt x="76" y="28"/>
                </a:lnTo>
                <a:lnTo>
                  <a:pt x="76" y="28"/>
                </a:lnTo>
                <a:close/>
                <a:moveTo>
                  <a:pt x="75" y="392"/>
                </a:moveTo>
                <a:lnTo>
                  <a:pt x="75" y="392"/>
                </a:lnTo>
                <a:lnTo>
                  <a:pt x="75" y="395"/>
                </a:lnTo>
                <a:lnTo>
                  <a:pt x="77" y="398"/>
                </a:lnTo>
                <a:lnTo>
                  <a:pt x="77" y="398"/>
                </a:lnTo>
                <a:lnTo>
                  <a:pt x="74" y="402"/>
                </a:lnTo>
                <a:lnTo>
                  <a:pt x="74" y="402"/>
                </a:lnTo>
                <a:lnTo>
                  <a:pt x="71" y="399"/>
                </a:lnTo>
                <a:lnTo>
                  <a:pt x="70" y="395"/>
                </a:lnTo>
                <a:lnTo>
                  <a:pt x="70" y="395"/>
                </a:lnTo>
                <a:lnTo>
                  <a:pt x="71" y="397"/>
                </a:lnTo>
                <a:lnTo>
                  <a:pt x="72" y="399"/>
                </a:lnTo>
                <a:lnTo>
                  <a:pt x="72" y="399"/>
                </a:lnTo>
                <a:lnTo>
                  <a:pt x="74" y="399"/>
                </a:lnTo>
                <a:lnTo>
                  <a:pt x="74" y="398"/>
                </a:lnTo>
                <a:lnTo>
                  <a:pt x="74" y="398"/>
                </a:lnTo>
                <a:lnTo>
                  <a:pt x="71" y="395"/>
                </a:lnTo>
                <a:lnTo>
                  <a:pt x="70" y="393"/>
                </a:lnTo>
                <a:lnTo>
                  <a:pt x="70" y="390"/>
                </a:lnTo>
                <a:lnTo>
                  <a:pt x="71" y="389"/>
                </a:lnTo>
                <a:lnTo>
                  <a:pt x="72" y="389"/>
                </a:lnTo>
                <a:lnTo>
                  <a:pt x="72" y="389"/>
                </a:lnTo>
                <a:lnTo>
                  <a:pt x="71" y="390"/>
                </a:lnTo>
                <a:lnTo>
                  <a:pt x="72" y="392"/>
                </a:lnTo>
                <a:lnTo>
                  <a:pt x="72" y="392"/>
                </a:lnTo>
                <a:lnTo>
                  <a:pt x="74" y="389"/>
                </a:lnTo>
                <a:lnTo>
                  <a:pt x="72" y="387"/>
                </a:lnTo>
                <a:lnTo>
                  <a:pt x="72" y="384"/>
                </a:lnTo>
                <a:lnTo>
                  <a:pt x="74" y="383"/>
                </a:lnTo>
                <a:lnTo>
                  <a:pt x="71" y="383"/>
                </a:lnTo>
                <a:lnTo>
                  <a:pt x="71" y="383"/>
                </a:lnTo>
                <a:lnTo>
                  <a:pt x="71" y="385"/>
                </a:lnTo>
                <a:lnTo>
                  <a:pt x="71" y="388"/>
                </a:lnTo>
                <a:lnTo>
                  <a:pt x="71" y="388"/>
                </a:lnTo>
                <a:lnTo>
                  <a:pt x="70" y="388"/>
                </a:lnTo>
                <a:lnTo>
                  <a:pt x="69" y="385"/>
                </a:lnTo>
                <a:lnTo>
                  <a:pt x="70" y="383"/>
                </a:lnTo>
                <a:lnTo>
                  <a:pt x="70" y="382"/>
                </a:lnTo>
                <a:lnTo>
                  <a:pt x="70" y="382"/>
                </a:lnTo>
                <a:lnTo>
                  <a:pt x="70" y="379"/>
                </a:lnTo>
                <a:lnTo>
                  <a:pt x="71" y="377"/>
                </a:lnTo>
                <a:lnTo>
                  <a:pt x="71" y="377"/>
                </a:lnTo>
                <a:lnTo>
                  <a:pt x="71" y="378"/>
                </a:lnTo>
                <a:lnTo>
                  <a:pt x="72" y="379"/>
                </a:lnTo>
                <a:lnTo>
                  <a:pt x="72" y="379"/>
                </a:lnTo>
                <a:lnTo>
                  <a:pt x="72" y="380"/>
                </a:lnTo>
                <a:lnTo>
                  <a:pt x="71" y="380"/>
                </a:lnTo>
                <a:lnTo>
                  <a:pt x="71" y="382"/>
                </a:lnTo>
                <a:lnTo>
                  <a:pt x="71" y="382"/>
                </a:lnTo>
                <a:lnTo>
                  <a:pt x="72" y="382"/>
                </a:lnTo>
                <a:lnTo>
                  <a:pt x="72" y="383"/>
                </a:lnTo>
                <a:lnTo>
                  <a:pt x="72" y="383"/>
                </a:lnTo>
                <a:lnTo>
                  <a:pt x="74" y="382"/>
                </a:lnTo>
                <a:lnTo>
                  <a:pt x="74" y="380"/>
                </a:lnTo>
                <a:lnTo>
                  <a:pt x="74" y="380"/>
                </a:lnTo>
                <a:lnTo>
                  <a:pt x="75" y="380"/>
                </a:lnTo>
                <a:lnTo>
                  <a:pt x="76" y="382"/>
                </a:lnTo>
                <a:lnTo>
                  <a:pt x="76" y="385"/>
                </a:lnTo>
                <a:lnTo>
                  <a:pt x="76" y="385"/>
                </a:lnTo>
                <a:lnTo>
                  <a:pt x="75" y="389"/>
                </a:lnTo>
                <a:lnTo>
                  <a:pt x="75" y="392"/>
                </a:lnTo>
                <a:lnTo>
                  <a:pt x="75" y="392"/>
                </a:lnTo>
                <a:close/>
                <a:moveTo>
                  <a:pt x="82" y="392"/>
                </a:moveTo>
                <a:lnTo>
                  <a:pt x="82" y="393"/>
                </a:lnTo>
                <a:lnTo>
                  <a:pt x="82" y="393"/>
                </a:lnTo>
                <a:lnTo>
                  <a:pt x="81" y="393"/>
                </a:lnTo>
                <a:lnTo>
                  <a:pt x="81" y="393"/>
                </a:lnTo>
                <a:lnTo>
                  <a:pt x="80" y="394"/>
                </a:lnTo>
                <a:lnTo>
                  <a:pt x="80" y="394"/>
                </a:lnTo>
                <a:lnTo>
                  <a:pt x="80" y="394"/>
                </a:lnTo>
                <a:lnTo>
                  <a:pt x="80" y="392"/>
                </a:lnTo>
                <a:lnTo>
                  <a:pt x="82" y="392"/>
                </a:lnTo>
                <a:lnTo>
                  <a:pt x="82" y="392"/>
                </a:lnTo>
                <a:close/>
                <a:moveTo>
                  <a:pt x="79" y="382"/>
                </a:moveTo>
                <a:lnTo>
                  <a:pt x="79" y="382"/>
                </a:lnTo>
                <a:lnTo>
                  <a:pt x="80" y="378"/>
                </a:lnTo>
                <a:lnTo>
                  <a:pt x="80" y="378"/>
                </a:lnTo>
                <a:lnTo>
                  <a:pt x="80" y="380"/>
                </a:lnTo>
                <a:lnTo>
                  <a:pt x="80" y="382"/>
                </a:lnTo>
                <a:lnTo>
                  <a:pt x="79" y="382"/>
                </a:lnTo>
                <a:lnTo>
                  <a:pt x="79" y="382"/>
                </a:lnTo>
                <a:close/>
              </a:path>
            </a:pathLst>
          </a:custGeom>
          <a:solidFill>
            <a:schemeClr val="accent2">
              <a:lumMod val="40000"/>
              <a:lumOff val="60000"/>
            </a:schemeClr>
          </a:solidFill>
          <a:ln>
            <a:noFill/>
          </a:ln>
        </p:spPr>
        <p:txBody>
          <a:bodyPr/>
          <a:lstStyle/>
          <a:p>
            <a:pPr eaLnBrk="1" fontAlgn="auto" hangingPunct="1">
              <a:spcBef>
                <a:spcPts val="0"/>
              </a:spcBef>
              <a:spcAft>
                <a:spcPts val="0"/>
              </a:spcAft>
              <a:defRPr/>
            </a:pPr>
            <a:endParaRPr lang="zh-CN" altLang="en-US" kern="0">
              <a:solidFill>
                <a:prstClr val="black"/>
              </a:solidFill>
              <a:latin typeface="微软雅黑" pitchFamily="34" charset="-122"/>
              <a:ea typeface="微软雅黑" pitchFamily="34" charset="-122"/>
            </a:endParaRPr>
          </a:p>
        </p:txBody>
      </p:sp>
      <p:sp>
        <p:nvSpPr>
          <p:cNvPr id="33" name="文本框 32"/>
          <p:cNvSpPr txBox="1"/>
          <p:nvPr>
            <p:custDataLst>
              <p:tags r:id="rId8"/>
            </p:custDataLst>
          </p:nvPr>
        </p:nvSpPr>
        <p:spPr>
          <a:xfrm>
            <a:off x="3622675" y="3179763"/>
            <a:ext cx="1358900" cy="369887"/>
          </a:xfrm>
          <a:prstGeom prst="rect">
            <a:avLst/>
          </a:prstGeom>
          <a:noFill/>
        </p:spPr>
        <p:txBody>
          <a:bodyPr/>
          <a:lstStyle/>
          <a:p>
            <a:pPr algn="just" eaLnBrk="1" fontAlgn="auto" hangingPunct="1">
              <a:spcBef>
                <a:spcPts val="0"/>
              </a:spcBef>
              <a:spcAft>
                <a:spcPts val="0"/>
              </a:spcAft>
              <a:defRPr/>
            </a:pPr>
            <a:r>
              <a:rPr lang="en-US" altLang="zh-CN" dirty="0">
                <a:solidFill>
                  <a:schemeClr val="accent1">
                    <a:lumMod val="60000"/>
                    <a:lumOff val="40000"/>
                  </a:schemeClr>
                </a:solidFill>
                <a:latin typeface="微软雅黑" pitchFamily="34" charset="-122"/>
                <a:ea typeface="微软雅黑" pitchFamily="34" charset="-122"/>
              </a:rPr>
              <a:t>PART </a:t>
            </a:r>
            <a:r>
              <a:rPr lang="en-US" altLang="zh-CN" dirty="0" smtClean="0">
                <a:solidFill>
                  <a:schemeClr val="accent1">
                    <a:lumMod val="60000"/>
                    <a:lumOff val="40000"/>
                  </a:schemeClr>
                </a:solidFill>
                <a:latin typeface="微软雅黑" pitchFamily="34" charset="-122"/>
                <a:ea typeface="微软雅黑" pitchFamily="34" charset="-122"/>
              </a:rPr>
              <a:t>FIVE</a:t>
            </a:r>
            <a:endParaRPr lang="zh-CN" altLang="en-US" dirty="0">
              <a:solidFill>
                <a:schemeClr val="accent1">
                  <a:lumMod val="60000"/>
                  <a:lumOff val="40000"/>
                </a:schemeClr>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32255040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smtClean="0"/>
              <a:t>       </a:t>
            </a:r>
            <a:endParaRPr lang="en-US" altLang="zh-CN" dirty="0" smtClean="0"/>
          </a:p>
          <a:p>
            <a:pPr marL="0" indent="0">
              <a:lnSpc>
                <a:spcPct val="125000"/>
              </a:lnSpc>
              <a:buNone/>
            </a:pPr>
            <a:r>
              <a:rPr lang="en-US" altLang="zh-CN" sz="1800" dirty="0">
                <a:solidFill>
                  <a:schemeClr val="tx1"/>
                </a:solidFill>
                <a:latin typeface="微软雅黑" pitchFamily="34" charset="-122"/>
                <a:ea typeface="微软雅黑" pitchFamily="34" charset="-122"/>
              </a:rPr>
              <a:t> </a:t>
            </a:r>
            <a:r>
              <a:rPr lang="en-US" altLang="zh-CN" sz="1800" dirty="0">
                <a:solidFill>
                  <a:schemeClr val="tx1"/>
                </a:solidFill>
                <a:latin typeface="微软雅黑" pitchFamily="34" charset="-122"/>
                <a:ea typeface="微软雅黑" pitchFamily="34" charset="-122"/>
              </a:rPr>
              <a:t>       </a:t>
            </a:r>
            <a:r>
              <a:rPr lang="zh-CN" altLang="en-US" sz="1800" dirty="0">
                <a:solidFill>
                  <a:schemeClr val="tx1"/>
                </a:solidFill>
                <a:latin typeface="微软雅黑" pitchFamily="34" charset="-122"/>
                <a:ea typeface="微软雅黑" pitchFamily="34" charset="-122"/>
              </a:rPr>
              <a:t>我司</a:t>
            </a:r>
            <a:r>
              <a:rPr lang="en-US" altLang="zh-CN" sz="1800" dirty="0">
                <a:solidFill>
                  <a:schemeClr val="tx1"/>
                </a:solidFill>
                <a:latin typeface="微软雅黑" pitchFamily="34" charset="-122"/>
                <a:ea typeface="微软雅黑" pitchFamily="34" charset="-122"/>
              </a:rPr>
              <a:t>2013</a:t>
            </a:r>
            <a:r>
              <a:rPr lang="zh-CN" altLang="en-US" sz="1800" dirty="0">
                <a:solidFill>
                  <a:schemeClr val="tx1"/>
                </a:solidFill>
                <a:latin typeface="微软雅黑" pitchFamily="34" charset="-122"/>
                <a:ea typeface="微软雅黑" pitchFamily="34" charset="-122"/>
              </a:rPr>
              <a:t>年起开始研发微信公众平台项目，至今已完成数十项各类微信公众平台，并一直与大浙网保持着密切的业务合作</a:t>
            </a:r>
            <a:endParaRPr lang="zh-CN" altLang="en-US" sz="18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818744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椭圆 25"/>
          <p:cNvSpPr/>
          <p:nvPr>
            <p:custDataLst>
              <p:tags r:id="rId2"/>
            </p:custDataLst>
          </p:nvPr>
        </p:nvSpPr>
        <p:spPr>
          <a:xfrm>
            <a:off x="2233613" y="2936875"/>
            <a:ext cx="2312987" cy="2311400"/>
          </a:xfrm>
          <a:prstGeom prst="ellipse">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9" name="椭圆 28"/>
          <p:cNvSpPr/>
          <p:nvPr>
            <p:custDataLst>
              <p:tags r:id="rId3"/>
            </p:custDataLst>
          </p:nvPr>
        </p:nvSpPr>
        <p:spPr>
          <a:xfrm>
            <a:off x="5156200" y="3906838"/>
            <a:ext cx="1317625" cy="1317625"/>
          </a:xfrm>
          <a:prstGeom prst="ellipse">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1" name="椭圆 30"/>
          <p:cNvSpPr/>
          <p:nvPr>
            <p:custDataLst>
              <p:tags r:id="rId4"/>
            </p:custDataLst>
          </p:nvPr>
        </p:nvSpPr>
        <p:spPr>
          <a:xfrm>
            <a:off x="5824538" y="3624263"/>
            <a:ext cx="887412" cy="889000"/>
          </a:xfrm>
          <a:prstGeom prst="ellipse">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椭圆 2"/>
          <p:cNvSpPr/>
          <p:nvPr>
            <p:custDataLst>
              <p:tags r:id="rId5"/>
            </p:custDataLst>
          </p:nvPr>
        </p:nvSpPr>
        <p:spPr>
          <a:xfrm>
            <a:off x="2555875" y="1268413"/>
            <a:ext cx="4052888" cy="4052887"/>
          </a:xfrm>
          <a:prstGeom prst="ellipse">
            <a:avLst/>
          </a:prstGeom>
          <a:solidFill>
            <a:schemeClr val="accent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0"/>
              </a:spcAft>
              <a:defRPr/>
            </a:pPr>
            <a:endParaRPr lang="en-US" altLang="zh-CN" sz="4800"/>
          </a:p>
        </p:txBody>
      </p:sp>
      <p:sp>
        <p:nvSpPr>
          <p:cNvPr id="2054" name="矩形 32"/>
          <p:cNvSpPr>
            <a:spLocks noChangeArrowheads="1"/>
          </p:cNvSpPr>
          <p:nvPr>
            <p:custDataLst>
              <p:tags r:id="rId6"/>
            </p:custDataLst>
          </p:nvPr>
        </p:nvSpPr>
        <p:spPr bwMode="auto">
          <a:xfrm>
            <a:off x="2987675" y="2290763"/>
            <a:ext cx="3132138"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r>
              <a:rPr lang="zh-CN" altLang="en-US" sz="6000">
                <a:solidFill>
                  <a:srgbClr val="FFFFFF"/>
                </a:solidFill>
                <a:latin typeface="华文中宋" pitchFamily="2" charset="-122"/>
                <a:ea typeface="华文中宋" pitchFamily="2" charset="-122"/>
              </a:rPr>
              <a:t>谢谢大家</a:t>
            </a:r>
            <a:endParaRPr lang="en-US" altLang="zh-CN" sz="6000">
              <a:solidFill>
                <a:srgbClr val="FFFFFF"/>
              </a:solidFill>
              <a:latin typeface="华文中宋" pitchFamily="2" charset="-122"/>
              <a:ea typeface="华文中宋" pitchFamily="2" charset="-122"/>
            </a:endParaRPr>
          </a:p>
        </p:txBody>
      </p:sp>
      <p:sp>
        <p:nvSpPr>
          <p:cNvPr id="34" name="矩形 33"/>
          <p:cNvSpPr/>
          <p:nvPr>
            <p:custDataLst>
              <p:tags r:id="rId7"/>
            </p:custDataLst>
          </p:nvPr>
        </p:nvSpPr>
        <p:spPr>
          <a:xfrm>
            <a:off x="3009169" y="3966652"/>
            <a:ext cx="3132427" cy="435290"/>
          </a:xfrm>
          <a:prstGeom prst="rect">
            <a:avLst/>
          </a:prstGeom>
        </p:spPr>
        <p:txBody>
          <a:bodyPr wrap="none" anchor="ctr"/>
          <a:lstStyle/>
          <a:p>
            <a:pPr algn="ctr" eaLnBrk="1" fontAlgn="auto" hangingPunct="1">
              <a:spcBef>
                <a:spcPts val="0"/>
              </a:spcBef>
              <a:spcAft>
                <a:spcPts val="0"/>
              </a:spcAft>
              <a:defRPr/>
            </a:pPr>
            <a:r>
              <a:rPr lang="en-US" altLang="zh-CN" sz="1600" dirty="0" smtClean="0">
                <a:solidFill>
                  <a:prstClr val="white">
                    <a:alpha val="74000"/>
                  </a:prstClr>
                </a:solidFill>
                <a:latin typeface="华文细黑" panose="02010600040101010101" pitchFamily="2" charset="-122"/>
                <a:ea typeface="华文细黑" panose="02010600040101010101" pitchFamily="2" charset="-122"/>
              </a:rPr>
              <a:t>@</a:t>
            </a:r>
            <a:r>
              <a:rPr lang="zh-CN" altLang="en-US" sz="1600" dirty="0" smtClean="0">
                <a:solidFill>
                  <a:prstClr val="white">
                    <a:alpha val="74000"/>
                  </a:prstClr>
                </a:solidFill>
                <a:latin typeface="华文细黑" panose="02010600040101010101" pitchFamily="2" charset="-122"/>
                <a:ea typeface="华文细黑" panose="02010600040101010101" pitchFamily="2" charset="-122"/>
              </a:rPr>
              <a:t>冉思科技</a:t>
            </a:r>
            <a:endParaRPr lang="en-US" altLang="zh-CN" sz="1600" dirty="0">
              <a:solidFill>
                <a:prstClr val="white">
                  <a:alpha val="74000"/>
                </a:prstClr>
              </a:solidFill>
              <a:latin typeface="华文细黑" panose="02010600040101010101" pitchFamily="2" charset="-122"/>
              <a:ea typeface="华文细黑" panose="02010600040101010101" pitchFamily="2" charset="-122"/>
            </a:endParaRPr>
          </a:p>
        </p:txBody>
      </p:sp>
    </p:spTree>
    <p:custDataLst>
      <p:tags r:id="rId1"/>
    </p:custDataLst>
    <p:extLst>
      <p:ext uri="{BB962C8B-B14F-4D97-AF65-F5344CB8AC3E}">
        <p14:creationId xmlns:p14="http://schemas.microsoft.com/office/powerpoint/2010/main" val="183202762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61019092616"/>
  <p:tag name="MH_LIBRARY" val="GRAPHIC"/>
</p:tagLst>
</file>

<file path=ppt/tags/tag2.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Freeform 11"/>
</p:tagLst>
</file>

<file path=ppt/tags/tag3.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GT1"/>
</p:tagLst>
</file>

<file path=ppt/tags/tag4.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Freeform 12"/>
</p:tagLst>
</file>

<file path=ppt/tags/tag5.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GT1"/>
</p:tagLst>
</file>

<file path=ppt/tags/tag6.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Freeform 14"/>
</p:tagLst>
</file>

<file path=ppt/tags/tag7.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GT1"/>
</p:tagLst>
</file>

<file path=ppt/tags/tag8.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文本框 8"/>
</p:tagLst>
</file>

<file path=ppt/tags/tag9.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Oval 9"/>
</p:tagLst>
</file>

<file path=ppt/tags/tag10.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Oval 10"/>
</p:tagLst>
</file>

<file path=ppt/tags/tag11.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Freeform 12"/>
</p:tagLst>
</file>

<file path=ppt/tags/tag12.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GT1"/>
</p:tagLst>
</file>

<file path=ppt/tags/tag13.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Freeform 14"/>
</p:tagLst>
</file>

<file path=ppt/tags/tag14.xml><?xml version="1.0" encoding="utf-8"?>
<p:tagLst xmlns:a="http://schemas.openxmlformats.org/drawingml/2006/main" xmlns:r="http://schemas.openxmlformats.org/officeDocument/2006/relationships" xmlns:p="http://schemas.openxmlformats.org/presentationml/2006/main">
  <p:tag name="MH" val="20161019092616"/>
  <p:tag name="MH_LIBRARY" val="GRAPHIC"/>
  <p:tag name="MH_ORDER" val="GT1"/>
</p:tagLst>
</file>

<file path=ppt/tags/tag15.xml><?xml version="1.0" encoding="utf-8"?>
<p:tagLst xmlns:a="http://schemas.openxmlformats.org/drawingml/2006/main" xmlns:r="http://schemas.openxmlformats.org/officeDocument/2006/relationships" xmlns:p="http://schemas.openxmlformats.org/presentationml/2006/main">
  <p:tag name="MH" val="20161019093159"/>
  <p:tag name="MH_LIBRARY" val="GRAPHIC"/>
</p:tagLst>
</file>

<file path=ppt/tags/tag16.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4"/>
</p:tagLst>
</file>

<file path=ppt/tags/tag17.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5"/>
</p:tagLst>
</file>

<file path=ppt/tags/tag18.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6"/>
</p:tagLst>
</file>

<file path=ppt/tags/tag19.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组合 27"/>
</p:tagLst>
</file>

<file path=ppt/tags/tag20.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21.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22.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32"/>
</p:tagLst>
</file>

<file path=ppt/tags/tag23.xml><?xml version="1.0" encoding="utf-8"?>
<p:tagLst xmlns:a="http://schemas.openxmlformats.org/drawingml/2006/main" xmlns:r="http://schemas.openxmlformats.org/officeDocument/2006/relationships" xmlns:p="http://schemas.openxmlformats.org/presentationml/2006/main">
  <p:tag name="MH" val="20161019093159"/>
  <p:tag name="MH_LIBRARY" val="GRAPHIC"/>
</p:tagLst>
</file>

<file path=ppt/tags/tag24.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4"/>
</p:tagLst>
</file>

<file path=ppt/tags/tag25.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5"/>
</p:tagLst>
</file>

<file path=ppt/tags/tag26.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6"/>
</p:tagLst>
</file>

<file path=ppt/tags/tag27.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组合 27"/>
</p:tagLst>
</file>

<file path=ppt/tags/tag28.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29.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30.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32"/>
</p:tagLst>
</file>

<file path=ppt/tags/tag31.xml><?xml version="1.0" encoding="utf-8"?>
<p:tagLst xmlns:a="http://schemas.openxmlformats.org/drawingml/2006/main" xmlns:r="http://schemas.openxmlformats.org/officeDocument/2006/relationships" xmlns:p="http://schemas.openxmlformats.org/presentationml/2006/main">
  <p:tag name="MH" val="20161019093159"/>
  <p:tag name="MH_LIBRARY" val="GRAPHIC"/>
</p:tagLst>
</file>

<file path=ppt/tags/tag32.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4"/>
</p:tagLst>
</file>

<file path=ppt/tags/tag33.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5"/>
</p:tagLst>
</file>

<file path=ppt/tags/tag34.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6"/>
</p:tagLst>
</file>

<file path=ppt/tags/tag35.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组合 27"/>
</p:tagLst>
</file>

<file path=ppt/tags/tag36.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37.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38.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32"/>
</p:tagLst>
</file>

<file path=ppt/tags/tag39.xml><?xml version="1.0" encoding="utf-8"?>
<p:tagLst xmlns:a="http://schemas.openxmlformats.org/drawingml/2006/main" xmlns:r="http://schemas.openxmlformats.org/officeDocument/2006/relationships" xmlns:p="http://schemas.openxmlformats.org/presentationml/2006/main">
  <p:tag name="MH" val="20161019093159"/>
  <p:tag name="MH_LIBRARY" val="GRAPHIC"/>
</p:tagLst>
</file>

<file path=ppt/tags/tag40.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4"/>
</p:tagLst>
</file>

<file path=ppt/tags/tag41.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5"/>
</p:tagLst>
</file>

<file path=ppt/tags/tag42.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6"/>
</p:tagLst>
</file>

<file path=ppt/tags/tag43.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组合 27"/>
</p:tagLst>
</file>

<file path=ppt/tags/tag44.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45.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46.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32"/>
</p:tagLst>
</file>

<file path=ppt/tags/tag47.xml><?xml version="1.0" encoding="utf-8"?>
<p:tagLst xmlns:a="http://schemas.openxmlformats.org/drawingml/2006/main" xmlns:r="http://schemas.openxmlformats.org/officeDocument/2006/relationships" xmlns:p="http://schemas.openxmlformats.org/presentationml/2006/main">
  <p:tag name="MH" val="20161019093159"/>
  <p:tag name="MH_LIBRARY" val="GRAPHIC"/>
</p:tagLst>
</file>

<file path=ppt/tags/tag48.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4"/>
</p:tagLst>
</file>

<file path=ppt/tags/tag49.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5"/>
</p:tagLst>
</file>

<file path=ppt/tags/tag50.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26"/>
</p:tagLst>
</file>

<file path=ppt/tags/tag51.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组合 27"/>
</p:tagLst>
</file>

<file path=ppt/tags/tag52.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53.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Freeform 13"/>
</p:tagLst>
</file>

<file path=ppt/tags/tag54.xml><?xml version="1.0" encoding="utf-8"?>
<p:tagLst xmlns:a="http://schemas.openxmlformats.org/drawingml/2006/main" xmlns:r="http://schemas.openxmlformats.org/officeDocument/2006/relationships" xmlns:p="http://schemas.openxmlformats.org/presentationml/2006/main">
  <p:tag name="MH" val="20161019093159"/>
  <p:tag name="MH_LIBRARY" val="GRAPHIC"/>
  <p:tag name="MH_ORDER" val="文本框 32"/>
</p:tagLst>
</file>

<file path=ppt/tags/tag55.xml><?xml version="1.0" encoding="utf-8"?>
<p:tagLst xmlns:a="http://schemas.openxmlformats.org/drawingml/2006/main" xmlns:r="http://schemas.openxmlformats.org/officeDocument/2006/relationships" xmlns:p="http://schemas.openxmlformats.org/presentationml/2006/main">
  <p:tag name="MH" val="20161020145448"/>
  <p:tag name="MH_LIBRARY" val="GRAPHIC"/>
</p:tagLst>
</file>

<file path=ppt/tags/tag56.xml><?xml version="1.0" encoding="utf-8"?>
<p:tagLst xmlns:a="http://schemas.openxmlformats.org/drawingml/2006/main" xmlns:r="http://schemas.openxmlformats.org/officeDocument/2006/relationships" xmlns:p="http://schemas.openxmlformats.org/presentationml/2006/main">
  <p:tag name="MH" val="20161020145448"/>
  <p:tag name="MH_LIBRARY" val="GRAPHIC"/>
  <p:tag name="MH_ORDER" val="Oval 25"/>
</p:tagLst>
</file>

<file path=ppt/tags/tag57.xml><?xml version="1.0" encoding="utf-8"?>
<p:tagLst xmlns:a="http://schemas.openxmlformats.org/drawingml/2006/main" xmlns:r="http://schemas.openxmlformats.org/officeDocument/2006/relationships" xmlns:p="http://schemas.openxmlformats.org/presentationml/2006/main">
  <p:tag name="MH" val="20161020145448"/>
  <p:tag name="MH_LIBRARY" val="GRAPHIC"/>
  <p:tag name="MH_ORDER" val="Oval 28"/>
</p:tagLst>
</file>

<file path=ppt/tags/tag58.xml><?xml version="1.0" encoding="utf-8"?>
<p:tagLst xmlns:a="http://schemas.openxmlformats.org/drawingml/2006/main" xmlns:r="http://schemas.openxmlformats.org/officeDocument/2006/relationships" xmlns:p="http://schemas.openxmlformats.org/presentationml/2006/main">
  <p:tag name="MH" val="20161020145448"/>
  <p:tag name="MH_LIBRARY" val="GRAPHIC"/>
  <p:tag name="MH_ORDER" val="Oval 30"/>
</p:tagLst>
</file>

<file path=ppt/tags/tag59.xml><?xml version="1.0" encoding="utf-8"?>
<p:tagLst xmlns:a="http://schemas.openxmlformats.org/drawingml/2006/main" xmlns:r="http://schemas.openxmlformats.org/officeDocument/2006/relationships" xmlns:p="http://schemas.openxmlformats.org/presentationml/2006/main">
  <p:tag name="MH" val="20161020145448"/>
  <p:tag name="MH_LIBRARY" val="GRAPHIC"/>
  <p:tag name="MH_ORDER" val="Oval 2"/>
</p:tagLst>
</file>

<file path=ppt/tags/tag60.xml><?xml version="1.0" encoding="utf-8"?>
<p:tagLst xmlns:a="http://schemas.openxmlformats.org/drawingml/2006/main" xmlns:r="http://schemas.openxmlformats.org/officeDocument/2006/relationships" xmlns:p="http://schemas.openxmlformats.org/presentationml/2006/main">
  <p:tag name="MH" val="20161020145448"/>
  <p:tag name="MH_LIBRARY" val="GRAPHIC"/>
  <p:tag name="MH_ORDER" val="矩形 32"/>
</p:tagLst>
</file>

<file path=ppt/tags/tag61.xml><?xml version="1.0" encoding="utf-8"?>
<p:tagLst xmlns:a="http://schemas.openxmlformats.org/drawingml/2006/main" xmlns:r="http://schemas.openxmlformats.org/officeDocument/2006/relationships" xmlns:p="http://schemas.openxmlformats.org/presentationml/2006/main">
  <p:tag name="MH" val="20161020145448"/>
  <p:tag name="MH_LIBRARY" val="GRAPHIC"/>
  <p:tag name="MH_ORDER" val="Rectangle 33"/>
</p:tagLst>
</file>

<file path=ppt/theme/theme1.xml><?xml version="1.0" encoding="utf-8"?>
<a:theme xmlns:a="http://schemas.openxmlformats.org/drawingml/2006/main" name="A000120141114A22KWBG">
  <a:themeElements>
    <a:clrScheme name="自定义 1">
      <a:dk1>
        <a:srgbClr val="3D3F41"/>
      </a:dk1>
      <a:lt1>
        <a:srgbClr val="FFFFFF"/>
      </a:lt1>
      <a:dk2>
        <a:srgbClr val="3D3F41"/>
      </a:dk2>
      <a:lt2>
        <a:srgbClr val="FFFFFF"/>
      </a:lt2>
      <a:accent1>
        <a:srgbClr val="04AEDA"/>
      </a:accent1>
      <a:accent2>
        <a:srgbClr val="628EE3"/>
      </a:accent2>
      <a:accent3>
        <a:srgbClr val="2BC3B5"/>
      </a:accent3>
      <a:accent4>
        <a:srgbClr val="92D050"/>
      </a:accent4>
      <a:accent5>
        <a:srgbClr val="CEB9A3"/>
      </a:accent5>
      <a:accent6>
        <a:srgbClr val="FFC000"/>
      </a:accent6>
      <a:hlink>
        <a:srgbClr val="00B0F0"/>
      </a:hlink>
      <a:folHlink>
        <a:srgbClr val="AFB2B4"/>
      </a:folHlink>
    </a:clrScheme>
    <a:fontScheme name="自定义 15">
      <a:majorFont>
        <a:latin typeface="Arial Black"/>
        <a:ea typeface="微软雅黑"/>
        <a:cs typeface=""/>
      </a:majorFont>
      <a:minorFont>
        <a:latin typeface="Arial"/>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A000120141114A22PPBG</Template>
  <TotalTime>780</TotalTime>
  <Words>451</Words>
  <Application>Microsoft Office PowerPoint</Application>
  <PresentationFormat>全屏显示(4:3)</PresentationFormat>
  <Paragraphs>157</Paragraphs>
  <Slides>22</Slides>
  <Notes>1</Notes>
  <HiddenSlides>0</HiddenSlides>
  <MMClips>0</MMClips>
  <ScaleCrop>false</ScaleCrop>
  <HeadingPairs>
    <vt:vector size="4" baseType="variant">
      <vt:variant>
        <vt:lpstr>主题</vt:lpstr>
      </vt:variant>
      <vt:variant>
        <vt:i4>1</vt:i4>
      </vt:variant>
      <vt:variant>
        <vt:lpstr>幻灯片标题</vt:lpstr>
      </vt:variant>
      <vt:variant>
        <vt:i4>22</vt:i4>
      </vt:variant>
    </vt:vector>
  </HeadingPairs>
  <TitlesOfParts>
    <vt:vector size="23" baseType="lpstr">
      <vt:lpstr>A000120141114A22KWBG</vt:lpstr>
      <vt:lpstr>腾讯服务商评审 </vt:lpstr>
      <vt:lpstr>PowerPoint 演示文稿</vt:lpstr>
      <vt:lpstr>PowerPoint 演示文稿</vt:lpstr>
      <vt:lpstr>组织架构</vt:lpstr>
      <vt:lpstr>业务方向</vt:lpstr>
      <vt:lpstr>核心优势</vt:lpstr>
      <vt:lpstr>PowerPoint 演示文稿</vt:lpstr>
      <vt:lpstr>行业分布</vt:lpstr>
      <vt:lpstr>行业案例</vt:lpstr>
      <vt:lpstr>行业案例</vt:lpstr>
      <vt:lpstr>PowerPoint 演示文稿</vt:lpstr>
      <vt:lpstr>萧山交警</vt:lpstr>
      <vt:lpstr>微查询</vt:lpstr>
      <vt:lpstr>微办事</vt:lpstr>
      <vt:lpstr>微互动</vt:lpstr>
      <vt:lpstr>PowerPoint 演示文稿</vt:lpstr>
      <vt:lpstr>技术团队</vt:lpstr>
      <vt:lpstr>售后流程</vt:lpstr>
      <vt:lpstr>售后承诺</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腾讯服务商评审 </dc:title>
  <dc:creator>server001</dc:creator>
  <cp:lastModifiedBy>wen</cp:lastModifiedBy>
  <cp:revision>128</cp:revision>
  <dcterms:created xsi:type="dcterms:W3CDTF">2016-10-19T01:13:06Z</dcterms:created>
  <dcterms:modified xsi:type="dcterms:W3CDTF">2016-10-28T03:41:34Z</dcterms:modified>
</cp:coreProperties>
</file>