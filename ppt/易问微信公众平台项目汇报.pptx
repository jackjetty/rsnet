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1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54E76-5F89-4A66-A170-088E574EB20D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BE477-91C9-40AD-A3AA-45E2B0D53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14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http://meihua.docer.com/</a:t>
            </a: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fld id="{CB3562AB-E26F-4803-9025-D322D1861D5D}" type="slidenum">
              <a:rPr lang="zh-CN" altLang="en-US">
                <a:latin typeface="Calibri" pitchFamily="34" charset="0"/>
              </a:rPr>
              <a:pPr/>
              <a:t>2</a:t>
            </a:fld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r="1172" b="-338"/>
          <a:stretch/>
        </p:blipFill>
        <p:spPr>
          <a:xfrm>
            <a:off x="-2604" y="-12882"/>
            <a:ext cx="9146604" cy="622554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4081944" y="5642192"/>
            <a:ext cx="3188924" cy="3570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88900" h="38100"/>
          </a:sp3d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429695" y="4781008"/>
            <a:ext cx="6493423" cy="77409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ctr">
              <a:lnSpc>
                <a:spcPct val="100000"/>
              </a:lnSpc>
              <a:defRPr sz="4400">
                <a:solidFill>
                  <a:schemeClr val="accent1"/>
                </a:solidFill>
                <a:effectLst>
                  <a:reflection blurRad="6350" stA="27000" endPos="50000" dist="50800" dir="5400000" sy="-100000" algn="bl" rotWithShape="0"/>
                </a:effectLst>
                <a:latin typeface="Arial Rounded MT Bold" panose="020F0704030504030204" pitchFamily="34" charset="0"/>
              </a:defRPr>
            </a:lvl1pPr>
          </a:lstStyle>
          <a:p>
            <a:r>
              <a:rPr lang="zh-CN" altLang="en-US" dirty="0" smtClean="0"/>
              <a:t>单击此处添加您的标题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77346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49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8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6" y="2542903"/>
            <a:ext cx="5995988" cy="898343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80138" y="3510918"/>
            <a:ext cx="2983725" cy="3461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88900" h="38100"/>
          </a:sp3d>
        </p:spPr>
        <p:txBody>
          <a:bodyPr vert="horz" lIns="91440" tIns="45720" rIns="91440" bIns="45720" rtlCol="0" anchor="ctr">
            <a:noAutofit/>
          </a:bodyPr>
          <a:lstStyle>
            <a:lvl1pPr marL="357188" indent="-357188" algn="ctr">
              <a:buFont typeface="Arial" panose="020B0604020202020204" pitchFamily="34" charset="0"/>
              <a:buNone/>
              <a:defRPr lang="en-US" altLang="zh-CN" sz="1600" dirty="0">
                <a:solidFill>
                  <a:schemeClr val="bg1"/>
                </a:solidFill>
              </a:defRPr>
            </a:lvl1pPr>
          </a:lstStyle>
          <a:p>
            <a:pPr marL="0" lvl="0" indent="0" algn="ctr"/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81598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1244600"/>
            <a:ext cx="3810000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499" y="1244600"/>
            <a:ext cx="3820587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39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118532"/>
            <a:ext cx="6984076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37636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2200274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37636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2200274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2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2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72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2" y="533402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1063628"/>
            <a:ext cx="462915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2" y="2133602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77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5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13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7" y="365125"/>
            <a:ext cx="886883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1" y="365125"/>
            <a:ext cx="594995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2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" t="1321" b="63732"/>
          <a:stretch/>
        </p:blipFill>
        <p:spPr>
          <a:xfrm flipH="1">
            <a:off x="-1" y="0"/>
            <a:ext cx="9142485" cy="1402080"/>
          </a:xfrm>
          <a:prstGeom prst="rect">
            <a:avLst/>
          </a:prstGeom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487680" y="809897"/>
            <a:ext cx="8213940" cy="5834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487680" y="1558519"/>
            <a:ext cx="8213940" cy="488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2016/11/2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43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i="0" kern="1200" baseline="0" dirty="0">
          <a:solidFill>
            <a:schemeClr val="accent1"/>
          </a:solidFill>
          <a:effectLst>
            <a:reflection blurRad="6350" stA="26000" endPos="50000" dist="50800" dir="5400000" sy="-100000" algn="bl" rotWithShape="0"/>
          </a:effectLst>
          <a:latin typeface="Arial Rounded MT Bold" panose="020F07040305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rgbClr val="963B22"/>
        </a:buClr>
        <a:buSzPct val="100000"/>
        <a:buFontTx/>
        <a:buBlip>
          <a:blip r:embed="rId14"/>
        </a:buBlip>
        <a:defRPr sz="2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357188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杭州冉思</a:t>
            </a:r>
            <a:r>
              <a:rPr lang="en-US" altLang="zh-CN" dirty="0" smtClean="0"/>
              <a:t>——2016.11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易问微信公众平台项目汇报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98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3505200" y="1600200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项目概况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3662547" y="1771006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A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3505200" y="2886075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需求实现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3662547" y="3055744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B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6"/>
            </p:custDataLst>
          </p:nvPr>
        </p:nvSpPr>
        <p:spPr>
          <a:xfrm>
            <a:off x="3505200" y="4170363"/>
            <a:ext cx="4121150" cy="908050"/>
          </a:xfrm>
          <a:custGeom>
            <a:avLst/>
            <a:gdLst>
              <a:gd name="connsiteX0" fmla="*/ 454029 w 4121154"/>
              <a:gd name="connsiteY0" fmla="*/ 0 h 908058"/>
              <a:gd name="connsiteX1" fmla="*/ 872378 w 4121154"/>
              <a:gd name="connsiteY1" fmla="*/ 277300 h 908058"/>
              <a:gd name="connsiteX2" fmla="*/ 882326 w 4121154"/>
              <a:gd name="connsiteY2" fmla="*/ 309346 h 908058"/>
              <a:gd name="connsiteX3" fmla="*/ 3821798 w 4121154"/>
              <a:gd name="connsiteY3" fmla="*/ 309346 h 908058"/>
              <a:gd name="connsiteX4" fmla="*/ 4121154 w 4121154"/>
              <a:gd name="connsiteY4" fmla="*/ 608702 h 908058"/>
              <a:gd name="connsiteX5" fmla="*/ 4121153 w 4121154"/>
              <a:gd name="connsiteY5" fmla="*/ 608702 h 908058"/>
              <a:gd name="connsiteX6" fmla="*/ 3821797 w 4121154"/>
              <a:gd name="connsiteY6" fmla="*/ 908058 h 908058"/>
              <a:gd name="connsiteX7" fmla="*/ 515256 w 4121154"/>
              <a:gd name="connsiteY7" fmla="*/ 908057 h 908058"/>
              <a:gd name="connsiteX8" fmla="*/ 484648 w 4121154"/>
              <a:gd name="connsiteY8" fmla="*/ 904972 h 908058"/>
              <a:gd name="connsiteX9" fmla="*/ 454029 w 4121154"/>
              <a:gd name="connsiteY9" fmla="*/ 908058 h 908058"/>
              <a:gd name="connsiteX10" fmla="*/ 0 w 4121154"/>
              <a:gd name="connsiteY10" fmla="*/ 454029 h 908058"/>
              <a:gd name="connsiteX11" fmla="*/ 454029 w 4121154"/>
              <a:gd name="connsiteY11" fmla="*/ 0 h 90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154" h="908058">
                <a:moveTo>
                  <a:pt x="454029" y="0"/>
                </a:moveTo>
                <a:cubicBezTo>
                  <a:pt x="642094" y="0"/>
                  <a:pt x="803453" y="114343"/>
                  <a:pt x="872378" y="277300"/>
                </a:cubicBezTo>
                <a:lnTo>
                  <a:pt x="882326" y="309346"/>
                </a:lnTo>
                <a:lnTo>
                  <a:pt x="3821798" y="309346"/>
                </a:lnTo>
                <a:cubicBezTo>
                  <a:pt x="3987128" y="309346"/>
                  <a:pt x="4121154" y="443372"/>
                  <a:pt x="4121154" y="608702"/>
                </a:cubicBezTo>
                <a:lnTo>
                  <a:pt x="4121153" y="608702"/>
                </a:lnTo>
                <a:cubicBezTo>
                  <a:pt x="4121153" y="774032"/>
                  <a:pt x="3987127" y="908058"/>
                  <a:pt x="3821797" y="908058"/>
                </a:cubicBezTo>
                <a:lnTo>
                  <a:pt x="515256" y="908057"/>
                </a:lnTo>
                <a:lnTo>
                  <a:pt x="484648" y="904972"/>
                </a:lnTo>
                <a:lnTo>
                  <a:pt x="454029" y="908058"/>
                </a:lnTo>
                <a:cubicBezTo>
                  <a:pt x="203276" y="908058"/>
                  <a:pt x="0" y="704782"/>
                  <a:pt x="0" y="454029"/>
                </a:cubicBezTo>
                <a:cubicBezTo>
                  <a:pt x="0" y="203276"/>
                  <a:pt x="203276" y="0"/>
                  <a:pt x="45402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mpd="sng">
            <a:noFill/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tIns="360000" anchor="ctr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</a:rPr>
              <a:t>功能示例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3662547" y="4340481"/>
            <a:ext cx="566517" cy="566517"/>
          </a:xfrm>
          <a:prstGeom prst="ellipse">
            <a:avLst/>
          </a:prstGeom>
          <a:solidFill>
            <a:schemeClr val="accent1"/>
          </a:solidFill>
          <a:ln w="3175" cmpd="sng">
            <a:noFill/>
          </a:ln>
          <a:effectLst>
            <a:innerShdw blurRad="63500" dist="508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C</a:t>
            </a:r>
            <a:endParaRPr lang="zh-CN" altLang="en-US" sz="3200" dirty="0">
              <a:solidFill>
                <a:srgbClr val="FFFFFF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3086" name="文本框 1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19238" y="2424113"/>
            <a:ext cx="8001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r>
              <a:rPr lang="en-US" altLang="zh-CN" sz="4000">
                <a:solidFill>
                  <a:srgbClr val="EEEEEE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316038" y="1454150"/>
            <a:ext cx="869950" cy="86995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22" name="椭圆 21"/>
          <p:cNvSpPr/>
          <p:nvPr>
            <p:custDataLst>
              <p:tags r:id="rId10"/>
            </p:custDataLst>
          </p:nvPr>
        </p:nvSpPr>
        <p:spPr>
          <a:xfrm>
            <a:off x="1033463" y="2133600"/>
            <a:ext cx="682625" cy="682625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87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项目概况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>
                  <a:solidFill>
                    <a:schemeClr val="accent1"/>
                  </a:solidFill>
                  <a:latin typeface="Engravers MT" panose="02090707080505020304" pitchFamily="18" charset="0"/>
                  <a:ea typeface="+mn-ea"/>
                </a:rPr>
                <a:t>1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96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系统组成</a:t>
            </a:r>
            <a:endParaRPr lang="zh-CN" altLang="en-US" dirty="0"/>
          </a:p>
        </p:txBody>
      </p:sp>
      <p:sp>
        <p:nvSpPr>
          <p:cNvPr id="4" name="任意多边形 3"/>
          <p:cNvSpPr/>
          <p:nvPr/>
        </p:nvSpPr>
        <p:spPr>
          <a:xfrm>
            <a:off x="2195736" y="1757000"/>
            <a:ext cx="4968686" cy="722000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FF9933"/>
              </a:gs>
              <a:gs pos="100000">
                <a:srgbClr val="CC6600"/>
              </a:gs>
            </a:gsLst>
            <a:lin ang="5400000" scaled="0"/>
          </a:gradFill>
          <a:ln w="7600" cap="flat">
            <a:solidFill>
              <a:srgbClr val="CC6600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>
                <a:solidFill>
                  <a:srgbClr val="FFFFFF"/>
                </a:solidFill>
                <a:latin typeface="+mj-ea"/>
                <a:ea typeface="+mj-ea"/>
              </a:rPr>
              <a:t>微</a:t>
            </a:r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信公众号消息接口</a:t>
            </a:r>
            <a:r>
              <a:rPr lang="en-US" altLang="zh-CN" sz="2000" dirty="0" smtClean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lang="en-US" altLang="zh-CN" sz="2000" dirty="0" err="1" smtClean="0">
                <a:solidFill>
                  <a:srgbClr val="FFFFFF"/>
                </a:solidFill>
                <a:latin typeface="+mj-ea"/>
                <a:ea typeface="+mj-ea"/>
              </a:rPr>
              <a:t>weixin-sdk</a:t>
            </a:r>
            <a:r>
              <a:rPr lang="en-US" altLang="zh-CN" sz="2000" dirty="0" smtClean="0">
                <a:solidFill>
                  <a:srgbClr val="FFFFFF"/>
                </a:solidFill>
                <a:latin typeface="+mj-ea"/>
                <a:ea typeface="+mj-ea"/>
              </a:rPr>
              <a:t>)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2195736" y="3201000"/>
            <a:ext cx="4954397" cy="722000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AED75B"/>
              </a:gs>
              <a:gs pos="100000">
                <a:srgbClr val="7BA428"/>
              </a:gs>
            </a:gsLst>
            <a:lin ang="5400000" scaled="0"/>
          </a:gradFill>
          <a:ln w="7600" cap="flat">
            <a:solidFill>
              <a:srgbClr val="7BA428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微信消息</a:t>
            </a:r>
            <a:r>
              <a:rPr sz="2000" dirty="0" err="1" smtClean="0">
                <a:solidFill>
                  <a:srgbClr val="FFFFFF"/>
                </a:solidFill>
                <a:latin typeface="+mj-ea"/>
                <a:ea typeface="+mj-ea"/>
              </a:rPr>
              <a:t>服务端</a:t>
            </a:r>
            <a:r>
              <a:rPr 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sz="2000" dirty="0" smtClean="0">
                <a:solidFill>
                  <a:srgbClr val="FFFFFF"/>
                </a:solidFill>
                <a:latin typeface="+mj-ea"/>
                <a:ea typeface="+mj-ea"/>
              </a:rPr>
              <a:t>web</a:t>
            </a:r>
            <a:r>
              <a:rPr lang="en-US" sz="2000" dirty="0">
                <a:solidFill>
                  <a:srgbClr val="FFFFFF"/>
                </a:solidFill>
                <a:latin typeface="+mj-ea"/>
                <a:ea typeface="+mj-ea"/>
              </a:rPr>
              <a:t>)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212567" y="4509120"/>
            <a:ext cx="4932982" cy="730136"/>
          </a:xfrm>
          <a:custGeom>
            <a:avLst/>
            <a:gdLst>
              <a:gd name="rtl" fmla="*/ 30400 w 2427908"/>
              <a:gd name="rtt" fmla="*/ 30400 h 456000"/>
              <a:gd name="rtr" fmla="*/ 2397508 w 2427908"/>
              <a:gd name="rtb" fmla="*/ 425600 h 456000"/>
            </a:gdLst>
            <a:ahLst/>
            <a:cxnLst/>
            <a:rect l="rtl" t="rtt" r="rtr" b="rtb"/>
            <a:pathLst>
              <a:path w="2427908" h="456000">
                <a:moveTo>
                  <a:pt x="82080" y="0"/>
                </a:moveTo>
                <a:lnTo>
                  <a:pt x="2345828" y="0"/>
                </a:lnTo>
                <a:cubicBezTo>
                  <a:pt x="2391161" y="0"/>
                  <a:pt x="2427908" y="36747"/>
                  <a:pt x="2427908" y="82080"/>
                </a:cubicBezTo>
                <a:lnTo>
                  <a:pt x="2427908" y="373920"/>
                </a:lnTo>
                <a:cubicBezTo>
                  <a:pt x="2427908" y="419253"/>
                  <a:pt x="2391161" y="456000"/>
                  <a:pt x="2345828" y="456000"/>
                </a:cubicBezTo>
                <a:lnTo>
                  <a:pt x="82080" y="456000"/>
                </a:lnTo>
                <a:cubicBezTo>
                  <a:pt x="36747" y="456000"/>
                  <a:pt x="0" y="419253"/>
                  <a:pt x="0" y="373920"/>
                </a:cubicBezTo>
                <a:lnTo>
                  <a:pt x="0" y="82080"/>
                </a:lnTo>
                <a:cubicBezTo>
                  <a:pt x="0" y="36747"/>
                  <a:pt x="36747" y="0"/>
                  <a:pt x="82080" y="0"/>
                </a:cubicBezTo>
                <a:close/>
              </a:path>
            </a:pathLst>
          </a:custGeom>
          <a:gradFill>
            <a:gsLst>
              <a:gs pos="0">
                <a:srgbClr val="6FBDD1"/>
              </a:gs>
              <a:gs pos="100000">
                <a:srgbClr val="358EA6"/>
              </a:gs>
            </a:gsLst>
            <a:lin ang="5400000" scaled="0"/>
          </a:gradFill>
          <a:ln w="7600" cap="flat">
            <a:solidFill>
              <a:srgbClr val="358EA6"/>
            </a:solidFill>
            <a:bevel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zh-CN" altLang="en-US" sz="2000" dirty="0" smtClean="0">
                <a:solidFill>
                  <a:srgbClr val="FFFFFF"/>
                </a:solidFill>
                <a:latin typeface="+mj-ea"/>
                <a:ea typeface="+mj-ea"/>
              </a:rPr>
              <a:t>易问手机交互页</a:t>
            </a:r>
            <a:r>
              <a:rPr sz="2000" dirty="0" smtClean="0">
                <a:solidFill>
                  <a:srgbClr val="FFFFFF"/>
                </a:solidFill>
                <a:latin typeface="+mj-ea"/>
                <a:ea typeface="+mj-ea"/>
              </a:rPr>
              <a:t>(</a:t>
            </a:r>
            <a:r>
              <a:rPr sz="2000" dirty="0" err="1" smtClean="0">
                <a:solidFill>
                  <a:srgbClr val="FFFFFF"/>
                </a:solidFill>
                <a:latin typeface="+mj-ea"/>
                <a:ea typeface="+mj-ea"/>
              </a:rPr>
              <a:t>w</a:t>
            </a:r>
            <a:r>
              <a:rPr lang="en-US" altLang="zh-CN" sz="2000" dirty="0" err="1" smtClean="0">
                <a:solidFill>
                  <a:srgbClr val="FFFFFF"/>
                </a:solidFill>
                <a:latin typeface="+mj-ea"/>
                <a:ea typeface="+mj-ea"/>
              </a:rPr>
              <a:t>ap</a:t>
            </a:r>
            <a:r>
              <a:rPr sz="2000" dirty="0" smtClean="0">
                <a:solidFill>
                  <a:srgbClr val="FFFFFF"/>
                </a:solidFill>
                <a:latin typeface="+mj-ea"/>
                <a:ea typeface="+mj-ea"/>
              </a:rPr>
              <a:t>)</a:t>
            </a:r>
            <a:endParaRPr sz="20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564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网络架构图</a:t>
            </a:r>
            <a:endParaRPr lang="zh-CN" altLang="en-US" dirty="0"/>
          </a:p>
        </p:txBody>
      </p:sp>
      <p:grpSp>
        <p:nvGrpSpPr>
          <p:cNvPr id="447" name="Internet Cloud"/>
          <p:cNvGrpSpPr/>
          <p:nvPr/>
        </p:nvGrpSpPr>
        <p:grpSpPr>
          <a:xfrm>
            <a:off x="1187624" y="2144757"/>
            <a:ext cx="1967306" cy="1126179"/>
            <a:chOff x="1669047" y="2441842"/>
            <a:chExt cx="1398400" cy="734642"/>
          </a:xfrm>
        </p:grpSpPr>
        <p:sp>
          <p:nvSpPr>
            <p:cNvPr id="871" name="任意多边形 870"/>
            <p:cNvSpPr/>
            <p:nvPr/>
          </p:nvSpPr>
          <p:spPr>
            <a:xfrm>
              <a:off x="1669031" y="2441708"/>
              <a:ext cx="1203924" cy="733007"/>
            </a:xfrm>
            <a:custGeom>
              <a:avLst/>
              <a:gdLst/>
              <a:ahLst/>
              <a:cxnLst/>
              <a:rect l="0" t="0" r="0" b="0"/>
              <a:pathLst>
                <a:path w="1203924" h="733007">
                  <a:moveTo>
                    <a:pt x="210406" y="208221"/>
                  </a:moveTo>
                  <a:cubicBezTo>
                    <a:pt x="210406" y="208221"/>
                    <a:pt x="253379" y="38405"/>
                    <a:pt x="447214" y="5031"/>
                  </a:cubicBezTo>
                  <a:cubicBezTo>
                    <a:pt x="641049" y="-28344"/>
                    <a:pt x="770883" y="109080"/>
                    <a:pt x="784594" y="171902"/>
                  </a:cubicBezTo>
                  <a:cubicBezTo>
                    <a:pt x="784594" y="171902"/>
                    <a:pt x="883340" y="162086"/>
                    <a:pt x="943684" y="212148"/>
                  </a:cubicBezTo>
                  <a:cubicBezTo>
                    <a:pt x="943684" y="212148"/>
                    <a:pt x="1064836" y="134110"/>
                    <a:pt x="1163127" y="239633"/>
                  </a:cubicBezTo>
                  <a:cubicBezTo>
                    <a:pt x="1163127" y="239633"/>
                    <a:pt x="1213408" y="296565"/>
                    <a:pt x="1202442" y="373130"/>
                  </a:cubicBezTo>
                  <a:cubicBezTo>
                    <a:pt x="1202442" y="373130"/>
                    <a:pt x="1182324" y="515461"/>
                    <a:pt x="1039688" y="539019"/>
                  </a:cubicBezTo>
                  <a:cubicBezTo>
                    <a:pt x="1039688" y="539019"/>
                    <a:pt x="896146" y="725523"/>
                    <a:pt x="683108" y="587117"/>
                  </a:cubicBezTo>
                  <a:cubicBezTo>
                    <a:pt x="683108" y="587117"/>
                    <a:pt x="619106" y="739267"/>
                    <a:pt x="436242" y="733007"/>
                  </a:cubicBezTo>
                  <a:cubicBezTo>
                    <a:pt x="436242" y="733007"/>
                    <a:pt x="301839" y="736321"/>
                    <a:pt x="240579" y="590062"/>
                  </a:cubicBezTo>
                  <a:cubicBezTo>
                    <a:pt x="240579" y="590062"/>
                    <a:pt x="21144" y="626381"/>
                    <a:pt x="0" y="400614"/>
                  </a:cubicBezTo>
                  <a:cubicBezTo>
                    <a:pt x="0" y="400614"/>
                    <a:pt x="-10858" y="214111"/>
                    <a:pt x="210406" y="2082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40000">
                  <a:srgbClr val="E2F2F9"/>
                </a:gs>
                <a:gs pos="72000">
                  <a:srgbClr val="A4D9F0"/>
                </a:gs>
                <a:gs pos="100000">
                  <a:srgbClr val="A7DAF0"/>
                </a:gs>
              </a:gsLst>
              <a:lin ang="5400000" scaled="0"/>
            </a:gradFill>
            <a:ln w="7600" cap="flat">
              <a:noFill/>
              <a:bevel/>
            </a:ln>
          </p:spPr>
        </p:sp>
        <p:sp>
          <p:nvSpPr>
            <p:cNvPr id="872" name="任意多边形 871"/>
            <p:cNvSpPr/>
            <p:nvPr/>
          </p:nvSpPr>
          <p:spPr>
            <a:xfrm>
              <a:off x="1698202" y="2459467"/>
              <a:ext cx="1145586" cy="697489"/>
            </a:xfrm>
            <a:custGeom>
              <a:avLst/>
              <a:gdLst/>
              <a:ahLst/>
              <a:cxnLst/>
              <a:rect l="0" t="0" r="0" b="0"/>
              <a:pathLst>
                <a:path w="1145586" h="697489">
                  <a:moveTo>
                    <a:pt x="200210" y="198132"/>
                  </a:moveTo>
                  <a:cubicBezTo>
                    <a:pt x="200210" y="198132"/>
                    <a:pt x="241101" y="36544"/>
                    <a:pt x="425543" y="4787"/>
                  </a:cubicBezTo>
                  <a:cubicBezTo>
                    <a:pt x="609984" y="-26970"/>
                    <a:pt x="733526" y="103794"/>
                    <a:pt x="746575" y="163573"/>
                  </a:cubicBezTo>
                  <a:cubicBezTo>
                    <a:pt x="746575" y="163573"/>
                    <a:pt x="840537" y="154232"/>
                    <a:pt x="897955" y="201868"/>
                  </a:cubicBezTo>
                  <a:cubicBezTo>
                    <a:pt x="897955" y="201868"/>
                    <a:pt x="1013232" y="127612"/>
                    <a:pt x="1106758" y="228021"/>
                  </a:cubicBezTo>
                  <a:cubicBezTo>
                    <a:pt x="1106758" y="228021"/>
                    <a:pt x="1154607" y="282195"/>
                    <a:pt x="1144172" y="355049"/>
                  </a:cubicBezTo>
                  <a:cubicBezTo>
                    <a:pt x="1144172" y="355049"/>
                    <a:pt x="1125028" y="490484"/>
                    <a:pt x="989307" y="512901"/>
                  </a:cubicBezTo>
                  <a:cubicBezTo>
                    <a:pt x="989307" y="512901"/>
                    <a:pt x="852720" y="690367"/>
                    <a:pt x="650005" y="558669"/>
                  </a:cubicBezTo>
                  <a:cubicBezTo>
                    <a:pt x="650005" y="558669"/>
                    <a:pt x="589105" y="703446"/>
                    <a:pt x="415102" y="697489"/>
                  </a:cubicBezTo>
                  <a:cubicBezTo>
                    <a:pt x="415102" y="697489"/>
                    <a:pt x="287212" y="700642"/>
                    <a:pt x="228921" y="561471"/>
                  </a:cubicBezTo>
                  <a:cubicBezTo>
                    <a:pt x="228921" y="561471"/>
                    <a:pt x="20119" y="596030"/>
                    <a:pt x="0" y="381202"/>
                  </a:cubicBezTo>
                  <a:cubicBezTo>
                    <a:pt x="0" y="381202"/>
                    <a:pt x="-10331" y="203736"/>
                    <a:pt x="200210" y="198132"/>
                  </a:cubicBezTo>
                  <a:close/>
                </a:path>
              </a:pathLst>
            </a:custGeom>
            <a:solidFill>
              <a:srgbClr val="A0D8EF"/>
            </a:solidFill>
            <a:ln w="7600" cap="flat">
              <a:noFill/>
              <a:bevel/>
            </a:ln>
          </p:spPr>
        </p:sp>
        <p:sp>
          <p:nvSpPr>
            <p:cNvPr id="873" name="任意多边形 872"/>
            <p:cNvSpPr/>
            <p:nvPr/>
          </p:nvSpPr>
          <p:spPr>
            <a:xfrm>
              <a:off x="2270190" y="2686859"/>
              <a:ext cx="797172" cy="489697"/>
            </a:xfrm>
            <a:custGeom>
              <a:avLst/>
              <a:gdLst/>
              <a:ahLst/>
              <a:cxnLst/>
              <a:rect l="0" t="0" r="0" b="0"/>
              <a:pathLst>
                <a:path w="797172" h="489697">
                  <a:moveTo>
                    <a:pt x="134747" y="142087"/>
                  </a:moveTo>
                  <a:cubicBezTo>
                    <a:pt x="134747" y="142087"/>
                    <a:pt x="188311" y="-30062"/>
                    <a:pt x="376699" y="4622"/>
                  </a:cubicBezTo>
                  <a:cubicBezTo>
                    <a:pt x="376699" y="4622"/>
                    <a:pt x="479672" y="23599"/>
                    <a:pt x="516932" y="116524"/>
                  </a:cubicBezTo>
                  <a:cubicBezTo>
                    <a:pt x="516932" y="116524"/>
                    <a:pt x="572934" y="103436"/>
                    <a:pt x="622992" y="141392"/>
                  </a:cubicBezTo>
                  <a:cubicBezTo>
                    <a:pt x="622992" y="141392"/>
                    <a:pt x="718613" y="81841"/>
                    <a:pt x="783226" y="178774"/>
                  </a:cubicBezTo>
                  <a:cubicBezTo>
                    <a:pt x="783226" y="178774"/>
                    <a:pt x="831387" y="253949"/>
                    <a:pt x="749091" y="313499"/>
                  </a:cubicBezTo>
                  <a:cubicBezTo>
                    <a:pt x="749091" y="313499"/>
                    <a:pt x="717395" y="329205"/>
                    <a:pt x="690575" y="331904"/>
                  </a:cubicBezTo>
                  <a:cubicBezTo>
                    <a:pt x="690575" y="331904"/>
                    <a:pt x="624744" y="509167"/>
                    <a:pt x="434566" y="413622"/>
                  </a:cubicBezTo>
                  <a:cubicBezTo>
                    <a:pt x="434566" y="413622"/>
                    <a:pt x="371174" y="524872"/>
                    <a:pt x="247436" y="478409"/>
                  </a:cubicBezTo>
                  <a:cubicBezTo>
                    <a:pt x="247436" y="478409"/>
                    <a:pt x="199892" y="456159"/>
                    <a:pt x="168805" y="412968"/>
                  </a:cubicBezTo>
                  <a:cubicBezTo>
                    <a:pt x="168805" y="412968"/>
                    <a:pt x="-2476" y="407079"/>
                    <a:pt x="0" y="255912"/>
                  </a:cubicBezTo>
                  <a:cubicBezTo>
                    <a:pt x="0" y="255912"/>
                    <a:pt x="8648" y="137547"/>
                    <a:pt x="134747" y="142087"/>
                  </a:cubicBezTo>
                  <a:close/>
                </a:path>
              </a:pathLst>
            </a:custGeom>
            <a:gradFill>
              <a:gsLst>
                <a:gs pos="0">
                  <a:srgbClr val="FBFDFE"/>
                </a:gs>
                <a:gs pos="53000">
                  <a:srgbClr val="DCEFF8"/>
                </a:gs>
                <a:gs pos="100000">
                  <a:srgbClr val="A1D8EF"/>
                </a:gs>
              </a:gsLst>
              <a:lin ang="5400000" scaled="0"/>
            </a:gradFill>
            <a:ln w="7600" cap="flat">
              <a:noFill/>
              <a:bevel/>
            </a:ln>
          </p:spPr>
        </p:sp>
        <p:sp>
          <p:nvSpPr>
            <p:cNvPr id="874" name="任意多边形 873"/>
            <p:cNvSpPr/>
            <p:nvPr/>
          </p:nvSpPr>
          <p:spPr>
            <a:xfrm>
              <a:off x="2310009" y="2711323"/>
              <a:ext cx="717532" cy="440774"/>
            </a:xfrm>
            <a:custGeom>
              <a:avLst/>
              <a:gdLst/>
              <a:ahLst/>
              <a:cxnLst/>
              <a:rect l="0" t="0" r="0" b="0"/>
              <a:pathLst>
                <a:path w="717532" h="440774">
                  <a:moveTo>
                    <a:pt x="121286" y="127892"/>
                  </a:moveTo>
                  <a:cubicBezTo>
                    <a:pt x="121286" y="127892"/>
                    <a:pt x="169499" y="-27058"/>
                    <a:pt x="339066" y="4160"/>
                  </a:cubicBezTo>
                  <a:cubicBezTo>
                    <a:pt x="339066" y="4160"/>
                    <a:pt x="431753" y="21242"/>
                    <a:pt x="465289" y="104883"/>
                  </a:cubicBezTo>
                  <a:cubicBezTo>
                    <a:pt x="465289" y="104883"/>
                    <a:pt x="515697" y="93102"/>
                    <a:pt x="560755" y="127266"/>
                  </a:cubicBezTo>
                  <a:cubicBezTo>
                    <a:pt x="560755" y="127266"/>
                    <a:pt x="646824" y="73665"/>
                    <a:pt x="704981" y="160914"/>
                  </a:cubicBezTo>
                  <a:cubicBezTo>
                    <a:pt x="704981" y="160914"/>
                    <a:pt x="748328" y="228578"/>
                    <a:pt x="674257" y="282179"/>
                  </a:cubicBezTo>
                  <a:cubicBezTo>
                    <a:pt x="674257" y="282179"/>
                    <a:pt x="645727" y="296316"/>
                    <a:pt x="621586" y="298745"/>
                  </a:cubicBezTo>
                  <a:cubicBezTo>
                    <a:pt x="621586" y="298745"/>
                    <a:pt x="562332" y="458299"/>
                    <a:pt x="391153" y="372300"/>
                  </a:cubicBezTo>
                  <a:cubicBezTo>
                    <a:pt x="391153" y="372300"/>
                    <a:pt x="334094" y="472435"/>
                    <a:pt x="222717" y="430614"/>
                  </a:cubicBezTo>
                  <a:cubicBezTo>
                    <a:pt x="222717" y="430614"/>
                    <a:pt x="179923" y="410587"/>
                    <a:pt x="151941" y="371711"/>
                  </a:cubicBezTo>
                  <a:cubicBezTo>
                    <a:pt x="151941" y="371711"/>
                    <a:pt x="-2229" y="366410"/>
                    <a:pt x="0" y="230345"/>
                  </a:cubicBezTo>
                  <a:cubicBezTo>
                    <a:pt x="0" y="230345"/>
                    <a:pt x="7784" y="123806"/>
                    <a:pt x="121286" y="127892"/>
                  </a:cubicBezTo>
                  <a:close/>
                </a:path>
              </a:pathLst>
            </a:custGeom>
            <a:solidFill>
              <a:srgbClr val="A0D8EF"/>
            </a:solidFill>
            <a:ln w="7600" cap="flat">
              <a:noFill/>
              <a:bevel/>
            </a:ln>
          </p:spPr>
        </p:sp>
        <p:sp>
          <p:nvSpPr>
            <p:cNvPr id="875" name="Text 1065"/>
            <p:cNvSpPr txBox="1"/>
            <p:nvPr/>
          </p:nvSpPr>
          <p:spPr>
            <a:xfrm>
              <a:off x="1983162" y="3305864"/>
              <a:ext cx="760000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err="1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互联网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48" name="Desktop PC 2"/>
          <p:cNvGrpSpPr/>
          <p:nvPr/>
        </p:nvGrpSpPr>
        <p:grpSpPr>
          <a:xfrm>
            <a:off x="5389533" y="4808871"/>
            <a:ext cx="1372517" cy="900952"/>
            <a:chOff x="4655847" y="4179727"/>
            <a:chExt cx="975612" cy="587719"/>
          </a:xfrm>
        </p:grpSpPr>
        <p:grpSp>
          <p:nvGrpSpPr>
            <p:cNvPr id="595" name="组合 594"/>
            <p:cNvGrpSpPr/>
            <p:nvPr/>
          </p:nvGrpSpPr>
          <p:grpSpPr>
            <a:xfrm>
              <a:off x="4655732" y="4209172"/>
              <a:ext cx="240095" cy="530610"/>
              <a:chOff x="4655732" y="4209172"/>
              <a:chExt cx="240095" cy="530610"/>
            </a:xfrm>
          </p:grpSpPr>
          <p:sp>
            <p:nvSpPr>
              <p:cNvPr id="859" name="任意多边形 858"/>
              <p:cNvSpPr/>
              <p:nvPr/>
            </p:nvSpPr>
            <p:spPr>
              <a:xfrm>
                <a:off x="4655732" y="4209172"/>
                <a:ext cx="240095" cy="530610"/>
              </a:xfrm>
              <a:custGeom>
                <a:avLst/>
                <a:gdLst/>
                <a:ahLst/>
                <a:cxnLst/>
                <a:rect l="0" t="0" r="0" b="0"/>
                <a:pathLst>
                  <a:path w="240095" h="530610">
                    <a:moveTo>
                      <a:pt x="2291" y="0"/>
                    </a:moveTo>
                    <a:lnTo>
                      <a:pt x="237774" y="0"/>
                    </a:lnTo>
                    <a:cubicBezTo>
                      <a:pt x="239038" y="0"/>
                      <a:pt x="240095" y="1122"/>
                      <a:pt x="240095" y="2506"/>
                    </a:cubicBezTo>
                    <a:lnTo>
                      <a:pt x="240095" y="528070"/>
                    </a:lnTo>
                    <a:cubicBezTo>
                      <a:pt x="240095" y="529455"/>
                      <a:pt x="239038" y="530610"/>
                      <a:pt x="237774" y="530610"/>
                    </a:cubicBezTo>
                    <a:lnTo>
                      <a:pt x="2291" y="530610"/>
                    </a:lnTo>
                    <a:cubicBezTo>
                      <a:pt x="1026" y="530610"/>
                      <a:pt x="0" y="529455"/>
                      <a:pt x="0" y="528070"/>
                    </a:cubicBezTo>
                    <a:lnTo>
                      <a:pt x="0" y="2506"/>
                    </a:lnTo>
                    <a:cubicBezTo>
                      <a:pt x="0" y="1122"/>
                      <a:pt x="1026" y="0"/>
                      <a:pt x="22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4A4A"/>
                  </a:gs>
                  <a:gs pos="100000">
                    <a:srgbClr val="2A2A2A"/>
                  </a:gs>
                </a:gsLst>
                <a:lin ang="5400000" scaled="0"/>
              </a:gradFill>
              <a:ln w="7600" cap="flat">
                <a:solidFill>
                  <a:srgbClr val="000000"/>
                </a:solidFill>
                <a:bevel/>
              </a:ln>
            </p:spPr>
          </p:sp>
          <p:sp>
            <p:nvSpPr>
              <p:cNvPr id="860" name="任意多边形 859"/>
              <p:cNvSpPr/>
              <p:nvPr/>
            </p:nvSpPr>
            <p:spPr>
              <a:xfrm>
                <a:off x="4671975" y="4225091"/>
                <a:ext cx="105642" cy="318366"/>
              </a:xfrm>
              <a:custGeom>
                <a:avLst/>
                <a:gdLst/>
                <a:ahLst/>
                <a:cxnLst/>
                <a:rect l="0" t="0" r="0" b="0"/>
                <a:pathLst>
                  <a:path w="105642" h="318366">
                    <a:moveTo>
                      <a:pt x="2512" y="0"/>
                    </a:moveTo>
                    <a:lnTo>
                      <a:pt x="103130" y="0"/>
                    </a:lnTo>
                    <a:cubicBezTo>
                      <a:pt x="104517" y="0"/>
                      <a:pt x="105642" y="1118"/>
                      <a:pt x="105642" y="2558"/>
                    </a:cubicBezTo>
                    <a:lnTo>
                      <a:pt x="105642" y="315758"/>
                    </a:lnTo>
                    <a:cubicBezTo>
                      <a:pt x="105642" y="317199"/>
                      <a:pt x="104517" y="318366"/>
                      <a:pt x="103130" y="318366"/>
                    </a:cubicBezTo>
                    <a:lnTo>
                      <a:pt x="2512" y="318366"/>
                    </a:lnTo>
                    <a:cubicBezTo>
                      <a:pt x="1125" y="318366"/>
                      <a:pt x="0" y="317199"/>
                      <a:pt x="0" y="315758"/>
                    </a:cubicBezTo>
                    <a:lnTo>
                      <a:pt x="0" y="2558"/>
                    </a:lnTo>
                    <a:cubicBezTo>
                      <a:pt x="0" y="1118"/>
                      <a:pt x="1125" y="0"/>
                      <a:pt x="251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72727"/>
                  </a:gs>
                  <a:gs pos="79000">
                    <a:srgbClr val="373737"/>
                  </a:gs>
                  <a:gs pos="100000">
                    <a:srgbClr val="1D1D1D"/>
                  </a:gs>
                </a:gsLst>
                <a:lin ang="10800000" scaled="0"/>
              </a:gradFill>
              <a:ln w="7600" cap="flat">
                <a:solidFill>
                  <a:srgbClr val="7E7E7E"/>
                </a:solidFill>
                <a:bevel/>
              </a:ln>
            </p:spPr>
          </p:sp>
          <p:sp>
            <p:nvSpPr>
              <p:cNvPr id="861" name="任意多边形 860"/>
              <p:cNvSpPr/>
              <p:nvPr/>
            </p:nvSpPr>
            <p:spPr>
              <a:xfrm>
                <a:off x="4671975" y="4543457"/>
                <a:ext cx="105642" cy="180407"/>
              </a:xfrm>
              <a:custGeom>
                <a:avLst/>
                <a:gdLst/>
                <a:ahLst/>
                <a:cxnLst/>
                <a:rect l="0" t="0" r="0" b="0"/>
                <a:pathLst>
                  <a:path w="105642" h="180407">
                    <a:moveTo>
                      <a:pt x="2492" y="0"/>
                    </a:moveTo>
                    <a:lnTo>
                      <a:pt x="103150" y="0"/>
                    </a:lnTo>
                    <a:cubicBezTo>
                      <a:pt x="104527" y="0"/>
                      <a:pt x="105642" y="1299"/>
                      <a:pt x="105642" y="2901"/>
                    </a:cubicBezTo>
                    <a:lnTo>
                      <a:pt x="105642" y="177487"/>
                    </a:lnTo>
                    <a:cubicBezTo>
                      <a:pt x="105642" y="179089"/>
                      <a:pt x="104527" y="180407"/>
                      <a:pt x="103150" y="180407"/>
                    </a:cubicBezTo>
                    <a:lnTo>
                      <a:pt x="2492" y="180407"/>
                    </a:lnTo>
                    <a:cubicBezTo>
                      <a:pt x="1116" y="180407"/>
                      <a:pt x="0" y="179089"/>
                      <a:pt x="0" y="177487"/>
                    </a:cubicBezTo>
                    <a:lnTo>
                      <a:pt x="0" y="2901"/>
                    </a:lnTo>
                    <a:cubicBezTo>
                      <a:pt x="0" y="1299"/>
                      <a:pt x="1116" y="0"/>
                      <a:pt x="249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72727"/>
                  </a:gs>
                  <a:gs pos="83000">
                    <a:srgbClr val="383838"/>
                  </a:gs>
                  <a:gs pos="100000">
                    <a:srgbClr val="1D1D1D"/>
                  </a:gs>
                </a:gsLst>
                <a:lin ang="10800000" scaled="0"/>
              </a:gradFill>
              <a:ln w="7600" cap="flat">
                <a:solidFill>
                  <a:srgbClr val="7E7E7E"/>
                </a:solidFill>
                <a:bevel/>
              </a:ln>
            </p:spPr>
          </p:sp>
          <p:sp>
            <p:nvSpPr>
              <p:cNvPr id="862" name="任意多边形 861"/>
              <p:cNvSpPr/>
              <p:nvPr/>
            </p:nvSpPr>
            <p:spPr>
              <a:xfrm>
                <a:off x="4776909" y="4225091"/>
                <a:ext cx="100840" cy="498774"/>
              </a:xfrm>
              <a:custGeom>
                <a:avLst/>
                <a:gdLst/>
                <a:ahLst/>
                <a:cxnLst/>
                <a:rect l="0" t="0" r="0" b="0"/>
                <a:pathLst>
                  <a:path w="100840" h="498774">
                    <a:moveTo>
                      <a:pt x="2416" y="0"/>
                    </a:moveTo>
                    <a:lnTo>
                      <a:pt x="98424" y="0"/>
                    </a:lnTo>
                    <a:cubicBezTo>
                      <a:pt x="99758" y="0"/>
                      <a:pt x="100840" y="1201"/>
                      <a:pt x="100840" y="2682"/>
                    </a:cubicBezTo>
                    <a:lnTo>
                      <a:pt x="100840" y="496065"/>
                    </a:lnTo>
                    <a:cubicBezTo>
                      <a:pt x="100840" y="497545"/>
                      <a:pt x="99758" y="498774"/>
                      <a:pt x="98424" y="498774"/>
                    </a:cubicBezTo>
                    <a:lnTo>
                      <a:pt x="2416" y="498774"/>
                    </a:lnTo>
                    <a:cubicBezTo>
                      <a:pt x="1082" y="498774"/>
                      <a:pt x="0" y="497545"/>
                      <a:pt x="0" y="496065"/>
                    </a:cubicBezTo>
                    <a:lnTo>
                      <a:pt x="0" y="2682"/>
                    </a:lnTo>
                    <a:cubicBezTo>
                      <a:pt x="0" y="1201"/>
                      <a:pt x="1082" y="0"/>
                      <a:pt x="241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72727"/>
                  </a:gs>
                  <a:gs pos="13000">
                    <a:srgbClr val="373737"/>
                  </a:gs>
                  <a:gs pos="100000">
                    <a:srgbClr val="1D1D1D"/>
                  </a:gs>
                </a:gsLst>
                <a:lin ang="10800000" scaled="0"/>
              </a:gradFill>
              <a:ln w="7600" cap="flat">
                <a:solidFill>
                  <a:srgbClr val="7E7E7E"/>
                </a:solidFill>
                <a:bevel/>
              </a:ln>
            </p:spPr>
          </p:sp>
          <p:sp>
            <p:nvSpPr>
              <p:cNvPr id="863" name="任意多边形 862"/>
              <p:cNvSpPr/>
              <p:nvPr/>
            </p:nvSpPr>
            <p:spPr>
              <a:xfrm>
                <a:off x="4657178" y="4209611"/>
                <a:ext cx="154109" cy="529731"/>
              </a:xfrm>
              <a:custGeom>
                <a:avLst/>
                <a:gdLst/>
                <a:ahLst/>
                <a:cxnLst/>
                <a:rect l="0" t="0" r="0" b="0"/>
                <a:pathLst>
                  <a:path w="154109" h="529731">
                    <a:moveTo>
                      <a:pt x="0" y="0"/>
                    </a:moveTo>
                    <a:lnTo>
                      <a:pt x="154109" y="0"/>
                    </a:lnTo>
                    <a:lnTo>
                      <a:pt x="108796" y="529731"/>
                    </a:lnTo>
                    <a:lnTo>
                      <a:pt x="845" y="52973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25000"/>
                    </a:srgbClr>
                  </a:gs>
                  <a:gs pos="44000">
                    <a:srgbClr val="686868">
                      <a:alpha val="0"/>
                    </a:srgbClr>
                  </a:gs>
                </a:gsLst>
                <a:lin ang="11100000" scaled="0"/>
              </a:gradFill>
              <a:ln w="7600" cap="flat">
                <a:noFill/>
                <a:bevel/>
              </a:ln>
            </p:spPr>
          </p:sp>
          <p:grpSp>
            <p:nvGrpSpPr>
              <p:cNvPr id="864" name="组合 863"/>
              <p:cNvGrpSpPr/>
              <p:nvPr/>
            </p:nvGrpSpPr>
            <p:grpSpPr>
              <a:xfrm>
                <a:off x="4813718" y="4534031"/>
                <a:ext cx="38307" cy="38307"/>
                <a:chOff x="4813718" y="4534031"/>
                <a:chExt cx="38307" cy="38307"/>
              </a:xfrm>
            </p:grpSpPr>
            <p:sp>
              <p:nvSpPr>
                <p:cNvPr id="865" name="任意多边形 864"/>
                <p:cNvSpPr/>
                <p:nvPr/>
              </p:nvSpPr>
              <p:spPr>
                <a:xfrm>
                  <a:off x="4813718" y="4534031"/>
                  <a:ext cx="38307" cy="383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307" h="38307">
                      <a:moveTo>
                        <a:pt x="0" y="19154"/>
                      </a:moveTo>
                      <a:cubicBezTo>
                        <a:pt x="0" y="8544"/>
                        <a:pt x="8544" y="0"/>
                        <a:pt x="19154" y="0"/>
                      </a:cubicBezTo>
                      <a:cubicBezTo>
                        <a:pt x="29710" y="0"/>
                        <a:pt x="38307" y="8544"/>
                        <a:pt x="38307" y="19154"/>
                      </a:cubicBezTo>
                      <a:cubicBezTo>
                        <a:pt x="38307" y="29710"/>
                        <a:pt x="29710" y="38307"/>
                        <a:pt x="19154" y="38307"/>
                      </a:cubicBezTo>
                      <a:cubicBezTo>
                        <a:pt x="8544" y="38307"/>
                        <a:pt x="0" y="29710"/>
                        <a:pt x="0" y="19154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rgbClr val="404040"/>
                    </a:gs>
                    <a:gs pos="50000">
                      <a:srgbClr val="D8D8D8"/>
                    </a:gs>
                    <a:gs pos="0">
                      <a:srgbClr val="40404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7600" cap="flat">
                  <a:solidFill>
                    <a:srgbClr val="000000"/>
                  </a:solidFill>
                  <a:bevel/>
                </a:ln>
              </p:spPr>
            </p:sp>
            <p:sp>
              <p:nvSpPr>
                <p:cNvPr id="866" name="任意多边形 865"/>
                <p:cNvSpPr/>
                <p:nvPr/>
              </p:nvSpPr>
              <p:spPr>
                <a:xfrm>
                  <a:off x="4817998" y="4538310"/>
                  <a:ext cx="29748" cy="2974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748" h="29748">
                      <a:moveTo>
                        <a:pt x="0" y="14874"/>
                      </a:moveTo>
                      <a:cubicBezTo>
                        <a:pt x="0" y="6635"/>
                        <a:pt x="6635" y="0"/>
                        <a:pt x="14874" y="0"/>
                      </a:cubicBezTo>
                      <a:cubicBezTo>
                        <a:pt x="23072" y="0"/>
                        <a:pt x="29748" y="6635"/>
                        <a:pt x="29748" y="14874"/>
                      </a:cubicBezTo>
                      <a:cubicBezTo>
                        <a:pt x="29748" y="23072"/>
                        <a:pt x="23072" y="29748"/>
                        <a:pt x="14874" y="29748"/>
                      </a:cubicBezTo>
                      <a:cubicBezTo>
                        <a:pt x="6635" y="29748"/>
                        <a:pt x="0" y="23072"/>
                        <a:pt x="0" y="1487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867" name="任意多边形 866"/>
                <p:cNvSpPr/>
                <p:nvPr/>
              </p:nvSpPr>
              <p:spPr>
                <a:xfrm>
                  <a:off x="4817998" y="4538310"/>
                  <a:ext cx="29748" cy="2974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748" h="29748">
                      <a:moveTo>
                        <a:pt x="0" y="14874"/>
                      </a:moveTo>
                      <a:cubicBezTo>
                        <a:pt x="0" y="6635"/>
                        <a:pt x="6635" y="0"/>
                        <a:pt x="14874" y="0"/>
                      </a:cubicBezTo>
                      <a:cubicBezTo>
                        <a:pt x="23072" y="0"/>
                        <a:pt x="29748" y="6635"/>
                        <a:pt x="29748" y="14874"/>
                      </a:cubicBezTo>
                      <a:cubicBezTo>
                        <a:pt x="29748" y="23072"/>
                        <a:pt x="23072" y="29748"/>
                        <a:pt x="14874" y="29748"/>
                      </a:cubicBezTo>
                      <a:cubicBezTo>
                        <a:pt x="6635" y="29748"/>
                        <a:pt x="0" y="23072"/>
                        <a:pt x="0" y="14874"/>
                      </a:cubicBezTo>
                      <a:close/>
                    </a:path>
                  </a:pathLst>
                </a:custGeom>
                <a:gradFill>
                  <a:gsLst>
                    <a:gs pos="9000">
                      <a:srgbClr val="FFFFFF">
                        <a:alpha val="39000"/>
                      </a:srgbClr>
                    </a:gs>
                    <a:gs pos="36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n w="7600" cap="flat">
                  <a:noFill/>
                  <a:bevel/>
                </a:ln>
              </p:spPr>
            </p:sp>
            <p:grpSp>
              <p:nvGrpSpPr>
                <p:cNvPr id="868" name="组合 867"/>
                <p:cNvGrpSpPr/>
                <p:nvPr/>
              </p:nvGrpSpPr>
              <p:grpSpPr>
                <a:xfrm>
                  <a:off x="4826032" y="4543368"/>
                  <a:ext cx="13679" cy="16897"/>
                  <a:chOff x="4826032" y="4543368"/>
                  <a:chExt cx="13679" cy="16897"/>
                </a:xfrm>
              </p:grpSpPr>
              <p:sp>
                <p:nvSpPr>
                  <p:cNvPr id="869" name="任意多边形 868"/>
                  <p:cNvSpPr/>
                  <p:nvPr/>
                </p:nvSpPr>
                <p:spPr>
                  <a:xfrm>
                    <a:off x="4831764" y="4543371"/>
                    <a:ext cx="2216" cy="96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6" h="9615">
                        <a:moveTo>
                          <a:pt x="1089" y="-13"/>
                        </a:moveTo>
                        <a:lnTo>
                          <a:pt x="1089" y="-13"/>
                        </a:lnTo>
                        <a:cubicBezTo>
                          <a:pt x="1698" y="-13"/>
                          <a:pt x="2191" y="481"/>
                          <a:pt x="2191" y="1089"/>
                        </a:cubicBezTo>
                        <a:lnTo>
                          <a:pt x="2191" y="8501"/>
                        </a:lnTo>
                        <a:cubicBezTo>
                          <a:pt x="2191" y="9110"/>
                          <a:pt x="1698" y="9603"/>
                          <a:pt x="1089" y="9603"/>
                        </a:cubicBezTo>
                        <a:lnTo>
                          <a:pt x="1089" y="9603"/>
                        </a:lnTo>
                        <a:cubicBezTo>
                          <a:pt x="481" y="9603"/>
                          <a:pt x="-13" y="9110"/>
                          <a:pt x="-13" y="8501"/>
                        </a:cubicBezTo>
                        <a:lnTo>
                          <a:pt x="-13" y="1089"/>
                        </a:lnTo>
                        <a:cubicBezTo>
                          <a:pt x="-13" y="481"/>
                          <a:pt x="481" y="-13"/>
                          <a:pt x="1089" y="-13"/>
                        </a:cubicBezTo>
                        <a:close/>
                      </a:path>
                    </a:pathLst>
                  </a:custGeom>
                  <a:solidFill>
                    <a:srgbClr val="FF4500"/>
                  </a:solidFill>
                  <a:ln w="7600" cap="flat">
                    <a:noFill/>
                    <a:bevel/>
                  </a:ln>
                </p:spPr>
              </p:sp>
              <p:sp>
                <p:nvSpPr>
                  <p:cNvPr id="870" name="任意多边形 869"/>
                  <p:cNvSpPr/>
                  <p:nvPr/>
                </p:nvSpPr>
                <p:spPr>
                  <a:xfrm>
                    <a:off x="4826032" y="4547329"/>
                    <a:ext cx="13679" cy="12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679" h="12933">
                        <a:moveTo>
                          <a:pt x="4434" y="1924"/>
                        </a:moveTo>
                        <a:cubicBezTo>
                          <a:pt x="5475" y="1775"/>
                          <a:pt x="4665" y="-349"/>
                          <a:pt x="3743" y="20"/>
                        </a:cubicBezTo>
                        <a:cubicBezTo>
                          <a:pt x="2822" y="389"/>
                          <a:pt x="0" y="1763"/>
                          <a:pt x="0" y="5912"/>
                        </a:cubicBezTo>
                        <a:cubicBezTo>
                          <a:pt x="-40" y="10061"/>
                          <a:pt x="2945" y="12950"/>
                          <a:pt x="6893" y="12933"/>
                        </a:cubicBezTo>
                        <a:cubicBezTo>
                          <a:pt x="10503" y="12897"/>
                          <a:pt x="13502" y="10926"/>
                          <a:pt x="13679" y="6150"/>
                        </a:cubicBezTo>
                        <a:cubicBezTo>
                          <a:pt x="13821" y="1456"/>
                          <a:pt x="9037" y="-240"/>
                          <a:pt x="8844" y="42"/>
                        </a:cubicBezTo>
                        <a:cubicBezTo>
                          <a:pt x="8367" y="738"/>
                          <a:pt x="8168" y="1530"/>
                          <a:pt x="9116" y="1986"/>
                        </a:cubicBezTo>
                        <a:cubicBezTo>
                          <a:pt x="10801" y="2797"/>
                          <a:pt x="11425" y="4795"/>
                          <a:pt x="11488" y="6043"/>
                        </a:cubicBezTo>
                        <a:cubicBezTo>
                          <a:pt x="11570" y="7684"/>
                          <a:pt x="11308" y="10600"/>
                          <a:pt x="6806" y="10600"/>
                        </a:cubicBezTo>
                        <a:cubicBezTo>
                          <a:pt x="2305" y="10600"/>
                          <a:pt x="2064" y="7637"/>
                          <a:pt x="2000" y="6293"/>
                        </a:cubicBezTo>
                        <a:cubicBezTo>
                          <a:pt x="1937" y="4982"/>
                          <a:pt x="2284" y="2231"/>
                          <a:pt x="4434" y="1924"/>
                        </a:cubicBezTo>
                        <a:close/>
                      </a:path>
                    </a:pathLst>
                  </a:custGeom>
                  <a:solidFill>
                    <a:srgbClr val="FF4500"/>
                  </a:solidFill>
                  <a:ln w="7600" cap="flat">
                    <a:noFill/>
                    <a:bevel/>
                  </a:ln>
                </p:spPr>
              </p:sp>
            </p:grpSp>
          </p:grpSp>
        </p:grpSp>
        <p:grpSp>
          <p:nvGrpSpPr>
            <p:cNvPr id="596" name="组合 595"/>
            <p:cNvGrpSpPr/>
            <p:nvPr/>
          </p:nvGrpSpPr>
          <p:grpSpPr>
            <a:xfrm>
              <a:off x="5552798" y="4716209"/>
              <a:ext cx="78951" cy="47146"/>
              <a:chOff x="5552798" y="4716209"/>
              <a:chExt cx="78951" cy="47146"/>
            </a:xfrm>
          </p:grpSpPr>
          <p:sp>
            <p:nvSpPr>
              <p:cNvPr id="856" name="任意多边形 855"/>
              <p:cNvSpPr/>
              <p:nvPr/>
            </p:nvSpPr>
            <p:spPr>
              <a:xfrm>
                <a:off x="5555798" y="4716079"/>
                <a:ext cx="75708" cy="47503"/>
              </a:xfrm>
              <a:custGeom>
                <a:avLst/>
                <a:gdLst/>
                <a:ahLst/>
                <a:cxnLst/>
                <a:rect l="0" t="0" r="0" b="0"/>
                <a:pathLst>
                  <a:path w="75708" h="47503">
                    <a:moveTo>
                      <a:pt x="0" y="19319"/>
                    </a:moveTo>
                    <a:cubicBezTo>
                      <a:pt x="3462" y="10815"/>
                      <a:pt x="15473" y="4280"/>
                      <a:pt x="22407" y="2308"/>
                    </a:cubicBezTo>
                    <a:cubicBezTo>
                      <a:pt x="29341" y="336"/>
                      <a:pt x="42560" y="-1391"/>
                      <a:pt x="52496" y="1566"/>
                    </a:cubicBezTo>
                    <a:cubicBezTo>
                      <a:pt x="60828" y="4045"/>
                      <a:pt x="69305" y="9427"/>
                      <a:pt x="73484" y="20800"/>
                    </a:cubicBezTo>
                    <a:cubicBezTo>
                      <a:pt x="75502" y="26293"/>
                      <a:pt x="76641" y="35595"/>
                      <a:pt x="74784" y="40031"/>
                    </a:cubicBezTo>
                    <a:cubicBezTo>
                      <a:pt x="73564" y="42946"/>
                      <a:pt x="64382" y="48170"/>
                      <a:pt x="49895" y="47432"/>
                    </a:cubicBezTo>
                    <a:cubicBezTo>
                      <a:pt x="32081" y="46520"/>
                      <a:pt x="20798" y="40031"/>
                      <a:pt x="20798" y="40031"/>
                    </a:cubicBezTo>
                    <a:cubicBezTo>
                      <a:pt x="20798" y="40031"/>
                      <a:pt x="16519" y="20993"/>
                      <a:pt x="11388" y="17347"/>
                    </a:cubicBezTo>
                    <a:cubicBezTo>
                      <a:pt x="7920" y="14883"/>
                      <a:pt x="3091" y="14144"/>
                      <a:pt x="0" y="19319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383B3B"/>
                  </a:gs>
                  <a:gs pos="83156">
                    <a:srgbClr val="383B3B"/>
                  </a:gs>
                  <a:gs pos="0">
                    <a:srgbClr val="A5A5A5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miter lim="800000"/>
              </a:ln>
            </p:spPr>
          </p:sp>
          <p:sp>
            <p:nvSpPr>
              <p:cNvPr id="857" name="任意多边形 856"/>
              <p:cNvSpPr/>
              <p:nvPr/>
            </p:nvSpPr>
            <p:spPr>
              <a:xfrm>
                <a:off x="5553238" y="4731020"/>
                <a:ext cx="23402" cy="25011"/>
              </a:xfrm>
              <a:custGeom>
                <a:avLst/>
                <a:gdLst/>
                <a:ahLst/>
                <a:cxnLst/>
                <a:rect l="0" t="0" r="0" b="0"/>
                <a:pathLst>
                  <a:path w="23402" h="25011">
                    <a:moveTo>
                      <a:pt x="0" y="11858"/>
                    </a:moveTo>
                    <a:cubicBezTo>
                      <a:pt x="0" y="11858"/>
                      <a:pt x="18038" y="23242"/>
                      <a:pt x="23361" y="25093"/>
                    </a:cubicBezTo>
                    <a:cubicBezTo>
                      <a:pt x="21998" y="19177"/>
                      <a:pt x="19398" y="2164"/>
                      <a:pt x="10111" y="315"/>
                    </a:cubicBezTo>
                    <a:cubicBezTo>
                      <a:pt x="1939" y="-1904"/>
                      <a:pt x="0" y="11858"/>
                      <a:pt x="0" y="118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8D8D8"/>
                  </a:gs>
                  <a:gs pos="100000">
                    <a:srgbClr val="BFBFBF"/>
                  </a:gs>
                </a:gsLst>
                <a:lin ang="108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858" name="任意多边形 857"/>
              <p:cNvSpPr/>
              <p:nvPr/>
            </p:nvSpPr>
            <p:spPr>
              <a:xfrm>
                <a:off x="5581457" y="4726420"/>
                <a:ext cx="19056" cy="16034"/>
              </a:xfrm>
              <a:custGeom>
                <a:avLst/>
                <a:gdLst/>
                <a:ahLst/>
                <a:cxnLst/>
                <a:rect l="0" t="0" r="0" b="0"/>
                <a:pathLst>
                  <a:path w="19056" h="16034">
                    <a:moveTo>
                      <a:pt x="9507" y="0"/>
                    </a:moveTo>
                    <a:cubicBezTo>
                      <a:pt x="4159" y="0"/>
                      <a:pt x="48" y="3576"/>
                      <a:pt x="23" y="8033"/>
                    </a:cubicBezTo>
                    <a:cubicBezTo>
                      <a:pt x="0" y="12490"/>
                      <a:pt x="4248" y="16034"/>
                      <a:pt x="9507" y="16034"/>
                    </a:cubicBezTo>
                    <a:cubicBezTo>
                      <a:pt x="14767" y="16034"/>
                      <a:pt x="19056" y="12490"/>
                      <a:pt x="19056" y="8025"/>
                    </a:cubicBezTo>
                    <a:cubicBezTo>
                      <a:pt x="19056" y="3560"/>
                      <a:pt x="14855" y="0"/>
                      <a:pt x="9507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A8B1B2"/>
                  </a:gs>
                  <a:gs pos="70803">
                    <a:srgbClr val="A8B1B2"/>
                  </a:gs>
                  <a:gs pos="0">
                    <a:srgbClr val="DAEAFD"/>
                  </a:gs>
                </a:gsLst>
                <a:path path="circle">
                  <a:fillToRect l="50000" t="50000" r="50000" b="50000"/>
                </a:path>
              </a:gradFill>
              <a:ln w="3164" cap="flat">
                <a:noFill/>
                <a:miter lim="800000"/>
              </a:ln>
            </p:spPr>
          </p:sp>
        </p:grpSp>
        <p:grpSp>
          <p:nvGrpSpPr>
            <p:cNvPr id="597" name="组合 596"/>
            <p:cNvGrpSpPr/>
            <p:nvPr/>
          </p:nvGrpSpPr>
          <p:grpSpPr>
            <a:xfrm>
              <a:off x="4964680" y="4711759"/>
              <a:ext cx="548642" cy="56046"/>
              <a:chOff x="4964680" y="4711759"/>
              <a:chExt cx="548642" cy="56046"/>
            </a:xfrm>
          </p:grpSpPr>
          <p:sp>
            <p:nvSpPr>
              <p:cNvPr id="607" name="任意多边形 606"/>
              <p:cNvSpPr/>
              <p:nvPr/>
            </p:nvSpPr>
            <p:spPr>
              <a:xfrm>
                <a:off x="4964629" y="4716229"/>
                <a:ext cx="548746" cy="51392"/>
              </a:xfrm>
              <a:custGeom>
                <a:avLst/>
                <a:gdLst/>
                <a:ahLst/>
                <a:cxnLst/>
                <a:rect l="0" t="0" r="0" b="0"/>
                <a:pathLst>
                  <a:path w="548746" h="51392">
                    <a:moveTo>
                      <a:pt x="10222" y="0"/>
                    </a:moveTo>
                    <a:cubicBezTo>
                      <a:pt x="10222" y="0"/>
                      <a:pt x="3667" y="15359"/>
                      <a:pt x="1358" y="25599"/>
                    </a:cubicBezTo>
                    <a:cubicBezTo>
                      <a:pt x="0" y="35838"/>
                      <a:pt x="-1762" y="49998"/>
                      <a:pt x="4053" y="51195"/>
                    </a:cubicBezTo>
                    <a:cubicBezTo>
                      <a:pt x="4053" y="51195"/>
                      <a:pt x="544000" y="51195"/>
                      <a:pt x="544000" y="51195"/>
                    </a:cubicBezTo>
                    <a:cubicBezTo>
                      <a:pt x="547771" y="48938"/>
                      <a:pt x="552516" y="47381"/>
                      <a:pt x="544000" y="27647"/>
                    </a:cubicBezTo>
                    <a:cubicBezTo>
                      <a:pt x="535136" y="7911"/>
                      <a:pt x="519151" y="0"/>
                      <a:pt x="519151" y="0"/>
                    </a:cubicBezTo>
                    <a:lnTo>
                      <a:pt x="10222" y="0"/>
                    </a:lnTo>
                    <a:close/>
                  </a:path>
                </a:pathLst>
              </a:custGeom>
              <a:gradFill>
                <a:gsLst>
                  <a:gs pos="0">
                    <a:srgbClr val="A5A5A5"/>
                  </a:gs>
                  <a:gs pos="100000">
                    <a:srgbClr val="0C0C0C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608" name="任意多边形 607"/>
              <p:cNvSpPr/>
              <p:nvPr/>
            </p:nvSpPr>
            <p:spPr>
              <a:xfrm>
                <a:off x="4965878" y="4716397"/>
                <a:ext cx="544244" cy="47217"/>
              </a:xfrm>
              <a:custGeom>
                <a:avLst/>
                <a:gdLst/>
                <a:ahLst/>
                <a:cxnLst/>
                <a:rect l="0" t="0" r="0" b="0"/>
                <a:pathLst>
                  <a:path w="544244" h="47217">
                    <a:moveTo>
                      <a:pt x="10138" y="578"/>
                    </a:moveTo>
                    <a:cubicBezTo>
                      <a:pt x="10138" y="578"/>
                      <a:pt x="3637" y="14492"/>
                      <a:pt x="1347" y="23768"/>
                    </a:cubicBezTo>
                    <a:cubicBezTo>
                      <a:pt x="0" y="33044"/>
                      <a:pt x="-1748" y="45871"/>
                      <a:pt x="4020" y="46956"/>
                    </a:cubicBezTo>
                    <a:cubicBezTo>
                      <a:pt x="4020" y="46956"/>
                      <a:pt x="539520" y="46956"/>
                      <a:pt x="539520" y="46956"/>
                    </a:cubicBezTo>
                    <a:cubicBezTo>
                      <a:pt x="543259" y="44912"/>
                      <a:pt x="547968" y="43501"/>
                      <a:pt x="539520" y="25623"/>
                    </a:cubicBezTo>
                    <a:cubicBezTo>
                      <a:pt x="531827" y="7756"/>
                      <a:pt x="519683" y="271"/>
                      <a:pt x="519683" y="271"/>
                    </a:cubicBezTo>
                    <a:lnTo>
                      <a:pt x="10138" y="578"/>
                    </a:lnTo>
                    <a:close/>
                  </a:path>
                </a:pathLst>
              </a:custGeom>
              <a:gradFill>
                <a:gsLst>
                  <a:gs pos="100000">
                    <a:srgbClr val="E1ECEE"/>
                  </a:gs>
                  <a:gs pos="99240">
                    <a:srgbClr val="E1ECEE"/>
                  </a:gs>
                  <a:gs pos="0">
                    <a:srgbClr val="383B3B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7600" cap="flat">
                <a:noFill/>
                <a:miter lim="800000"/>
              </a:ln>
            </p:spPr>
          </p:sp>
          <p:grpSp>
            <p:nvGrpSpPr>
              <p:cNvPr id="609" name="组合 608"/>
              <p:cNvGrpSpPr/>
              <p:nvPr/>
            </p:nvGrpSpPr>
            <p:grpSpPr>
              <a:xfrm>
                <a:off x="5402666" y="4715758"/>
                <a:ext cx="86615" cy="11903"/>
                <a:chOff x="5402666" y="4715758"/>
                <a:chExt cx="86615" cy="11903"/>
              </a:xfrm>
            </p:grpSpPr>
            <p:sp>
              <p:nvSpPr>
                <p:cNvPr id="852" name="任意多边形 851"/>
                <p:cNvSpPr/>
                <p:nvPr/>
              </p:nvSpPr>
              <p:spPr>
                <a:xfrm>
                  <a:off x="5402737" y="4715809"/>
                  <a:ext cx="25130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130" h="11660">
                      <a:moveTo>
                        <a:pt x="819" y="11417"/>
                      </a:moveTo>
                      <a:lnTo>
                        <a:pt x="25020" y="11696"/>
                      </a:lnTo>
                      <a:lnTo>
                        <a:pt x="18605" y="36"/>
                      </a:lnTo>
                      <a:lnTo>
                        <a:pt x="2685" y="36"/>
                      </a:lnTo>
                      <a:lnTo>
                        <a:pt x="-71" y="6022"/>
                      </a:lnTo>
                      <a:lnTo>
                        <a:pt x="819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53" name="任意多边形 852"/>
                <p:cNvSpPr/>
                <p:nvPr/>
              </p:nvSpPr>
              <p:spPr>
                <a:xfrm>
                  <a:off x="5422745" y="4716109"/>
                  <a:ext cx="27124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124" h="11346">
                      <a:moveTo>
                        <a:pt x="76" y="11408"/>
                      </a:moveTo>
                      <a:lnTo>
                        <a:pt x="27162" y="11408"/>
                      </a:lnTo>
                      <a:lnTo>
                        <a:pt x="22051" y="0"/>
                      </a:lnTo>
                      <a:lnTo>
                        <a:pt x="4724" y="0"/>
                      </a:lnTo>
                      <a:lnTo>
                        <a:pt x="76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54" name="任意多边形 853"/>
                <p:cNvSpPr/>
                <p:nvPr/>
              </p:nvSpPr>
              <p:spPr>
                <a:xfrm>
                  <a:off x="5445251" y="4716151"/>
                  <a:ext cx="24923" cy="11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923" h="11228">
                      <a:moveTo>
                        <a:pt x="-101" y="11418"/>
                      </a:moveTo>
                      <a:lnTo>
                        <a:pt x="24802" y="11406"/>
                      </a:lnTo>
                      <a:lnTo>
                        <a:pt x="19054" y="0"/>
                      </a:lnTo>
                      <a:lnTo>
                        <a:pt x="3951" y="0"/>
                      </a:lnTo>
                      <a:lnTo>
                        <a:pt x="-101" y="114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55" name="任意多边形 854"/>
                <p:cNvSpPr/>
                <p:nvPr/>
              </p:nvSpPr>
              <p:spPr>
                <a:xfrm>
                  <a:off x="5466083" y="4715966"/>
                  <a:ext cx="23162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162" h="11346">
                      <a:moveTo>
                        <a:pt x="65" y="11408"/>
                      </a:moveTo>
                      <a:lnTo>
                        <a:pt x="23195" y="11408"/>
                      </a:lnTo>
                      <a:lnTo>
                        <a:pt x="18831" y="0"/>
                      </a:lnTo>
                      <a:lnTo>
                        <a:pt x="4034" y="0"/>
                      </a:lnTo>
                      <a:lnTo>
                        <a:pt x="65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0" name="组合 609"/>
              <p:cNvGrpSpPr/>
              <p:nvPr/>
            </p:nvGrpSpPr>
            <p:grpSpPr>
              <a:xfrm>
                <a:off x="5322957" y="4712194"/>
                <a:ext cx="66741" cy="11660"/>
                <a:chOff x="5322957" y="4712194"/>
                <a:chExt cx="66741" cy="11660"/>
              </a:xfrm>
            </p:grpSpPr>
            <p:sp>
              <p:nvSpPr>
                <p:cNvPr id="849" name="任意多边形 848"/>
                <p:cNvSpPr/>
                <p:nvPr/>
              </p:nvSpPr>
              <p:spPr>
                <a:xfrm>
                  <a:off x="5322907" y="4712069"/>
                  <a:ext cx="24474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474" h="11660">
                      <a:moveTo>
                        <a:pt x="332" y="11417"/>
                      </a:moveTo>
                      <a:lnTo>
                        <a:pt x="24533" y="11697"/>
                      </a:lnTo>
                      <a:lnTo>
                        <a:pt x="18118" y="36"/>
                      </a:lnTo>
                      <a:lnTo>
                        <a:pt x="2198" y="36"/>
                      </a:lnTo>
                      <a:lnTo>
                        <a:pt x="59" y="5624"/>
                      </a:lnTo>
                      <a:lnTo>
                        <a:pt x="332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50" name="任意多边形 849"/>
                <p:cNvSpPr/>
                <p:nvPr/>
              </p:nvSpPr>
              <p:spPr>
                <a:xfrm>
                  <a:off x="5342428" y="4712368"/>
                  <a:ext cx="27123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123" h="11346">
                      <a:moveTo>
                        <a:pt x="76" y="11408"/>
                      </a:moveTo>
                      <a:lnTo>
                        <a:pt x="27162" y="11408"/>
                      </a:lnTo>
                      <a:lnTo>
                        <a:pt x="22051" y="0"/>
                      </a:lnTo>
                      <a:lnTo>
                        <a:pt x="4724" y="0"/>
                      </a:lnTo>
                      <a:lnTo>
                        <a:pt x="76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51" name="任意多边形 850"/>
                <p:cNvSpPr/>
                <p:nvPr/>
              </p:nvSpPr>
              <p:spPr>
                <a:xfrm>
                  <a:off x="5364932" y="4712410"/>
                  <a:ext cx="24922" cy="11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922" h="11228">
                      <a:moveTo>
                        <a:pt x="-101" y="11418"/>
                      </a:moveTo>
                      <a:lnTo>
                        <a:pt x="24802" y="11406"/>
                      </a:lnTo>
                      <a:lnTo>
                        <a:pt x="19054" y="0"/>
                      </a:lnTo>
                      <a:lnTo>
                        <a:pt x="3950" y="0"/>
                      </a:lnTo>
                      <a:lnTo>
                        <a:pt x="-101" y="114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1" name="组合 610"/>
              <p:cNvGrpSpPr/>
              <p:nvPr/>
            </p:nvGrpSpPr>
            <p:grpSpPr>
              <a:xfrm>
                <a:off x="5322802" y="4713976"/>
                <a:ext cx="64412" cy="8097"/>
                <a:chOff x="5322802" y="4713976"/>
                <a:chExt cx="64412" cy="8097"/>
              </a:xfrm>
            </p:grpSpPr>
            <p:sp>
              <p:nvSpPr>
                <p:cNvPr id="846" name="任意多边形 845"/>
                <p:cNvSpPr/>
                <p:nvPr/>
              </p:nvSpPr>
              <p:spPr>
                <a:xfrm>
                  <a:off x="5322658" y="4714026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47" name="任意多边形 846"/>
                <p:cNvSpPr/>
                <p:nvPr/>
              </p:nvSpPr>
              <p:spPr>
                <a:xfrm>
                  <a:off x="5345798" y="4714074"/>
                  <a:ext cx="2158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2" h="8061">
                      <a:moveTo>
                        <a:pt x="0" y="8061"/>
                      </a:moveTo>
                      <a:lnTo>
                        <a:pt x="21582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48" name="任意多边形 847"/>
                <p:cNvSpPr/>
                <p:nvPr/>
              </p:nvSpPr>
              <p:spPr>
                <a:xfrm>
                  <a:off x="5367421" y="4714026"/>
                  <a:ext cx="19703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703" h="8061">
                      <a:moveTo>
                        <a:pt x="0" y="8061"/>
                      </a:moveTo>
                      <a:lnTo>
                        <a:pt x="19703" y="8061"/>
                      </a:lnTo>
                      <a:lnTo>
                        <a:pt x="17692" y="0"/>
                      </a:lnTo>
                      <a:lnTo>
                        <a:pt x="241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2" name="组合 611"/>
              <p:cNvGrpSpPr/>
              <p:nvPr/>
            </p:nvGrpSpPr>
            <p:grpSpPr>
              <a:xfrm>
                <a:off x="4979275" y="4712041"/>
                <a:ext cx="334097" cy="11336"/>
                <a:chOff x="4979275" y="4712041"/>
                <a:chExt cx="334097" cy="11336"/>
              </a:xfrm>
            </p:grpSpPr>
            <p:grpSp>
              <p:nvGrpSpPr>
                <p:cNvPr id="830" name="组合 829"/>
                <p:cNvGrpSpPr/>
                <p:nvPr/>
              </p:nvGrpSpPr>
              <p:grpSpPr>
                <a:xfrm>
                  <a:off x="5220007" y="4712041"/>
                  <a:ext cx="93365" cy="11336"/>
                  <a:chOff x="5220007" y="4712041"/>
                  <a:chExt cx="93365" cy="11336"/>
                </a:xfrm>
              </p:grpSpPr>
              <p:sp>
                <p:nvSpPr>
                  <p:cNvPr id="842" name="任意多边形 841"/>
                  <p:cNvSpPr/>
                  <p:nvPr/>
                </p:nvSpPr>
                <p:spPr>
                  <a:xfrm>
                    <a:off x="5263334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43" name="任意多边形 842"/>
                  <p:cNvSpPr/>
                  <p:nvPr/>
                </p:nvSpPr>
                <p:spPr>
                  <a:xfrm>
                    <a:off x="5285902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44" name="任意多边形 843"/>
                  <p:cNvSpPr/>
                  <p:nvPr/>
                </p:nvSpPr>
                <p:spPr>
                  <a:xfrm>
                    <a:off x="5220049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45" name="任意多边形 844"/>
                  <p:cNvSpPr/>
                  <p:nvPr/>
                </p:nvSpPr>
                <p:spPr>
                  <a:xfrm>
                    <a:off x="5242615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831" name="组合 830"/>
                <p:cNvGrpSpPr/>
                <p:nvPr/>
              </p:nvGrpSpPr>
              <p:grpSpPr>
                <a:xfrm>
                  <a:off x="5121436" y="4712041"/>
                  <a:ext cx="93365" cy="11336"/>
                  <a:chOff x="5121436" y="4712041"/>
                  <a:chExt cx="93365" cy="11336"/>
                </a:xfrm>
              </p:grpSpPr>
              <p:sp>
                <p:nvSpPr>
                  <p:cNvPr id="838" name="任意多边形 837"/>
                  <p:cNvSpPr/>
                  <p:nvPr/>
                </p:nvSpPr>
                <p:spPr>
                  <a:xfrm>
                    <a:off x="5164763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39" name="任意多边形 838"/>
                  <p:cNvSpPr/>
                  <p:nvPr/>
                </p:nvSpPr>
                <p:spPr>
                  <a:xfrm>
                    <a:off x="5187330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40" name="任意多边形 839"/>
                  <p:cNvSpPr/>
                  <p:nvPr/>
                </p:nvSpPr>
                <p:spPr>
                  <a:xfrm>
                    <a:off x="5121477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41" name="任意多边形 840"/>
                  <p:cNvSpPr/>
                  <p:nvPr/>
                </p:nvSpPr>
                <p:spPr>
                  <a:xfrm>
                    <a:off x="5144044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832" name="组合 831"/>
                <p:cNvGrpSpPr/>
                <p:nvPr/>
              </p:nvGrpSpPr>
              <p:grpSpPr>
                <a:xfrm>
                  <a:off x="5020565" y="4712041"/>
                  <a:ext cx="93365" cy="11336"/>
                  <a:chOff x="5020565" y="4712041"/>
                  <a:chExt cx="93365" cy="11336"/>
                </a:xfrm>
              </p:grpSpPr>
              <p:sp>
                <p:nvSpPr>
                  <p:cNvPr id="834" name="任意多边形 833"/>
                  <p:cNvSpPr/>
                  <p:nvPr/>
                </p:nvSpPr>
                <p:spPr>
                  <a:xfrm>
                    <a:off x="5063892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35" name="任意多边形 834"/>
                  <p:cNvSpPr/>
                  <p:nvPr/>
                </p:nvSpPr>
                <p:spPr>
                  <a:xfrm>
                    <a:off x="5086459" y="4712004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36" name="任意多边形 835"/>
                  <p:cNvSpPr/>
                  <p:nvPr/>
                </p:nvSpPr>
                <p:spPr>
                  <a:xfrm>
                    <a:off x="5020606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37" name="任意多边形 836"/>
                  <p:cNvSpPr/>
                  <p:nvPr/>
                </p:nvSpPr>
                <p:spPr>
                  <a:xfrm>
                    <a:off x="5043173" y="4712117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1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833" name="任意多边形 832"/>
                <p:cNvSpPr/>
                <p:nvPr/>
              </p:nvSpPr>
              <p:spPr>
                <a:xfrm>
                  <a:off x="4979213" y="4711980"/>
                  <a:ext cx="21796" cy="1133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96" h="11336">
                      <a:moveTo>
                        <a:pt x="-99" y="11407"/>
                      </a:moveTo>
                      <a:lnTo>
                        <a:pt x="21667" y="11405"/>
                      </a:lnTo>
                      <a:lnTo>
                        <a:pt x="21532" y="5568"/>
                      </a:lnTo>
                      <a:lnTo>
                        <a:pt x="18549" y="0"/>
                      </a:lnTo>
                      <a:lnTo>
                        <a:pt x="3845" y="0"/>
                      </a:lnTo>
                      <a:lnTo>
                        <a:pt x="-99" y="11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3" name="组合 612"/>
              <p:cNvGrpSpPr/>
              <p:nvPr/>
            </p:nvGrpSpPr>
            <p:grpSpPr>
              <a:xfrm>
                <a:off x="4979928" y="4714303"/>
                <a:ext cx="330190" cy="9393"/>
                <a:chOff x="4979928" y="4714303"/>
                <a:chExt cx="330190" cy="9393"/>
              </a:xfrm>
            </p:grpSpPr>
            <p:sp>
              <p:nvSpPr>
                <p:cNvPr id="814" name="任意多边形 813"/>
                <p:cNvSpPr/>
                <p:nvPr/>
              </p:nvSpPr>
              <p:spPr>
                <a:xfrm>
                  <a:off x="4980047" y="4714309"/>
                  <a:ext cx="19781" cy="92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781" h="9297">
                      <a:moveTo>
                        <a:pt x="0" y="9297"/>
                      </a:moveTo>
                      <a:lnTo>
                        <a:pt x="19781" y="9297"/>
                      </a:lnTo>
                      <a:lnTo>
                        <a:pt x="17763" y="0"/>
                      </a:lnTo>
                      <a:lnTo>
                        <a:pt x="2422" y="0"/>
                      </a:lnTo>
                      <a:lnTo>
                        <a:pt x="0" y="929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815" name="组合 814"/>
                <p:cNvGrpSpPr/>
                <p:nvPr/>
              </p:nvGrpSpPr>
              <p:grpSpPr>
                <a:xfrm>
                  <a:off x="5024821" y="4714303"/>
                  <a:ext cx="85556" cy="9393"/>
                  <a:chOff x="5024821" y="4714303"/>
                  <a:chExt cx="85556" cy="9393"/>
                </a:xfrm>
              </p:grpSpPr>
              <p:sp>
                <p:nvSpPr>
                  <p:cNvPr id="826" name="任意多边形 825"/>
                  <p:cNvSpPr/>
                  <p:nvPr/>
                </p:nvSpPr>
                <p:spPr>
                  <a:xfrm>
                    <a:off x="5024839" y="4714400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7" name="任意多边形 826"/>
                  <p:cNvSpPr/>
                  <p:nvPr/>
                </p:nvSpPr>
                <p:spPr>
                  <a:xfrm>
                    <a:off x="5046392" y="4714425"/>
                    <a:ext cx="19139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139" h="9297">
                        <a:moveTo>
                          <a:pt x="0" y="9297"/>
                        </a:moveTo>
                        <a:lnTo>
                          <a:pt x="19139" y="9297"/>
                        </a:lnTo>
                        <a:lnTo>
                          <a:pt x="17186" y="0"/>
                        </a:lnTo>
                        <a:lnTo>
                          <a:pt x="2344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8" name="任意多边形 827"/>
                  <p:cNvSpPr/>
                  <p:nvPr/>
                </p:nvSpPr>
                <p:spPr>
                  <a:xfrm>
                    <a:off x="5068220" y="4714458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9" name="任意多边形 828"/>
                  <p:cNvSpPr/>
                  <p:nvPr/>
                </p:nvSpPr>
                <p:spPr>
                  <a:xfrm>
                    <a:off x="5089457" y="4714425"/>
                    <a:ext cx="21042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042" h="9297">
                        <a:moveTo>
                          <a:pt x="0" y="9297"/>
                        </a:moveTo>
                        <a:lnTo>
                          <a:pt x="21042" y="9297"/>
                        </a:lnTo>
                        <a:lnTo>
                          <a:pt x="18895" y="0"/>
                        </a:lnTo>
                        <a:lnTo>
                          <a:pt x="2577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816" name="组合 815"/>
                <p:cNvGrpSpPr/>
                <p:nvPr/>
              </p:nvGrpSpPr>
              <p:grpSpPr>
                <a:xfrm>
                  <a:off x="5125470" y="4714260"/>
                  <a:ext cx="85556" cy="9393"/>
                  <a:chOff x="5125470" y="4714260"/>
                  <a:chExt cx="85556" cy="9393"/>
                </a:xfrm>
              </p:grpSpPr>
              <p:sp>
                <p:nvSpPr>
                  <p:cNvPr id="822" name="任意多边形 821"/>
                  <p:cNvSpPr/>
                  <p:nvPr/>
                </p:nvSpPr>
                <p:spPr>
                  <a:xfrm>
                    <a:off x="5125488" y="4714358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3" name="任意多边形 822"/>
                  <p:cNvSpPr/>
                  <p:nvPr/>
                </p:nvSpPr>
                <p:spPr>
                  <a:xfrm>
                    <a:off x="5147041" y="4714383"/>
                    <a:ext cx="19139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139" h="9297">
                        <a:moveTo>
                          <a:pt x="0" y="9297"/>
                        </a:moveTo>
                        <a:lnTo>
                          <a:pt x="19139" y="9297"/>
                        </a:lnTo>
                        <a:lnTo>
                          <a:pt x="17186" y="0"/>
                        </a:lnTo>
                        <a:lnTo>
                          <a:pt x="2344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4" name="任意多边形 823"/>
                  <p:cNvSpPr/>
                  <p:nvPr/>
                </p:nvSpPr>
                <p:spPr>
                  <a:xfrm>
                    <a:off x="5168869" y="4714416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5" name="任意多边形 824"/>
                  <p:cNvSpPr/>
                  <p:nvPr/>
                </p:nvSpPr>
                <p:spPr>
                  <a:xfrm>
                    <a:off x="5190106" y="4714383"/>
                    <a:ext cx="21042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042" h="9297">
                        <a:moveTo>
                          <a:pt x="0" y="9297"/>
                        </a:moveTo>
                        <a:lnTo>
                          <a:pt x="21042" y="9297"/>
                        </a:lnTo>
                        <a:lnTo>
                          <a:pt x="18895" y="0"/>
                        </a:lnTo>
                        <a:lnTo>
                          <a:pt x="2577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grpSp>
              <p:nvGrpSpPr>
                <p:cNvPr id="817" name="组合 816"/>
                <p:cNvGrpSpPr/>
                <p:nvPr/>
              </p:nvGrpSpPr>
              <p:grpSpPr>
                <a:xfrm>
                  <a:off x="5224350" y="4714303"/>
                  <a:ext cx="85556" cy="9393"/>
                  <a:chOff x="5224350" y="4714303"/>
                  <a:chExt cx="85556" cy="9393"/>
                </a:xfrm>
              </p:grpSpPr>
              <p:sp>
                <p:nvSpPr>
                  <p:cNvPr id="818" name="任意多边形 817"/>
                  <p:cNvSpPr/>
                  <p:nvPr/>
                </p:nvSpPr>
                <p:spPr>
                  <a:xfrm>
                    <a:off x="5224367" y="4714400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19" name="任意多边形 818"/>
                  <p:cNvSpPr/>
                  <p:nvPr/>
                </p:nvSpPr>
                <p:spPr>
                  <a:xfrm>
                    <a:off x="5245920" y="4714425"/>
                    <a:ext cx="19139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139" h="9297">
                        <a:moveTo>
                          <a:pt x="0" y="9297"/>
                        </a:moveTo>
                        <a:lnTo>
                          <a:pt x="19139" y="9297"/>
                        </a:lnTo>
                        <a:lnTo>
                          <a:pt x="17186" y="0"/>
                        </a:lnTo>
                        <a:lnTo>
                          <a:pt x="2344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0" name="任意多边形 819"/>
                  <p:cNvSpPr/>
                  <p:nvPr/>
                </p:nvSpPr>
                <p:spPr>
                  <a:xfrm>
                    <a:off x="5267749" y="4714458"/>
                    <a:ext cx="21202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02" h="9231">
                        <a:moveTo>
                          <a:pt x="0" y="9295"/>
                        </a:moveTo>
                        <a:lnTo>
                          <a:pt x="21161" y="9295"/>
                        </a:lnTo>
                        <a:lnTo>
                          <a:pt x="18003" y="0"/>
                        </a:lnTo>
                        <a:lnTo>
                          <a:pt x="2455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821" name="任意多边形 820"/>
                  <p:cNvSpPr/>
                  <p:nvPr/>
                </p:nvSpPr>
                <p:spPr>
                  <a:xfrm>
                    <a:off x="5288985" y="4714425"/>
                    <a:ext cx="21042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042" h="9297">
                        <a:moveTo>
                          <a:pt x="0" y="9297"/>
                        </a:moveTo>
                        <a:lnTo>
                          <a:pt x="21042" y="9297"/>
                        </a:lnTo>
                        <a:lnTo>
                          <a:pt x="18895" y="0"/>
                        </a:lnTo>
                        <a:lnTo>
                          <a:pt x="2577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grpSp>
            <p:nvGrpSpPr>
              <p:cNvPr id="614" name="组合 613"/>
              <p:cNvGrpSpPr/>
              <p:nvPr/>
            </p:nvGrpSpPr>
            <p:grpSpPr>
              <a:xfrm>
                <a:off x="4976998" y="4717546"/>
                <a:ext cx="316204" cy="11336"/>
                <a:chOff x="4976998" y="4717546"/>
                <a:chExt cx="316204" cy="11336"/>
              </a:xfrm>
            </p:grpSpPr>
            <p:sp>
              <p:nvSpPr>
                <p:cNvPr id="800" name="任意多边形 799"/>
                <p:cNvSpPr/>
                <p:nvPr/>
              </p:nvSpPr>
              <p:spPr>
                <a:xfrm>
                  <a:off x="4976772" y="4717512"/>
                  <a:ext cx="23608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608" h="11417">
                      <a:moveTo>
                        <a:pt x="78" y="11417"/>
                      </a:moveTo>
                      <a:lnTo>
                        <a:pt x="23684" y="11311"/>
                      </a:lnTo>
                      <a:lnTo>
                        <a:pt x="18526" y="0"/>
                      </a:lnTo>
                      <a:lnTo>
                        <a:pt x="4872" y="0"/>
                      </a:lnTo>
                      <a:lnTo>
                        <a:pt x="78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1" name="任意多边形 800"/>
                <p:cNvSpPr/>
                <p:nvPr/>
              </p:nvSpPr>
              <p:spPr>
                <a:xfrm>
                  <a:off x="4994739" y="4717512"/>
                  <a:ext cx="2882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824" h="11417">
                      <a:moveTo>
                        <a:pt x="96" y="11417"/>
                      </a:moveTo>
                      <a:lnTo>
                        <a:pt x="28917" y="11311"/>
                      </a:lnTo>
                      <a:lnTo>
                        <a:pt x="22619" y="0"/>
                      </a:lnTo>
                      <a:lnTo>
                        <a:pt x="5948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2" name="任意多边形 801"/>
                <p:cNvSpPr/>
                <p:nvPr/>
              </p:nvSpPr>
              <p:spPr>
                <a:xfrm>
                  <a:off x="5018698" y="4717405"/>
                  <a:ext cx="2882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824" h="11417">
                      <a:moveTo>
                        <a:pt x="96" y="11417"/>
                      </a:moveTo>
                      <a:lnTo>
                        <a:pt x="28917" y="11311"/>
                      </a:lnTo>
                      <a:lnTo>
                        <a:pt x="22619" y="0"/>
                      </a:lnTo>
                      <a:lnTo>
                        <a:pt x="5948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3" name="任意多边形 802"/>
                <p:cNvSpPr/>
                <p:nvPr/>
              </p:nvSpPr>
              <p:spPr>
                <a:xfrm>
                  <a:off x="5041156" y="4717405"/>
                  <a:ext cx="2831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14" h="11417">
                      <a:moveTo>
                        <a:pt x="94" y="11417"/>
                      </a:moveTo>
                      <a:lnTo>
                        <a:pt x="28405" y="11311"/>
                      </a:lnTo>
                      <a:lnTo>
                        <a:pt x="22219" y="0"/>
                      </a:lnTo>
                      <a:lnTo>
                        <a:pt x="5843" y="0"/>
                      </a:lnTo>
                      <a:lnTo>
                        <a:pt x="94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4" name="任意多边形 803"/>
                <p:cNvSpPr/>
                <p:nvPr/>
              </p:nvSpPr>
              <p:spPr>
                <a:xfrm>
                  <a:off x="5063327" y="4717405"/>
                  <a:ext cx="2882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824" h="11417">
                      <a:moveTo>
                        <a:pt x="96" y="11417"/>
                      </a:moveTo>
                      <a:lnTo>
                        <a:pt x="28917" y="11311"/>
                      </a:lnTo>
                      <a:lnTo>
                        <a:pt x="22619" y="0"/>
                      </a:lnTo>
                      <a:lnTo>
                        <a:pt x="5948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5" name="任意多边形 804"/>
                <p:cNvSpPr/>
                <p:nvPr/>
              </p:nvSpPr>
              <p:spPr>
                <a:xfrm>
                  <a:off x="5086508" y="4717405"/>
                  <a:ext cx="2882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824" h="11417">
                      <a:moveTo>
                        <a:pt x="96" y="11417"/>
                      </a:moveTo>
                      <a:lnTo>
                        <a:pt x="28917" y="11311"/>
                      </a:lnTo>
                      <a:lnTo>
                        <a:pt x="22619" y="0"/>
                      </a:lnTo>
                      <a:lnTo>
                        <a:pt x="5948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6" name="任意多边形 805"/>
                <p:cNvSpPr/>
                <p:nvPr/>
              </p:nvSpPr>
              <p:spPr>
                <a:xfrm>
                  <a:off x="5109984" y="4717408"/>
                  <a:ext cx="2882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824" h="11417">
                      <a:moveTo>
                        <a:pt x="96" y="11417"/>
                      </a:moveTo>
                      <a:lnTo>
                        <a:pt x="28917" y="11311"/>
                      </a:lnTo>
                      <a:lnTo>
                        <a:pt x="22619" y="0"/>
                      </a:lnTo>
                      <a:lnTo>
                        <a:pt x="5948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7" name="任意多边形 806"/>
                <p:cNvSpPr/>
                <p:nvPr/>
              </p:nvSpPr>
              <p:spPr>
                <a:xfrm>
                  <a:off x="5132445" y="4717408"/>
                  <a:ext cx="2831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14" h="11417">
                      <a:moveTo>
                        <a:pt x="94" y="11417"/>
                      </a:moveTo>
                      <a:lnTo>
                        <a:pt x="28405" y="11311"/>
                      </a:lnTo>
                      <a:lnTo>
                        <a:pt x="22219" y="0"/>
                      </a:lnTo>
                      <a:lnTo>
                        <a:pt x="5843" y="0"/>
                      </a:lnTo>
                      <a:lnTo>
                        <a:pt x="94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8" name="任意多边形 807"/>
                <p:cNvSpPr/>
                <p:nvPr/>
              </p:nvSpPr>
              <p:spPr>
                <a:xfrm>
                  <a:off x="5155475" y="4717418"/>
                  <a:ext cx="2852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526" h="11417">
                      <a:moveTo>
                        <a:pt x="95" y="11417"/>
                      </a:moveTo>
                      <a:lnTo>
                        <a:pt x="28617" y="11311"/>
                      </a:lnTo>
                      <a:lnTo>
                        <a:pt x="22385" y="0"/>
                      </a:lnTo>
                      <a:lnTo>
                        <a:pt x="5886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09" name="任意多边形 808"/>
                <p:cNvSpPr/>
                <p:nvPr/>
              </p:nvSpPr>
              <p:spPr>
                <a:xfrm>
                  <a:off x="5178405" y="4717609"/>
                  <a:ext cx="27438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8" h="11417">
                      <a:moveTo>
                        <a:pt x="91" y="11417"/>
                      </a:moveTo>
                      <a:lnTo>
                        <a:pt x="27526" y="11311"/>
                      </a:lnTo>
                      <a:lnTo>
                        <a:pt x="21531" y="0"/>
                      </a:lnTo>
                      <a:lnTo>
                        <a:pt x="5662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10" name="任意多边形 809"/>
                <p:cNvSpPr/>
                <p:nvPr/>
              </p:nvSpPr>
              <p:spPr>
                <a:xfrm>
                  <a:off x="5200470" y="4717609"/>
                  <a:ext cx="27438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8" h="11417">
                      <a:moveTo>
                        <a:pt x="91" y="11417"/>
                      </a:moveTo>
                      <a:lnTo>
                        <a:pt x="27526" y="11311"/>
                      </a:lnTo>
                      <a:lnTo>
                        <a:pt x="21531" y="0"/>
                      </a:lnTo>
                      <a:lnTo>
                        <a:pt x="5662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11" name="任意多边形 810"/>
                <p:cNvSpPr/>
                <p:nvPr/>
              </p:nvSpPr>
              <p:spPr>
                <a:xfrm>
                  <a:off x="5222817" y="4717612"/>
                  <a:ext cx="27438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8" h="11417">
                      <a:moveTo>
                        <a:pt x="91" y="11417"/>
                      </a:moveTo>
                      <a:lnTo>
                        <a:pt x="27526" y="11311"/>
                      </a:lnTo>
                      <a:lnTo>
                        <a:pt x="21531" y="0"/>
                      </a:lnTo>
                      <a:lnTo>
                        <a:pt x="5662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12" name="任意多边形 811"/>
                <p:cNvSpPr/>
                <p:nvPr/>
              </p:nvSpPr>
              <p:spPr>
                <a:xfrm>
                  <a:off x="5244201" y="4717612"/>
                  <a:ext cx="26952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952" h="11417">
                      <a:moveTo>
                        <a:pt x="89" y="11417"/>
                      </a:moveTo>
                      <a:lnTo>
                        <a:pt x="27039" y="11311"/>
                      </a:lnTo>
                      <a:lnTo>
                        <a:pt x="21150" y="0"/>
                      </a:lnTo>
                      <a:lnTo>
                        <a:pt x="5562" y="0"/>
                      </a:lnTo>
                      <a:lnTo>
                        <a:pt x="89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813" name="任意多边形 812"/>
                <p:cNvSpPr/>
                <p:nvPr/>
              </p:nvSpPr>
              <p:spPr>
                <a:xfrm>
                  <a:off x="5266120" y="4717622"/>
                  <a:ext cx="2715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154" h="11417">
                      <a:moveTo>
                        <a:pt x="90" y="11417"/>
                      </a:moveTo>
                      <a:lnTo>
                        <a:pt x="27241" y="11311"/>
                      </a:lnTo>
                      <a:lnTo>
                        <a:pt x="21308" y="0"/>
                      </a:lnTo>
                      <a:lnTo>
                        <a:pt x="5603" y="0"/>
                      </a:lnTo>
                      <a:lnTo>
                        <a:pt x="9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5" name="组合 614"/>
              <p:cNvGrpSpPr/>
              <p:nvPr/>
            </p:nvGrpSpPr>
            <p:grpSpPr>
              <a:xfrm>
                <a:off x="4977975" y="4719484"/>
                <a:ext cx="315553" cy="9717"/>
                <a:chOff x="4977975" y="4719484"/>
                <a:chExt cx="315553" cy="9717"/>
              </a:xfrm>
            </p:grpSpPr>
            <p:sp>
              <p:nvSpPr>
                <p:cNvPr id="785" name="任意多边形 784"/>
                <p:cNvSpPr/>
                <p:nvPr/>
              </p:nvSpPr>
              <p:spPr>
                <a:xfrm>
                  <a:off x="5248924" y="4719757"/>
                  <a:ext cx="22447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7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6" name="任意多边形 785"/>
                <p:cNvSpPr/>
                <p:nvPr/>
              </p:nvSpPr>
              <p:spPr>
                <a:xfrm>
                  <a:off x="5271104" y="4719928"/>
                  <a:ext cx="22447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7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7" name="任意多边形 786"/>
                <p:cNvSpPr/>
                <p:nvPr/>
              </p:nvSpPr>
              <p:spPr>
                <a:xfrm>
                  <a:off x="4977926" y="4719867"/>
                  <a:ext cx="18443" cy="939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443" h="9393">
                      <a:moveTo>
                        <a:pt x="-88" y="9407"/>
                      </a:moveTo>
                      <a:lnTo>
                        <a:pt x="18420" y="9001"/>
                      </a:lnTo>
                      <a:lnTo>
                        <a:pt x="16272" y="256"/>
                      </a:lnTo>
                      <a:lnTo>
                        <a:pt x="1841" y="110"/>
                      </a:lnTo>
                      <a:lnTo>
                        <a:pt x="-88" y="9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788" name="组合 787"/>
                <p:cNvGrpSpPr/>
                <p:nvPr/>
              </p:nvGrpSpPr>
              <p:grpSpPr>
                <a:xfrm>
                  <a:off x="4998388" y="4719597"/>
                  <a:ext cx="248073" cy="9933"/>
                  <a:chOff x="4998388" y="4719597"/>
                  <a:chExt cx="248073" cy="9933"/>
                </a:xfrm>
              </p:grpSpPr>
              <p:sp>
                <p:nvSpPr>
                  <p:cNvPr id="789" name="任意多边形 788"/>
                  <p:cNvSpPr/>
                  <p:nvPr/>
                </p:nvSpPr>
                <p:spPr>
                  <a:xfrm>
                    <a:off x="4998465" y="4719850"/>
                    <a:ext cx="21930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930" h="9297">
                        <a:moveTo>
                          <a:pt x="0" y="9297"/>
                        </a:moveTo>
                        <a:lnTo>
                          <a:pt x="21930" y="9297"/>
                        </a:lnTo>
                        <a:lnTo>
                          <a:pt x="19692" y="0"/>
                        </a:lnTo>
                        <a:lnTo>
                          <a:pt x="2685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0" name="任意多边形 789"/>
                  <p:cNvSpPr/>
                  <p:nvPr/>
                </p:nvSpPr>
                <p:spPr>
                  <a:xfrm>
                    <a:off x="5021823" y="4719904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1" name="任意多边形 790"/>
                  <p:cNvSpPr/>
                  <p:nvPr/>
                </p:nvSpPr>
                <p:spPr>
                  <a:xfrm>
                    <a:off x="5044962" y="4719932"/>
                    <a:ext cx="21930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930" h="9297">
                        <a:moveTo>
                          <a:pt x="0" y="9297"/>
                        </a:moveTo>
                        <a:lnTo>
                          <a:pt x="21930" y="9297"/>
                        </a:lnTo>
                        <a:lnTo>
                          <a:pt x="19692" y="0"/>
                        </a:lnTo>
                        <a:lnTo>
                          <a:pt x="2685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2" name="任意多边形 791"/>
                  <p:cNvSpPr/>
                  <p:nvPr/>
                </p:nvSpPr>
                <p:spPr>
                  <a:xfrm>
                    <a:off x="5067373" y="4719965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3" name="任意多边形 792"/>
                  <p:cNvSpPr/>
                  <p:nvPr/>
                </p:nvSpPr>
                <p:spPr>
                  <a:xfrm>
                    <a:off x="5089504" y="4719932"/>
                    <a:ext cx="21930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930" h="9297">
                        <a:moveTo>
                          <a:pt x="0" y="9297"/>
                        </a:moveTo>
                        <a:lnTo>
                          <a:pt x="21930" y="9297"/>
                        </a:lnTo>
                        <a:lnTo>
                          <a:pt x="19692" y="0"/>
                        </a:lnTo>
                        <a:lnTo>
                          <a:pt x="2685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4" name="任意多边形 793"/>
                  <p:cNvSpPr/>
                  <p:nvPr/>
                </p:nvSpPr>
                <p:spPr>
                  <a:xfrm>
                    <a:off x="5112862" y="4719991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5" name="任意多边形 794"/>
                  <p:cNvSpPr/>
                  <p:nvPr/>
                </p:nvSpPr>
                <p:spPr>
                  <a:xfrm>
                    <a:off x="5135282" y="4719774"/>
                    <a:ext cx="21856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856" h="9474">
                        <a:moveTo>
                          <a:pt x="0" y="9538"/>
                        </a:moveTo>
                        <a:lnTo>
                          <a:pt x="21929" y="9538"/>
                        </a:lnTo>
                        <a:lnTo>
                          <a:pt x="18114" y="34"/>
                        </a:lnTo>
                        <a:lnTo>
                          <a:pt x="2684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6" name="任意多边形 795"/>
                  <p:cNvSpPr/>
                  <p:nvPr/>
                </p:nvSpPr>
                <p:spPr>
                  <a:xfrm>
                    <a:off x="5157450" y="4720047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7" name="任意多边形 796"/>
                  <p:cNvSpPr/>
                  <p:nvPr/>
                </p:nvSpPr>
                <p:spPr>
                  <a:xfrm>
                    <a:off x="5180541" y="4719429"/>
                    <a:ext cx="21856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856" h="9474">
                        <a:moveTo>
                          <a:pt x="0" y="9538"/>
                        </a:moveTo>
                        <a:lnTo>
                          <a:pt x="21929" y="9538"/>
                        </a:lnTo>
                        <a:lnTo>
                          <a:pt x="18114" y="34"/>
                        </a:lnTo>
                        <a:lnTo>
                          <a:pt x="2684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8" name="任意多边形 797"/>
                  <p:cNvSpPr/>
                  <p:nvPr/>
                </p:nvSpPr>
                <p:spPr>
                  <a:xfrm>
                    <a:off x="5202709" y="4719702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99" name="任意多边形 798"/>
                  <p:cNvSpPr/>
                  <p:nvPr/>
                </p:nvSpPr>
                <p:spPr>
                  <a:xfrm>
                    <a:off x="5224543" y="4719550"/>
                    <a:ext cx="2209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096" h="9231">
                        <a:moveTo>
                          <a:pt x="0" y="9295"/>
                        </a:moveTo>
                        <a:lnTo>
                          <a:pt x="22054" y="9295"/>
                        </a:lnTo>
                        <a:lnTo>
                          <a:pt x="18762" y="0"/>
                        </a:lnTo>
                        <a:lnTo>
                          <a:pt x="255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grpSp>
            <p:nvGrpSpPr>
              <p:cNvPr id="616" name="组合 615"/>
              <p:cNvGrpSpPr/>
              <p:nvPr/>
            </p:nvGrpSpPr>
            <p:grpSpPr>
              <a:xfrm>
                <a:off x="4975914" y="4721645"/>
                <a:ext cx="341356" cy="11660"/>
                <a:chOff x="4975914" y="4721645"/>
                <a:chExt cx="341356" cy="11660"/>
              </a:xfrm>
            </p:grpSpPr>
            <p:sp>
              <p:nvSpPr>
                <p:cNvPr id="771" name="任意多边形 770"/>
                <p:cNvSpPr/>
                <p:nvPr/>
              </p:nvSpPr>
              <p:spPr>
                <a:xfrm>
                  <a:off x="4976054" y="4721883"/>
                  <a:ext cx="36972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972" h="11417">
                      <a:moveTo>
                        <a:pt x="-94" y="10645"/>
                      </a:moveTo>
                      <a:lnTo>
                        <a:pt x="36878" y="11345"/>
                      </a:lnTo>
                      <a:lnTo>
                        <a:pt x="30029" y="-44"/>
                      </a:lnTo>
                      <a:lnTo>
                        <a:pt x="2948" y="199"/>
                      </a:lnTo>
                      <a:lnTo>
                        <a:pt x="-94" y="1064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2" name="任意多边形 771"/>
                <p:cNvSpPr/>
                <p:nvPr/>
              </p:nvSpPr>
              <p:spPr>
                <a:xfrm>
                  <a:off x="5280356" y="4721767"/>
                  <a:ext cx="36760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760" h="11417">
                      <a:moveTo>
                        <a:pt x="0" y="11417"/>
                      </a:moveTo>
                      <a:lnTo>
                        <a:pt x="36760" y="11327"/>
                      </a:lnTo>
                      <a:lnTo>
                        <a:pt x="35636" y="5477"/>
                      </a:lnTo>
                      <a:lnTo>
                        <a:pt x="33684" y="-90"/>
                      </a:lnTo>
                      <a:lnTo>
                        <a:pt x="4635" y="136"/>
                      </a:lnTo>
                      <a:lnTo>
                        <a:pt x="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3" name="任意多边形 772"/>
                <p:cNvSpPr/>
                <p:nvPr/>
              </p:nvSpPr>
              <p:spPr>
                <a:xfrm>
                  <a:off x="5005249" y="4721706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4" name="任意多边形 773"/>
                <p:cNvSpPr/>
                <p:nvPr/>
              </p:nvSpPr>
              <p:spPr>
                <a:xfrm>
                  <a:off x="5028600" y="4721706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5" name="任意多边形 774"/>
                <p:cNvSpPr/>
                <p:nvPr/>
              </p:nvSpPr>
              <p:spPr>
                <a:xfrm>
                  <a:off x="5052734" y="4722030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6" name="任意多边形 775"/>
                <p:cNvSpPr/>
                <p:nvPr/>
              </p:nvSpPr>
              <p:spPr>
                <a:xfrm>
                  <a:off x="5075355" y="4722030"/>
                  <a:ext cx="28520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520" h="11417">
                      <a:moveTo>
                        <a:pt x="95" y="11417"/>
                      </a:moveTo>
                      <a:lnTo>
                        <a:pt x="28612" y="11311"/>
                      </a:lnTo>
                      <a:lnTo>
                        <a:pt x="22381" y="0"/>
                      </a:lnTo>
                      <a:lnTo>
                        <a:pt x="5885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7" name="任意多边形 776"/>
                <p:cNvSpPr/>
                <p:nvPr/>
              </p:nvSpPr>
              <p:spPr>
                <a:xfrm>
                  <a:off x="5097688" y="4722030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8" name="任意多边形 777"/>
                <p:cNvSpPr/>
                <p:nvPr/>
              </p:nvSpPr>
              <p:spPr>
                <a:xfrm>
                  <a:off x="5121039" y="4722030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79" name="任意多边形 778"/>
                <p:cNvSpPr/>
                <p:nvPr/>
              </p:nvSpPr>
              <p:spPr>
                <a:xfrm>
                  <a:off x="5144686" y="4721926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7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0" name="任意多边形 779"/>
                <p:cNvSpPr/>
                <p:nvPr/>
              </p:nvSpPr>
              <p:spPr>
                <a:xfrm>
                  <a:off x="5167308" y="4721926"/>
                  <a:ext cx="28520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520" h="11417">
                      <a:moveTo>
                        <a:pt x="95" y="11417"/>
                      </a:moveTo>
                      <a:lnTo>
                        <a:pt x="28612" y="11311"/>
                      </a:lnTo>
                      <a:lnTo>
                        <a:pt x="22381" y="0"/>
                      </a:lnTo>
                      <a:lnTo>
                        <a:pt x="5885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1" name="任意多边形 780"/>
                <p:cNvSpPr/>
                <p:nvPr/>
              </p:nvSpPr>
              <p:spPr>
                <a:xfrm>
                  <a:off x="5190507" y="4721935"/>
                  <a:ext cx="287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34" h="11417">
                      <a:moveTo>
                        <a:pt x="95" y="11417"/>
                      </a:moveTo>
                      <a:lnTo>
                        <a:pt x="28826" y="11311"/>
                      </a:lnTo>
                      <a:lnTo>
                        <a:pt x="22548" y="0"/>
                      </a:lnTo>
                      <a:lnTo>
                        <a:pt x="5929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2" name="任意多边形 781"/>
                <p:cNvSpPr/>
                <p:nvPr/>
              </p:nvSpPr>
              <p:spPr>
                <a:xfrm>
                  <a:off x="5213129" y="4721935"/>
                  <a:ext cx="2729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296" h="11417">
                      <a:moveTo>
                        <a:pt x="91" y="11417"/>
                      </a:moveTo>
                      <a:lnTo>
                        <a:pt x="27383" y="11311"/>
                      </a:lnTo>
                      <a:lnTo>
                        <a:pt x="21420" y="0"/>
                      </a:lnTo>
                      <a:lnTo>
                        <a:pt x="5633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3" name="任意多边形 782"/>
                <p:cNvSpPr/>
                <p:nvPr/>
              </p:nvSpPr>
              <p:spPr>
                <a:xfrm>
                  <a:off x="5235699" y="4721935"/>
                  <a:ext cx="2729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296" h="11417">
                      <a:moveTo>
                        <a:pt x="91" y="11417"/>
                      </a:moveTo>
                      <a:lnTo>
                        <a:pt x="27383" y="11311"/>
                      </a:lnTo>
                      <a:lnTo>
                        <a:pt x="21420" y="0"/>
                      </a:lnTo>
                      <a:lnTo>
                        <a:pt x="5633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84" name="任意多边形 783"/>
                <p:cNvSpPr/>
                <p:nvPr/>
              </p:nvSpPr>
              <p:spPr>
                <a:xfrm>
                  <a:off x="5258138" y="4721767"/>
                  <a:ext cx="2729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296" h="11417">
                      <a:moveTo>
                        <a:pt x="91" y="11417"/>
                      </a:moveTo>
                      <a:lnTo>
                        <a:pt x="27383" y="11311"/>
                      </a:lnTo>
                      <a:lnTo>
                        <a:pt x="21420" y="0"/>
                      </a:lnTo>
                      <a:lnTo>
                        <a:pt x="5633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7" name="组合 616"/>
              <p:cNvGrpSpPr/>
              <p:nvPr/>
            </p:nvGrpSpPr>
            <p:grpSpPr>
              <a:xfrm>
                <a:off x="4976348" y="4723376"/>
                <a:ext cx="338755" cy="9933"/>
                <a:chOff x="4976348" y="4723376"/>
                <a:chExt cx="338755" cy="9933"/>
              </a:xfrm>
            </p:grpSpPr>
            <p:sp>
              <p:nvSpPr>
                <p:cNvPr id="756" name="任意多边形 755"/>
                <p:cNvSpPr/>
                <p:nvPr/>
              </p:nvSpPr>
              <p:spPr>
                <a:xfrm>
                  <a:off x="4976389" y="4723875"/>
                  <a:ext cx="30552" cy="939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0552" h="9393">
                      <a:moveTo>
                        <a:pt x="-145" y="9407"/>
                      </a:moveTo>
                      <a:lnTo>
                        <a:pt x="30515" y="9001"/>
                      </a:lnTo>
                      <a:lnTo>
                        <a:pt x="26955" y="256"/>
                      </a:lnTo>
                      <a:lnTo>
                        <a:pt x="3049" y="110"/>
                      </a:lnTo>
                      <a:lnTo>
                        <a:pt x="-145" y="9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57" name="任意多边形 756"/>
                <p:cNvSpPr/>
                <p:nvPr/>
              </p:nvSpPr>
              <p:spPr>
                <a:xfrm>
                  <a:off x="5285986" y="4723700"/>
                  <a:ext cx="29200" cy="9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200" h="9717">
                      <a:moveTo>
                        <a:pt x="0" y="9648"/>
                      </a:moveTo>
                      <a:lnTo>
                        <a:pt x="29200" y="9525"/>
                      </a:lnTo>
                      <a:lnTo>
                        <a:pt x="27391" y="-27"/>
                      </a:lnTo>
                      <a:lnTo>
                        <a:pt x="2084" y="459"/>
                      </a:lnTo>
                      <a:lnTo>
                        <a:pt x="0" y="96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758" name="组合 757"/>
                <p:cNvGrpSpPr/>
                <p:nvPr/>
              </p:nvGrpSpPr>
              <p:grpSpPr>
                <a:xfrm>
                  <a:off x="5007225" y="4723593"/>
                  <a:ext cx="252006" cy="9933"/>
                  <a:chOff x="5007225" y="4723593"/>
                  <a:chExt cx="252006" cy="9933"/>
                </a:xfrm>
              </p:grpSpPr>
              <p:sp>
                <p:nvSpPr>
                  <p:cNvPr id="760" name="任意多边形 759"/>
                  <p:cNvSpPr/>
                  <p:nvPr/>
                </p:nvSpPr>
                <p:spPr>
                  <a:xfrm>
                    <a:off x="5007303" y="4723846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1" name="任意多边形 760"/>
                  <p:cNvSpPr/>
                  <p:nvPr/>
                </p:nvSpPr>
                <p:spPr>
                  <a:xfrm>
                    <a:off x="5031031" y="4723900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2" name="任意多边形 761"/>
                  <p:cNvSpPr/>
                  <p:nvPr/>
                </p:nvSpPr>
                <p:spPr>
                  <a:xfrm>
                    <a:off x="5054537" y="4723928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3" name="任意多边形 762"/>
                  <p:cNvSpPr/>
                  <p:nvPr/>
                </p:nvSpPr>
                <p:spPr>
                  <a:xfrm>
                    <a:off x="5077303" y="4723961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4" name="任意多边形 763"/>
                  <p:cNvSpPr/>
                  <p:nvPr/>
                </p:nvSpPr>
                <p:spPr>
                  <a:xfrm>
                    <a:off x="5099786" y="4723928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5" name="任意多边形 764"/>
                  <p:cNvSpPr/>
                  <p:nvPr/>
                </p:nvSpPr>
                <p:spPr>
                  <a:xfrm>
                    <a:off x="5123513" y="4723987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6" name="任意多边形 765"/>
                  <p:cNvSpPr/>
                  <p:nvPr/>
                </p:nvSpPr>
                <p:spPr>
                  <a:xfrm>
                    <a:off x="5146289" y="4723770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7" name="任意多边形 766"/>
                  <p:cNvSpPr/>
                  <p:nvPr/>
                </p:nvSpPr>
                <p:spPr>
                  <a:xfrm>
                    <a:off x="5168809" y="4724043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8" name="任意多边形 767"/>
                  <p:cNvSpPr/>
                  <p:nvPr/>
                </p:nvSpPr>
                <p:spPr>
                  <a:xfrm>
                    <a:off x="5192265" y="4723425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69" name="任意多边形 768"/>
                  <p:cNvSpPr/>
                  <p:nvPr/>
                </p:nvSpPr>
                <p:spPr>
                  <a:xfrm>
                    <a:off x="5214785" y="4723697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70" name="任意多边形 769"/>
                  <p:cNvSpPr/>
                  <p:nvPr/>
                </p:nvSpPr>
                <p:spPr>
                  <a:xfrm>
                    <a:off x="5236965" y="4723546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  <p:sp>
              <p:nvSpPr>
                <p:cNvPr id="759" name="任意多边形 758"/>
                <p:cNvSpPr/>
                <p:nvPr/>
              </p:nvSpPr>
              <p:spPr>
                <a:xfrm>
                  <a:off x="5259719" y="4723835"/>
                  <a:ext cx="22202" cy="94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02" h="9474">
                      <a:moveTo>
                        <a:pt x="0" y="9538"/>
                      </a:moveTo>
                      <a:lnTo>
                        <a:pt x="22277" y="9538"/>
                      </a:lnTo>
                      <a:lnTo>
                        <a:pt x="18401" y="34"/>
                      </a:lnTo>
                      <a:lnTo>
                        <a:pt x="2727" y="242"/>
                      </a:lnTo>
                      <a:lnTo>
                        <a:pt x="0" y="95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18" name="组合 617"/>
              <p:cNvGrpSpPr/>
              <p:nvPr/>
            </p:nvGrpSpPr>
            <p:grpSpPr>
              <a:xfrm>
                <a:off x="4975913" y="4725529"/>
                <a:ext cx="341794" cy="12092"/>
                <a:chOff x="4975913" y="4725529"/>
                <a:chExt cx="341794" cy="12092"/>
              </a:xfrm>
            </p:grpSpPr>
            <p:sp>
              <p:nvSpPr>
                <p:cNvPr id="742" name="任意多边形 741"/>
                <p:cNvSpPr/>
                <p:nvPr/>
              </p:nvSpPr>
              <p:spPr>
                <a:xfrm>
                  <a:off x="4975804" y="4725983"/>
                  <a:ext cx="42209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209" h="11417">
                      <a:moveTo>
                        <a:pt x="-107" y="10645"/>
                      </a:moveTo>
                      <a:lnTo>
                        <a:pt x="42102" y="11345"/>
                      </a:lnTo>
                      <a:lnTo>
                        <a:pt x="34283" y="-44"/>
                      </a:lnTo>
                      <a:lnTo>
                        <a:pt x="3366" y="199"/>
                      </a:lnTo>
                      <a:lnTo>
                        <a:pt x="-107" y="1064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43" name="任意多边形 742"/>
                <p:cNvSpPr/>
                <p:nvPr/>
              </p:nvSpPr>
              <p:spPr>
                <a:xfrm>
                  <a:off x="5262385" y="4725806"/>
                  <a:ext cx="55140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5140" h="11417">
                      <a:moveTo>
                        <a:pt x="0" y="11417"/>
                      </a:moveTo>
                      <a:lnTo>
                        <a:pt x="55140" y="11327"/>
                      </a:lnTo>
                      <a:lnTo>
                        <a:pt x="53455" y="5477"/>
                      </a:lnTo>
                      <a:lnTo>
                        <a:pt x="50527" y="-90"/>
                      </a:lnTo>
                      <a:lnTo>
                        <a:pt x="6953" y="136"/>
                      </a:lnTo>
                      <a:lnTo>
                        <a:pt x="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744" name="组合 743"/>
                <p:cNvGrpSpPr/>
                <p:nvPr/>
              </p:nvGrpSpPr>
              <p:grpSpPr>
                <a:xfrm>
                  <a:off x="5010179" y="4725529"/>
                  <a:ext cx="258081" cy="12092"/>
                  <a:chOff x="5010179" y="4725529"/>
                  <a:chExt cx="258081" cy="12092"/>
                </a:xfrm>
              </p:grpSpPr>
              <p:sp>
                <p:nvSpPr>
                  <p:cNvPr id="745" name="任意多边形 744"/>
                  <p:cNvSpPr/>
                  <p:nvPr/>
                </p:nvSpPr>
                <p:spPr>
                  <a:xfrm>
                    <a:off x="5010237" y="472580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6" name="任意多边形 745"/>
                  <p:cNvSpPr/>
                  <p:nvPr/>
                </p:nvSpPr>
                <p:spPr>
                  <a:xfrm>
                    <a:off x="5033589" y="472580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7" name="任意多边形 746"/>
                  <p:cNvSpPr/>
                  <p:nvPr/>
                </p:nvSpPr>
                <p:spPr>
                  <a:xfrm>
                    <a:off x="5057723" y="4725698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8" name="任意多边形 747"/>
                  <p:cNvSpPr/>
                  <p:nvPr/>
                </p:nvSpPr>
                <p:spPr>
                  <a:xfrm>
                    <a:off x="5080343" y="4725698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0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9" name="任意多边形 748"/>
                  <p:cNvSpPr/>
                  <p:nvPr/>
                </p:nvSpPr>
                <p:spPr>
                  <a:xfrm>
                    <a:off x="5102677" y="4725698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0" name="任意多边形 749"/>
                  <p:cNvSpPr/>
                  <p:nvPr/>
                </p:nvSpPr>
                <p:spPr>
                  <a:xfrm>
                    <a:off x="5126030" y="4725698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1" name="任意多边形 750"/>
                  <p:cNvSpPr/>
                  <p:nvPr/>
                </p:nvSpPr>
                <p:spPr>
                  <a:xfrm>
                    <a:off x="5149676" y="4726026"/>
                    <a:ext cx="290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034" h="11417">
                        <a:moveTo>
                          <a:pt x="96" y="11417"/>
                        </a:moveTo>
                        <a:lnTo>
                          <a:pt x="29128" y="11310"/>
                        </a:lnTo>
                        <a:lnTo>
                          <a:pt x="22784" y="0"/>
                        </a:lnTo>
                        <a:lnTo>
                          <a:pt x="5991" y="0"/>
                        </a:lnTo>
                        <a:lnTo>
                          <a:pt x="96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2" name="任意多边形 751"/>
                  <p:cNvSpPr/>
                  <p:nvPr/>
                </p:nvSpPr>
                <p:spPr>
                  <a:xfrm>
                    <a:off x="5172300" y="4726026"/>
                    <a:ext cx="28521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521" h="11417">
                        <a:moveTo>
                          <a:pt x="95" y="11417"/>
                        </a:moveTo>
                        <a:lnTo>
                          <a:pt x="28613" y="11310"/>
                        </a:lnTo>
                        <a:lnTo>
                          <a:pt x="22381" y="0"/>
                        </a:lnTo>
                        <a:lnTo>
                          <a:pt x="5885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3" name="任意多边形 752"/>
                  <p:cNvSpPr/>
                  <p:nvPr/>
                </p:nvSpPr>
                <p:spPr>
                  <a:xfrm>
                    <a:off x="5195498" y="4726035"/>
                    <a:ext cx="28734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8734" h="11417">
                        <a:moveTo>
                          <a:pt x="95" y="11417"/>
                        </a:moveTo>
                        <a:lnTo>
                          <a:pt x="28826" y="11310"/>
                        </a:lnTo>
                        <a:lnTo>
                          <a:pt x="22548" y="0"/>
                        </a:lnTo>
                        <a:lnTo>
                          <a:pt x="5929" y="0"/>
                        </a:lnTo>
                        <a:lnTo>
                          <a:pt x="95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4" name="任意多边形 753"/>
                  <p:cNvSpPr/>
                  <p:nvPr/>
                </p:nvSpPr>
                <p:spPr>
                  <a:xfrm>
                    <a:off x="5218121" y="4726035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0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55" name="任意多边形 754"/>
                  <p:cNvSpPr/>
                  <p:nvPr/>
                </p:nvSpPr>
                <p:spPr>
                  <a:xfrm>
                    <a:off x="5240691" y="4726035"/>
                    <a:ext cx="27296" cy="114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96" h="11417">
                        <a:moveTo>
                          <a:pt x="91" y="11417"/>
                        </a:moveTo>
                        <a:lnTo>
                          <a:pt x="27384" y="11310"/>
                        </a:lnTo>
                        <a:lnTo>
                          <a:pt x="21420" y="0"/>
                        </a:lnTo>
                        <a:lnTo>
                          <a:pt x="5633" y="0"/>
                        </a:lnTo>
                        <a:lnTo>
                          <a:pt x="91" y="114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E1ECEE"/>
                      </a:gs>
                      <a:gs pos="100000">
                        <a:srgbClr val="262626"/>
                      </a:gs>
                    </a:gsLst>
                    <a:lin ang="540000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sp>
            <p:nvSpPr>
              <p:cNvPr id="619" name="Rectangle"/>
              <p:cNvSpPr/>
              <p:nvPr/>
            </p:nvSpPr>
            <p:spPr>
              <a:xfrm>
                <a:off x="4970260" y="4751923"/>
                <a:ext cx="534309" cy="8286"/>
              </a:xfrm>
              <a:custGeom>
                <a:avLst/>
                <a:gdLst/>
                <a:ahLst/>
                <a:cxnLst/>
                <a:rect l="0" t="0" r="0" b="0"/>
                <a:pathLst>
                  <a:path w="534309" h="8286">
                    <a:moveTo>
                      <a:pt x="0" y="0"/>
                    </a:moveTo>
                    <a:lnTo>
                      <a:pt x="534309" y="0"/>
                    </a:lnTo>
                    <a:lnTo>
                      <a:pt x="534309" y="8286"/>
                    </a:lnTo>
                    <a:lnTo>
                      <a:pt x="0" y="828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CAD4D6"/>
                  </a:gs>
                  <a:gs pos="100000">
                    <a:srgbClr val="707677"/>
                  </a:gs>
                </a:gsLst>
                <a:lin ang="0" scaled="0"/>
              </a:gradFill>
              <a:ln w="7600" cap="flat">
                <a:noFill/>
                <a:miter lim="800000"/>
              </a:ln>
            </p:spPr>
          </p:sp>
          <p:grpSp>
            <p:nvGrpSpPr>
              <p:cNvPr id="620" name="组合 619"/>
              <p:cNvGrpSpPr/>
              <p:nvPr/>
            </p:nvGrpSpPr>
            <p:grpSpPr>
              <a:xfrm>
                <a:off x="4976348" y="4727699"/>
                <a:ext cx="339623" cy="9933"/>
                <a:chOff x="4976348" y="4727699"/>
                <a:chExt cx="339623" cy="9933"/>
              </a:xfrm>
            </p:grpSpPr>
            <p:sp>
              <p:nvSpPr>
                <p:cNvPr id="728" name="任意多边形 727"/>
                <p:cNvSpPr/>
                <p:nvPr/>
              </p:nvSpPr>
              <p:spPr>
                <a:xfrm>
                  <a:off x="4976389" y="4727982"/>
                  <a:ext cx="33507" cy="939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3507" h="9393">
                      <a:moveTo>
                        <a:pt x="-160" y="9407"/>
                      </a:moveTo>
                      <a:lnTo>
                        <a:pt x="33466" y="9001"/>
                      </a:lnTo>
                      <a:lnTo>
                        <a:pt x="29562" y="256"/>
                      </a:lnTo>
                      <a:lnTo>
                        <a:pt x="3344" y="110"/>
                      </a:lnTo>
                      <a:lnTo>
                        <a:pt x="-160" y="9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9" name="任意多边形 728"/>
                <p:cNvSpPr/>
                <p:nvPr/>
              </p:nvSpPr>
              <p:spPr>
                <a:xfrm>
                  <a:off x="5266896" y="4727794"/>
                  <a:ext cx="49147" cy="9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147" h="9717">
                      <a:moveTo>
                        <a:pt x="0" y="9648"/>
                      </a:moveTo>
                      <a:lnTo>
                        <a:pt x="49147" y="9525"/>
                      </a:lnTo>
                      <a:lnTo>
                        <a:pt x="46101" y="-27"/>
                      </a:lnTo>
                      <a:lnTo>
                        <a:pt x="3508" y="459"/>
                      </a:lnTo>
                      <a:lnTo>
                        <a:pt x="0" y="96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grpSp>
              <p:nvGrpSpPr>
                <p:cNvPr id="730" name="组合 729"/>
                <p:cNvGrpSpPr/>
                <p:nvPr/>
              </p:nvGrpSpPr>
              <p:grpSpPr>
                <a:xfrm>
                  <a:off x="5014083" y="4727699"/>
                  <a:ext cx="252007" cy="9933"/>
                  <a:chOff x="5014083" y="4727699"/>
                  <a:chExt cx="252007" cy="9933"/>
                </a:xfrm>
              </p:grpSpPr>
              <p:sp>
                <p:nvSpPr>
                  <p:cNvPr id="731" name="任意多边形 730"/>
                  <p:cNvSpPr/>
                  <p:nvPr/>
                </p:nvSpPr>
                <p:spPr>
                  <a:xfrm>
                    <a:off x="5014161" y="4727952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2" name="任意多边形 731"/>
                  <p:cNvSpPr/>
                  <p:nvPr/>
                </p:nvSpPr>
                <p:spPr>
                  <a:xfrm>
                    <a:off x="5037889" y="4728006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3" name="任意多边形 732"/>
                  <p:cNvSpPr/>
                  <p:nvPr/>
                </p:nvSpPr>
                <p:spPr>
                  <a:xfrm>
                    <a:off x="5061396" y="4728034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4" name="任意多边形 733"/>
                  <p:cNvSpPr/>
                  <p:nvPr/>
                </p:nvSpPr>
                <p:spPr>
                  <a:xfrm>
                    <a:off x="5084162" y="4728067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5" name="任意多边形 734"/>
                  <p:cNvSpPr/>
                  <p:nvPr/>
                </p:nvSpPr>
                <p:spPr>
                  <a:xfrm>
                    <a:off x="5106644" y="4728034"/>
                    <a:ext cx="22277" cy="92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77" h="9297">
                        <a:moveTo>
                          <a:pt x="0" y="9297"/>
                        </a:moveTo>
                        <a:lnTo>
                          <a:pt x="22277" y="9297"/>
                        </a:lnTo>
                        <a:lnTo>
                          <a:pt x="20004" y="0"/>
                        </a:lnTo>
                        <a:lnTo>
                          <a:pt x="2728" y="0"/>
                        </a:lnTo>
                        <a:lnTo>
                          <a:pt x="0" y="929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6" name="任意多边形 735"/>
                  <p:cNvSpPr/>
                  <p:nvPr/>
                </p:nvSpPr>
                <p:spPr>
                  <a:xfrm>
                    <a:off x="5130372" y="4728093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7" name="任意多边形 736"/>
                  <p:cNvSpPr/>
                  <p:nvPr/>
                </p:nvSpPr>
                <p:spPr>
                  <a:xfrm>
                    <a:off x="5153147" y="4727876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8" name="任意多边形 737"/>
                  <p:cNvSpPr/>
                  <p:nvPr/>
                </p:nvSpPr>
                <p:spPr>
                  <a:xfrm>
                    <a:off x="5175667" y="4728149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39" name="任意多边形 738"/>
                  <p:cNvSpPr/>
                  <p:nvPr/>
                </p:nvSpPr>
                <p:spPr>
                  <a:xfrm>
                    <a:off x="5199125" y="4727531"/>
                    <a:ext cx="22202" cy="94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02" h="9474">
                        <a:moveTo>
                          <a:pt x="0" y="9538"/>
                        </a:moveTo>
                        <a:lnTo>
                          <a:pt x="22277" y="9538"/>
                        </a:lnTo>
                        <a:lnTo>
                          <a:pt x="18401" y="34"/>
                        </a:lnTo>
                        <a:lnTo>
                          <a:pt x="2727" y="242"/>
                        </a:lnTo>
                        <a:lnTo>
                          <a:pt x="0" y="95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0" name="任意多边形 739"/>
                  <p:cNvSpPr/>
                  <p:nvPr/>
                </p:nvSpPr>
                <p:spPr>
                  <a:xfrm>
                    <a:off x="5221644" y="4727803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  <p:sp>
                <p:nvSpPr>
                  <p:cNvPr id="741" name="任意多边形 740"/>
                  <p:cNvSpPr/>
                  <p:nvPr/>
                </p:nvSpPr>
                <p:spPr>
                  <a:xfrm>
                    <a:off x="5243823" y="4727652"/>
                    <a:ext cx="22446" cy="92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446" h="9231">
                        <a:moveTo>
                          <a:pt x="0" y="9295"/>
                        </a:moveTo>
                        <a:lnTo>
                          <a:pt x="22403" y="9295"/>
                        </a:lnTo>
                        <a:lnTo>
                          <a:pt x="19060" y="0"/>
                        </a:lnTo>
                        <a:lnTo>
                          <a:pt x="2599" y="0"/>
                        </a:lnTo>
                        <a:lnTo>
                          <a:pt x="0" y="929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83B3B"/>
                      </a:gs>
                      <a:gs pos="100000">
                        <a:srgbClr val="161717"/>
                      </a:gs>
                    </a:gsLst>
                    <a:lin ang="0" scaled="0"/>
                  </a:gradFill>
                  <a:ln w="7600" cap="flat">
                    <a:noFill/>
                    <a:miter lim="800000"/>
                  </a:ln>
                </p:spPr>
              </p:sp>
            </p:grpSp>
          </p:grpSp>
          <p:grpSp>
            <p:nvGrpSpPr>
              <p:cNvPr id="621" name="组合 620"/>
              <p:cNvGrpSpPr/>
              <p:nvPr/>
            </p:nvGrpSpPr>
            <p:grpSpPr>
              <a:xfrm>
                <a:off x="4974179" y="4730712"/>
                <a:ext cx="344397" cy="11660"/>
                <a:chOff x="4974179" y="4730712"/>
                <a:chExt cx="344397" cy="11660"/>
              </a:xfrm>
            </p:grpSpPr>
            <p:sp>
              <p:nvSpPr>
                <p:cNvPr id="716" name="任意多边形 715"/>
                <p:cNvSpPr/>
                <p:nvPr/>
              </p:nvSpPr>
              <p:spPr>
                <a:xfrm>
                  <a:off x="4974108" y="4731106"/>
                  <a:ext cx="57092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7092" h="11417">
                      <a:moveTo>
                        <a:pt x="68" y="10645"/>
                      </a:moveTo>
                      <a:lnTo>
                        <a:pt x="56985" y="11345"/>
                      </a:lnTo>
                      <a:lnTo>
                        <a:pt x="49166" y="-44"/>
                      </a:lnTo>
                      <a:lnTo>
                        <a:pt x="3541" y="199"/>
                      </a:lnTo>
                      <a:lnTo>
                        <a:pt x="68" y="1064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7" name="任意多边形 716"/>
                <p:cNvSpPr/>
                <p:nvPr/>
              </p:nvSpPr>
              <p:spPr>
                <a:xfrm>
                  <a:off x="5023425" y="4730929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8" name="任意多边形 717"/>
                <p:cNvSpPr/>
                <p:nvPr/>
              </p:nvSpPr>
              <p:spPr>
                <a:xfrm>
                  <a:off x="5046777" y="4730929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9" name="任意多边形 718"/>
                <p:cNvSpPr/>
                <p:nvPr/>
              </p:nvSpPr>
              <p:spPr>
                <a:xfrm>
                  <a:off x="5070910" y="4730821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0" name="任意多边形 719"/>
                <p:cNvSpPr/>
                <p:nvPr/>
              </p:nvSpPr>
              <p:spPr>
                <a:xfrm>
                  <a:off x="5093532" y="4730821"/>
                  <a:ext cx="28521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521" h="11417">
                      <a:moveTo>
                        <a:pt x="95" y="11417"/>
                      </a:moveTo>
                      <a:lnTo>
                        <a:pt x="28613" y="11311"/>
                      </a:lnTo>
                      <a:lnTo>
                        <a:pt x="22381" y="0"/>
                      </a:lnTo>
                      <a:lnTo>
                        <a:pt x="5885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1" name="任意多边形 720"/>
                <p:cNvSpPr/>
                <p:nvPr/>
              </p:nvSpPr>
              <p:spPr>
                <a:xfrm>
                  <a:off x="5115866" y="4730821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2" name="任意多边形 721"/>
                <p:cNvSpPr/>
                <p:nvPr/>
              </p:nvSpPr>
              <p:spPr>
                <a:xfrm>
                  <a:off x="5139217" y="4730821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3" name="任意多边形 722"/>
                <p:cNvSpPr/>
                <p:nvPr/>
              </p:nvSpPr>
              <p:spPr>
                <a:xfrm>
                  <a:off x="5162864" y="4731149"/>
                  <a:ext cx="290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034" h="11417">
                      <a:moveTo>
                        <a:pt x="96" y="11417"/>
                      </a:moveTo>
                      <a:lnTo>
                        <a:pt x="29128" y="11311"/>
                      </a:lnTo>
                      <a:lnTo>
                        <a:pt x="22784" y="0"/>
                      </a:lnTo>
                      <a:lnTo>
                        <a:pt x="5991" y="0"/>
                      </a:lnTo>
                      <a:lnTo>
                        <a:pt x="96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4" name="任意多边形 723"/>
                <p:cNvSpPr/>
                <p:nvPr/>
              </p:nvSpPr>
              <p:spPr>
                <a:xfrm>
                  <a:off x="5185485" y="4731149"/>
                  <a:ext cx="28521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521" h="11417">
                      <a:moveTo>
                        <a:pt x="95" y="11417"/>
                      </a:moveTo>
                      <a:lnTo>
                        <a:pt x="28613" y="11311"/>
                      </a:lnTo>
                      <a:lnTo>
                        <a:pt x="22381" y="0"/>
                      </a:lnTo>
                      <a:lnTo>
                        <a:pt x="5885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5" name="任意多边形 724"/>
                <p:cNvSpPr/>
                <p:nvPr/>
              </p:nvSpPr>
              <p:spPr>
                <a:xfrm>
                  <a:off x="5208684" y="4731158"/>
                  <a:ext cx="2873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734" h="11417">
                      <a:moveTo>
                        <a:pt x="95" y="11417"/>
                      </a:moveTo>
                      <a:lnTo>
                        <a:pt x="28826" y="11311"/>
                      </a:lnTo>
                      <a:lnTo>
                        <a:pt x="22548" y="0"/>
                      </a:lnTo>
                      <a:lnTo>
                        <a:pt x="5929" y="0"/>
                      </a:lnTo>
                      <a:lnTo>
                        <a:pt x="9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6" name="任意多边形 725"/>
                <p:cNvSpPr/>
                <p:nvPr/>
              </p:nvSpPr>
              <p:spPr>
                <a:xfrm>
                  <a:off x="5231306" y="4731158"/>
                  <a:ext cx="2729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296" h="11417">
                      <a:moveTo>
                        <a:pt x="91" y="11417"/>
                      </a:moveTo>
                      <a:lnTo>
                        <a:pt x="27384" y="11311"/>
                      </a:lnTo>
                      <a:lnTo>
                        <a:pt x="21420" y="0"/>
                      </a:lnTo>
                      <a:lnTo>
                        <a:pt x="5633" y="0"/>
                      </a:lnTo>
                      <a:lnTo>
                        <a:pt x="9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27" name="任意多边形 726"/>
                <p:cNvSpPr/>
                <p:nvPr/>
              </p:nvSpPr>
              <p:spPr>
                <a:xfrm>
                  <a:off x="5252743" y="4730929"/>
                  <a:ext cx="65632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632" h="11417">
                      <a:moveTo>
                        <a:pt x="0" y="11417"/>
                      </a:moveTo>
                      <a:lnTo>
                        <a:pt x="65727" y="11311"/>
                      </a:lnTo>
                      <a:lnTo>
                        <a:pt x="64046" y="5460"/>
                      </a:lnTo>
                      <a:lnTo>
                        <a:pt x="61118" y="-107"/>
                      </a:lnTo>
                      <a:lnTo>
                        <a:pt x="6954" y="136"/>
                      </a:lnTo>
                      <a:lnTo>
                        <a:pt x="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22" name="组合 621"/>
              <p:cNvGrpSpPr/>
              <p:nvPr/>
            </p:nvGrpSpPr>
            <p:grpSpPr>
              <a:xfrm>
                <a:off x="4973745" y="4732444"/>
                <a:ext cx="343528" cy="9501"/>
                <a:chOff x="4973745" y="4732444"/>
                <a:chExt cx="343528" cy="9501"/>
              </a:xfrm>
            </p:grpSpPr>
            <p:sp>
              <p:nvSpPr>
                <p:cNvPr id="704" name="任意多边形 703"/>
                <p:cNvSpPr/>
                <p:nvPr/>
              </p:nvSpPr>
              <p:spPr>
                <a:xfrm>
                  <a:off x="5026914" y="4732620"/>
                  <a:ext cx="22278" cy="92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78" h="9297">
                      <a:moveTo>
                        <a:pt x="0" y="9297"/>
                      </a:moveTo>
                      <a:lnTo>
                        <a:pt x="22278" y="9297"/>
                      </a:lnTo>
                      <a:lnTo>
                        <a:pt x="20004" y="0"/>
                      </a:lnTo>
                      <a:lnTo>
                        <a:pt x="2728" y="0"/>
                      </a:lnTo>
                      <a:lnTo>
                        <a:pt x="0" y="929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5" name="任意多边形 704"/>
                <p:cNvSpPr/>
                <p:nvPr/>
              </p:nvSpPr>
              <p:spPr>
                <a:xfrm>
                  <a:off x="4974180" y="4732651"/>
                  <a:ext cx="52735" cy="933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735" h="9338">
                      <a:moveTo>
                        <a:pt x="-223" y="9405"/>
                      </a:moveTo>
                      <a:lnTo>
                        <a:pt x="52735" y="9282"/>
                      </a:lnTo>
                      <a:lnTo>
                        <a:pt x="48640" y="-14"/>
                      </a:lnTo>
                      <a:lnTo>
                        <a:pt x="4669" y="108"/>
                      </a:lnTo>
                      <a:lnTo>
                        <a:pt x="-223" y="940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6" name="任意多边形 705"/>
                <p:cNvSpPr/>
                <p:nvPr/>
              </p:nvSpPr>
              <p:spPr>
                <a:xfrm>
                  <a:off x="5050643" y="4732675"/>
                  <a:ext cx="22446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6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7" name="任意多边形 706"/>
                <p:cNvSpPr/>
                <p:nvPr/>
              </p:nvSpPr>
              <p:spPr>
                <a:xfrm>
                  <a:off x="5074149" y="4732702"/>
                  <a:ext cx="22278" cy="92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78" h="9297">
                      <a:moveTo>
                        <a:pt x="0" y="9297"/>
                      </a:moveTo>
                      <a:lnTo>
                        <a:pt x="22278" y="9297"/>
                      </a:lnTo>
                      <a:lnTo>
                        <a:pt x="20004" y="0"/>
                      </a:lnTo>
                      <a:lnTo>
                        <a:pt x="2728" y="0"/>
                      </a:lnTo>
                      <a:lnTo>
                        <a:pt x="0" y="929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8" name="任意多边形 707"/>
                <p:cNvSpPr/>
                <p:nvPr/>
              </p:nvSpPr>
              <p:spPr>
                <a:xfrm>
                  <a:off x="5096915" y="4732735"/>
                  <a:ext cx="22446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6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9" name="任意多边形 708"/>
                <p:cNvSpPr/>
                <p:nvPr/>
              </p:nvSpPr>
              <p:spPr>
                <a:xfrm>
                  <a:off x="5119398" y="4732702"/>
                  <a:ext cx="22278" cy="92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78" h="9297">
                      <a:moveTo>
                        <a:pt x="0" y="9297"/>
                      </a:moveTo>
                      <a:lnTo>
                        <a:pt x="22278" y="9297"/>
                      </a:lnTo>
                      <a:lnTo>
                        <a:pt x="20004" y="0"/>
                      </a:lnTo>
                      <a:lnTo>
                        <a:pt x="2728" y="0"/>
                      </a:lnTo>
                      <a:lnTo>
                        <a:pt x="0" y="929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0" name="任意多边形 709"/>
                <p:cNvSpPr/>
                <p:nvPr/>
              </p:nvSpPr>
              <p:spPr>
                <a:xfrm>
                  <a:off x="5143126" y="4732761"/>
                  <a:ext cx="22446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6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1" name="任意多边形 710"/>
                <p:cNvSpPr/>
                <p:nvPr/>
              </p:nvSpPr>
              <p:spPr>
                <a:xfrm>
                  <a:off x="5165901" y="4732544"/>
                  <a:ext cx="22202" cy="94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02" h="9474">
                      <a:moveTo>
                        <a:pt x="0" y="9538"/>
                      </a:moveTo>
                      <a:lnTo>
                        <a:pt x="22277" y="9538"/>
                      </a:lnTo>
                      <a:lnTo>
                        <a:pt x="18401" y="34"/>
                      </a:lnTo>
                      <a:lnTo>
                        <a:pt x="2727" y="242"/>
                      </a:lnTo>
                      <a:lnTo>
                        <a:pt x="0" y="95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2" name="任意多边形 711"/>
                <p:cNvSpPr/>
                <p:nvPr/>
              </p:nvSpPr>
              <p:spPr>
                <a:xfrm>
                  <a:off x="5188421" y="4732817"/>
                  <a:ext cx="22446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6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3" name="任意多边形 712"/>
                <p:cNvSpPr/>
                <p:nvPr/>
              </p:nvSpPr>
              <p:spPr>
                <a:xfrm>
                  <a:off x="5211877" y="4732199"/>
                  <a:ext cx="22202" cy="947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02" h="9474">
                      <a:moveTo>
                        <a:pt x="0" y="9538"/>
                      </a:moveTo>
                      <a:lnTo>
                        <a:pt x="22277" y="9538"/>
                      </a:lnTo>
                      <a:lnTo>
                        <a:pt x="18401" y="34"/>
                      </a:lnTo>
                      <a:lnTo>
                        <a:pt x="2727" y="242"/>
                      </a:lnTo>
                      <a:lnTo>
                        <a:pt x="0" y="95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4" name="任意多边形 713"/>
                <p:cNvSpPr/>
                <p:nvPr/>
              </p:nvSpPr>
              <p:spPr>
                <a:xfrm>
                  <a:off x="5234397" y="4732471"/>
                  <a:ext cx="22446" cy="923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446" h="9231">
                      <a:moveTo>
                        <a:pt x="0" y="9295"/>
                      </a:moveTo>
                      <a:lnTo>
                        <a:pt x="22404" y="9295"/>
                      </a:lnTo>
                      <a:lnTo>
                        <a:pt x="19060" y="0"/>
                      </a:lnTo>
                      <a:lnTo>
                        <a:pt x="2599" y="0"/>
                      </a:lnTo>
                      <a:lnTo>
                        <a:pt x="0" y="929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15" name="任意多边形 714"/>
                <p:cNvSpPr/>
                <p:nvPr/>
              </p:nvSpPr>
              <p:spPr>
                <a:xfrm>
                  <a:off x="5255252" y="4732310"/>
                  <a:ext cx="62216" cy="9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2216" h="9717">
                      <a:moveTo>
                        <a:pt x="0" y="9648"/>
                      </a:moveTo>
                      <a:lnTo>
                        <a:pt x="62216" y="9525"/>
                      </a:lnTo>
                      <a:lnTo>
                        <a:pt x="58361" y="-27"/>
                      </a:lnTo>
                      <a:lnTo>
                        <a:pt x="4441" y="459"/>
                      </a:lnTo>
                      <a:lnTo>
                        <a:pt x="0" y="96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23" name="组合 622"/>
              <p:cNvGrpSpPr/>
              <p:nvPr/>
            </p:nvGrpSpPr>
            <p:grpSpPr>
              <a:xfrm>
                <a:off x="4972443" y="4736762"/>
                <a:ext cx="346563" cy="11660"/>
                <a:chOff x="4972443" y="4736762"/>
                <a:chExt cx="346563" cy="11660"/>
              </a:xfrm>
            </p:grpSpPr>
            <p:sp>
              <p:nvSpPr>
                <p:cNvPr id="696" name="任意多边形 695"/>
                <p:cNvSpPr/>
                <p:nvPr/>
              </p:nvSpPr>
              <p:spPr>
                <a:xfrm>
                  <a:off x="5005854" y="4736793"/>
                  <a:ext cx="32531" cy="114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531" h="11460">
                      <a:moveTo>
                        <a:pt x="-148" y="11407"/>
                      </a:moveTo>
                      <a:lnTo>
                        <a:pt x="32383" y="11405"/>
                      </a:lnTo>
                      <a:lnTo>
                        <a:pt x="27724" y="0"/>
                      </a:lnTo>
                      <a:lnTo>
                        <a:pt x="5747" y="0"/>
                      </a:lnTo>
                      <a:lnTo>
                        <a:pt x="-148" y="11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7" name="任意多边形 696"/>
                <p:cNvSpPr/>
                <p:nvPr/>
              </p:nvSpPr>
              <p:spPr>
                <a:xfrm>
                  <a:off x="4972447" y="4736970"/>
                  <a:ext cx="38061" cy="1127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61" h="11278">
                      <a:moveTo>
                        <a:pt x="100" y="11278"/>
                      </a:moveTo>
                      <a:lnTo>
                        <a:pt x="38140" y="11346"/>
                      </a:lnTo>
                      <a:lnTo>
                        <a:pt x="31603" y="-18"/>
                      </a:lnTo>
                      <a:lnTo>
                        <a:pt x="3254" y="130"/>
                      </a:lnTo>
                      <a:lnTo>
                        <a:pt x="100" y="1127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8" name="任意多边形 697"/>
                <p:cNvSpPr/>
                <p:nvPr/>
              </p:nvSpPr>
              <p:spPr>
                <a:xfrm>
                  <a:off x="5034447" y="4736790"/>
                  <a:ext cx="34401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401" h="11346">
                      <a:moveTo>
                        <a:pt x="96" y="11408"/>
                      </a:moveTo>
                      <a:lnTo>
                        <a:pt x="34450" y="11408"/>
                      </a:lnTo>
                      <a:lnTo>
                        <a:pt x="27968" y="0"/>
                      </a:lnTo>
                      <a:lnTo>
                        <a:pt x="5991" y="0"/>
                      </a:lnTo>
                      <a:lnTo>
                        <a:pt x="96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9" name="任意多边形 698"/>
                <p:cNvSpPr/>
                <p:nvPr/>
              </p:nvSpPr>
              <p:spPr>
                <a:xfrm>
                  <a:off x="5062530" y="4736789"/>
                  <a:ext cx="140046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0046" h="11417">
                      <a:moveTo>
                        <a:pt x="0" y="11281"/>
                      </a:moveTo>
                      <a:lnTo>
                        <a:pt x="140046" y="11417"/>
                      </a:lnTo>
                      <a:lnTo>
                        <a:pt x="130799" y="107"/>
                      </a:lnTo>
                      <a:lnTo>
                        <a:pt x="7832" y="107"/>
                      </a:lnTo>
                      <a:lnTo>
                        <a:pt x="0" y="1128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0" name="任意多边形 699"/>
                <p:cNvSpPr/>
                <p:nvPr/>
              </p:nvSpPr>
              <p:spPr>
                <a:xfrm>
                  <a:off x="5196246" y="4736880"/>
                  <a:ext cx="32531" cy="114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531" h="11460">
                      <a:moveTo>
                        <a:pt x="-148" y="11407"/>
                      </a:moveTo>
                      <a:lnTo>
                        <a:pt x="32383" y="11405"/>
                      </a:lnTo>
                      <a:lnTo>
                        <a:pt x="27724" y="0"/>
                      </a:lnTo>
                      <a:lnTo>
                        <a:pt x="5747" y="0"/>
                      </a:lnTo>
                      <a:lnTo>
                        <a:pt x="-148" y="11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1" name="任意多边形 700"/>
                <p:cNvSpPr/>
                <p:nvPr/>
              </p:nvSpPr>
              <p:spPr>
                <a:xfrm>
                  <a:off x="5224114" y="4736790"/>
                  <a:ext cx="34401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401" h="11346">
                      <a:moveTo>
                        <a:pt x="96" y="11408"/>
                      </a:moveTo>
                      <a:lnTo>
                        <a:pt x="34450" y="11408"/>
                      </a:lnTo>
                      <a:lnTo>
                        <a:pt x="27968" y="0"/>
                      </a:lnTo>
                      <a:lnTo>
                        <a:pt x="5991" y="0"/>
                      </a:lnTo>
                      <a:lnTo>
                        <a:pt x="96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2" name="任意多边形 701"/>
                <p:cNvSpPr/>
                <p:nvPr/>
              </p:nvSpPr>
              <p:spPr>
                <a:xfrm>
                  <a:off x="5253254" y="4736732"/>
                  <a:ext cx="32531" cy="114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531" h="11460">
                      <a:moveTo>
                        <a:pt x="-148" y="11407"/>
                      </a:moveTo>
                      <a:lnTo>
                        <a:pt x="32383" y="11405"/>
                      </a:lnTo>
                      <a:lnTo>
                        <a:pt x="27724" y="0"/>
                      </a:lnTo>
                      <a:lnTo>
                        <a:pt x="5747" y="0"/>
                      </a:lnTo>
                      <a:lnTo>
                        <a:pt x="-148" y="11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703" name="任意多边形 702"/>
                <p:cNvSpPr/>
                <p:nvPr/>
              </p:nvSpPr>
              <p:spPr>
                <a:xfrm>
                  <a:off x="5279754" y="4736790"/>
                  <a:ext cx="39362" cy="1133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362" h="11336">
                      <a:moveTo>
                        <a:pt x="111" y="11407"/>
                      </a:moveTo>
                      <a:lnTo>
                        <a:pt x="39417" y="11406"/>
                      </a:lnTo>
                      <a:lnTo>
                        <a:pt x="35241" y="0"/>
                      </a:lnTo>
                      <a:lnTo>
                        <a:pt x="6856" y="0"/>
                      </a:lnTo>
                      <a:lnTo>
                        <a:pt x="111" y="114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sp>
            <p:nvSpPr>
              <p:cNvPr id="624" name="任意多边形 623"/>
              <p:cNvSpPr/>
              <p:nvPr/>
            </p:nvSpPr>
            <p:spPr>
              <a:xfrm>
                <a:off x="5350945" y="4730712"/>
                <a:ext cx="25130" cy="11660"/>
              </a:xfrm>
              <a:custGeom>
                <a:avLst/>
                <a:gdLst/>
                <a:ahLst/>
                <a:cxnLst/>
                <a:rect l="0" t="0" r="0" b="0"/>
                <a:pathLst>
                  <a:path w="25130" h="11660">
                    <a:moveTo>
                      <a:pt x="341" y="11417"/>
                    </a:moveTo>
                    <a:lnTo>
                      <a:pt x="25191" y="11697"/>
                    </a:lnTo>
                    <a:lnTo>
                      <a:pt x="18604" y="36"/>
                    </a:lnTo>
                    <a:lnTo>
                      <a:pt x="2257" y="36"/>
                    </a:lnTo>
                    <a:lnTo>
                      <a:pt x="61" y="5624"/>
                    </a:lnTo>
                    <a:lnTo>
                      <a:pt x="341" y="11417"/>
                    </a:lnTo>
                    <a:close/>
                  </a:path>
                </a:pathLst>
              </a:custGeom>
              <a:gradFill>
                <a:gsLst>
                  <a:gs pos="0">
                    <a:srgbClr val="E1ECEE"/>
                  </a:gs>
                  <a:gs pos="100000">
                    <a:srgbClr val="262626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625" name="任意多边形 624"/>
              <p:cNvSpPr/>
              <p:nvPr/>
            </p:nvSpPr>
            <p:spPr>
              <a:xfrm>
                <a:off x="5351640" y="4733057"/>
                <a:ext cx="21581" cy="8061"/>
              </a:xfrm>
              <a:custGeom>
                <a:avLst/>
                <a:gdLst/>
                <a:ahLst/>
                <a:cxnLst/>
                <a:rect l="0" t="0" r="0" b="0"/>
                <a:pathLst>
                  <a:path w="21581" h="8061">
                    <a:moveTo>
                      <a:pt x="0" y="8061"/>
                    </a:moveTo>
                    <a:lnTo>
                      <a:pt x="21581" y="8061"/>
                    </a:lnTo>
                    <a:lnTo>
                      <a:pt x="19379" y="0"/>
                    </a:lnTo>
                    <a:lnTo>
                      <a:pt x="2643" y="0"/>
                    </a:lnTo>
                    <a:lnTo>
                      <a:pt x="0" y="8061"/>
                    </a:lnTo>
                    <a:close/>
                  </a:path>
                </a:pathLst>
              </a:custGeom>
              <a:gradFill>
                <a:gsLst>
                  <a:gs pos="0">
                    <a:srgbClr val="383B3B"/>
                  </a:gs>
                  <a:gs pos="100000">
                    <a:srgbClr val="161717"/>
                  </a:gs>
                </a:gsLst>
                <a:lin ang="0" scaled="0"/>
              </a:gradFill>
              <a:ln w="7600" cap="flat">
                <a:noFill/>
                <a:miter lim="800000"/>
              </a:ln>
            </p:spPr>
          </p:sp>
          <p:grpSp>
            <p:nvGrpSpPr>
              <p:cNvPr id="626" name="组合 625"/>
              <p:cNvGrpSpPr/>
              <p:nvPr/>
            </p:nvGrpSpPr>
            <p:grpSpPr>
              <a:xfrm>
                <a:off x="5329230" y="4736647"/>
                <a:ext cx="68560" cy="11660"/>
                <a:chOff x="5329230" y="4736647"/>
                <a:chExt cx="68560" cy="11660"/>
              </a:xfrm>
            </p:grpSpPr>
            <p:sp>
              <p:nvSpPr>
                <p:cNvPr id="693" name="任意多边形 692"/>
                <p:cNvSpPr/>
                <p:nvPr/>
              </p:nvSpPr>
              <p:spPr>
                <a:xfrm>
                  <a:off x="5329169" y="4736611"/>
                  <a:ext cx="25131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131" h="11660">
                      <a:moveTo>
                        <a:pt x="341" y="11417"/>
                      </a:moveTo>
                      <a:lnTo>
                        <a:pt x="25191" y="11697"/>
                      </a:lnTo>
                      <a:lnTo>
                        <a:pt x="18604" y="36"/>
                      </a:lnTo>
                      <a:lnTo>
                        <a:pt x="2257" y="36"/>
                      </a:lnTo>
                      <a:lnTo>
                        <a:pt x="61" y="5624"/>
                      </a:lnTo>
                      <a:lnTo>
                        <a:pt x="34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4" name="任意多边形 693"/>
                <p:cNvSpPr/>
                <p:nvPr/>
              </p:nvSpPr>
              <p:spPr>
                <a:xfrm>
                  <a:off x="5349213" y="4736911"/>
                  <a:ext cx="27851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851" h="11346">
                      <a:moveTo>
                        <a:pt x="78" y="11408"/>
                      </a:moveTo>
                      <a:lnTo>
                        <a:pt x="27891" y="11408"/>
                      </a:lnTo>
                      <a:lnTo>
                        <a:pt x="22643" y="0"/>
                      </a:lnTo>
                      <a:lnTo>
                        <a:pt x="4851" y="0"/>
                      </a:lnTo>
                      <a:lnTo>
                        <a:pt x="78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5" name="任意多边形 694"/>
                <p:cNvSpPr/>
                <p:nvPr/>
              </p:nvSpPr>
              <p:spPr>
                <a:xfrm>
                  <a:off x="5372323" y="4736953"/>
                  <a:ext cx="2537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374" h="11417">
                      <a:moveTo>
                        <a:pt x="-103" y="11417"/>
                      </a:moveTo>
                      <a:lnTo>
                        <a:pt x="25467" y="11405"/>
                      </a:lnTo>
                      <a:lnTo>
                        <a:pt x="23271" y="3639"/>
                      </a:lnTo>
                      <a:lnTo>
                        <a:pt x="19566" y="0"/>
                      </a:lnTo>
                      <a:lnTo>
                        <a:pt x="4057" y="0"/>
                      </a:lnTo>
                      <a:lnTo>
                        <a:pt x="-103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27" name="组合 626"/>
              <p:cNvGrpSpPr/>
              <p:nvPr/>
            </p:nvGrpSpPr>
            <p:grpSpPr>
              <a:xfrm>
                <a:off x="5323488" y="4715849"/>
                <a:ext cx="69112" cy="11660"/>
                <a:chOff x="5323488" y="4715849"/>
                <a:chExt cx="69112" cy="11660"/>
              </a:xfrm>
            </p:grpSpPr>
            <p:sp>
              <p:nvSpPr>
                <p:cNvPr id="690" name="任意多边形 689"/>
                <p:cNvSpPr/>
                <p:nvPr/>
              </p:nvSpPr>
              <p:spPr>
                <a:xfrm>
                  <a:off x="5323436" y="4715723"/>
                  <a:ext cx="25343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343" h="11660">
                      <a:moveTo>
                        <a:pt x="344" y="11417"/>
                      </a:moveTo>
                      <a:lnTo>
                        <a:pt x="25404" y="11697"/>
                      </a:lnTo>
                      <a:lnTo>
                        <a:pt x="18761" y="36"/>
                      </a:lnTo>
                      <a:lnTo>
                        <a:pt x="2276" y="36"/>
                      </a:lnTo>
                      <a:lnTo>
                        <a:pt x="62" y="5624"/>
                      </a:lnTo>
                      <a:lnTo>
                        <a:pt x="344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1" name="任意多边形 690"/>
                <p:cNvSpPr/>
                <p:nvPr/>
              </p:nvSpPr>
              <p:spPr>
                <a:xfrm>
                  <a:off x="5343650" y="4716023"/>
                  <a:ext cx="28087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087" h="11346">
                      <a:moveTo>
                        <a:pt x="79" y="11408"/>
                      </a:moveTo>
                      <a:lnTo>
                        <a:pt x="28127" y="11408"/>
                      </a:lnTo>
                      <a:lnTo>
                        <a:pt x="22834" y="0"/>
                      </a:lnTo>
                      <a:lnTo>
                        <a:pt x="4892" y="0"/>
                      </a:lnTo>
                      <a:lnTo>
                        <a:pt x="79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92" name="任意多边形 691"/>
                <p:cNvSpPr/>
                <p:nvPr/>
              </p:nvSpPr>
              <p:spPr>
                <a:xfrm>
                  <a:off x="5366954" y="4716065"/>
                  <a:ext cx="25808" cy="11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808" h="11228">
                      <a:moveTo>
                        <a:pt x="-104" y="11418"/>
                      </a:moveTo>
                      <a:lnTo>
                        <a:pt x="25683" y="11406"/>
                      </a:lnTo>
                      <a:lnTo>
                        <a:pt x="19731" y="0"/>
                      </a:lnTo>
                      <a:lnTo>
                        <a:pt x="4091" y="0"/>
                      </a:lnTo>
                      <a:lnTo>
                        <a:pt x="-104" y="114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28" name="组合 627"/>
              <p:cNvGrpSpPr/>
              <p:nvPr/>
            </p:nvGrpSpPr>
            <p:grpSpPr>
              <a:xfrm>
                <a:off x="5323455" y="4718359"/>
                <a:ext cx="67130" cy="8097"/>
                <a:chOff x="5323455" y="4718359"/>
                <a:chExt cx="67130" cy="8097"/>
              </a:xfrm>
            </p:grpSpPr>
            <p:sp>
              <p:nvSpPr>
                <p:cNvPr id="687" name="任意多边形 686"/>
                <p:cNvSpPr/>
                <p:nvPr/>
              </p:nvSpPr>
              <p:spPr>
                <a:xfrm>
                  <a:off x="5323313" y="4718410"/>
                  <a:ext cx="22889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889" h="8061">
                      <a:moveTo>
                        <a:pt x="0" y="8061"/>
                      </a:moveTo>
                      <a:lnTo>
                        <a:pt x="22889" y="8061"/>
                      </a:lnTo>
                      <a:lnTo>
                        <a:pt x="20554" y="0"/>
                      </a:lnTo>
                      <a:lnTo>
                        <a:pt x="280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8" name="任意多边形 687"/>
                <p:cNvSpPr/>
                <p:nvPr/>
              </p:nvSpPr>
              <p:spPr>
                <a:xfrm>
                  <a:off x="5346269" y="4718458"/>
                  <a:ext cx="21411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411" h="8061">
                      <a:moveTo>
                        <a:pt x="0" y="8061"/>
                      </a:moveTo>
                      <a:lnTo>
                        <a:pt x="21411" y="8061"/>
                      </a:lnTo>
                      <a:lnTo>
                        <a:pt x="19226" y="0"/>
                      </a:lnTo>
                      <a:lnTo>
                        <a:pt x="2622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9" name="任意多边形 688"/>
                <p:cNvSpPr/>
                <p:nvPr/>
              </p:nvSpPr>
              <p:spPr>
                <a:xfrm>
                  <a:off x="5367722" y="4718410"/>
                  <a:ext cx="22889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889" h="8061">
                      <a:moveTo>
                        <a:pt x="0" y="8061"/>
                      </a:moveTo>
                      <a:lnTo>
                        <a:pt x="22889" y="8061"/>
                      </a:lnTo>
                      <a:lnTo>
                        <a:pt x="20554" y="0"/>
                      </a:lnTo>
                      <a:lnTo>
                        <a:pt x="280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29" name="组合 628"/>
              <p:cNvGrpSpPr/>
              <p:nvPr/>
            </p:nvGrpSpPr>
            <p:grpSpPr>
              <a:xfrm>
                <a:off x="5323513" y="4719971"/>
                <a:ext cx="68560" cy="11660"/>
                <a:chOff x="5323513" y="4719971"/>
                <a:chExt cx="68560" cy="11660"/>
              </a:xfrm>
            </p:grpSpPr>
            <p:sp>
              <p:nvSpPr>
                <p:cNvPr id="684" name="任意多边形 683"/>
                <p:cNvSpPr/>
                <p:nvPr/>
              </p:nvSpPr>
              <p:spPr>
                <a:xfrm>
                  <a:off x="5323452" y="4719935"/>
                  <a:ext cx="25131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131" h="11660">
                      <a:moveTo>
                        <a:pt x="341" y="11417"/>
                      </a:moveTo>
                      <a:lnTo>
                        <a:pt x="25191" y="11697"/>
                      </a:lnTo>
                      <a:lnTo>
                        <a:pt x="18604" y="36"/>
                      </a:lnTo>
                      <a:lnTo>
                        <a:pt x="2257" y="36"/>
                      </a:lnTo>
                      <a:lnTo>
                        <a:pt x="61" y="5624"/>
                      </a:lnTo>
                      <a:lnTo>
                        <a:pt x="341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5" name="任意多边形 684"/>
                <p:cNvSpPr/>
                <p:nvPr/>
              </p:nvSpPr>
              <p:spPr>
                <a:xfrm>
                  <a:off x="5343497" y="4720235"/>
                  <a:ext cx="27851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851" h="11346">
                      <a:moveTo>
                        <a:pt x="78" y="11408"/>
                      </a:moveTo>
                      <a:lnTo>
                        <a:pt x="27891" y="11408"/>
                      </a:lnTo>
                      <a:lnTo>
                        <a:pt x="22643" y="0"/>
                      </a:lnTo>
                      <a:lnTo>
                        <a:pt x="4851" y="0"/>
                      </a:lnTo>
                      <a:lnTo>
                        <a:pt x="78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6" name="任意多边形 685"/>
                <p:cNvSpPr/>
                <p:nvPr/>
              </p:nvSpPr>
              <p:spPr>
                <a:xfrm>
                  <a:off x="5366606" y="4720277"/>
                  <a:ext cx="25374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374" h="11417">
                      <a:moveTo>
                        <a:pt x="-103" y="11417"/>
                      </a:moveTo>
                      <a:lnTo>
                        <a:pt x="25467" y="11405"/>
                      </a:lnTo>
                      <a:lnTo>
                        <a:pt x="23271" y="3639"/>
                      </a:lnTo>
                      <a:lnTo>
                        <a:pt x="19566" y="0"/>
                      </a:lnTo>
                      <a:lnTo>
                        <a:pt x="4057" y="0"/>
                      </a:lnTo>
                      <a:lnTo>
                        <a:pt x="-103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0" name="组合 629"/>
              <p:cNvGrpSpPr/>
              <p:nvPr/>
            </p:nvGrpSpPr>
            <p:grpSpPr>
              <a:xfrm>
                <a:off x="5324104" y="4723373"/>
                <a:ext cx="67665" cy="8097"/>
                <a:chOff x="5324104" y="4723373"/>
                <a:chExt cx="67665" cy="8097"/>
              </a:xfrm>
            </p:grpSpPr>
            <p:sp>
              <p:nvSpPr>
                <p:cNvPr id="681" name="任意多边形 680"/>
                <p:cNvSpPr/>
                <p:nvPr/>
              </p:nvSpPr>
              <p:spPr>
                <a:xfrm>
                  <a:off x="5323960" y="4723423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2" name="任意多边形 681"/>
                <p:cNvSpPr/>
                <p:nvPr/>
              </p:nvSpPr>
              <p:spPr>
                <a:xfrm>
                  <a:off x="5347100" y="4723471"/>
                  <a:ext cx="2158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2" h="8061">
                      <a:moveTo>
                        <a:pt x="0" y="8061"/>
                      </a:moveTo>
                      <a:lnTo>
                        <a:pt x="21582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3" name="任意多边形 682"/>
                <p:cNvSpPr/>
                <p:nvPr/>
              </p:nvSpPr>
              <p:spPr>
                <a:xfrm>
                  <a:off x="5368723" y="4723423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1" name="组合 630"/>
              <p:cNvGrpSpPr/>
              <p:nvPr/>
            </p:nvGrpSpPr>
            <p:grpSpPr>
              <a:xfrm>
                <a:off x="5403642" y="4718185"/>
                <a:ext cx="84906" cy="8016"/>
                <a:chOff x="5403642" y="4718185"/>
                <a:chExt cx="84906" cy="8016"/>
              </a:xfrm>
            </p:grpSpPr>
            <p:sp>
              <p:nvSpPr>
                <p:cNvPr id="677" name="任意多边形 676"/>
                <p:cNvSpPr/>
                <p:nvPr/>
              </p:nvSpPr>
              <p:spPr>
                <a:xfrm>
                  <a:off x="5403544" y="4718174"/>
                  <a:ext cx="21827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827" h="8061">
                      <a:moveTo>
                        <a:pt x="0" y="8061"/>
                      </a:moveTo>
                      <a:lnTo>
                        <a:pt x="21827" y="8061"/>
                      </a:lnTo>
                      <a:lnTo>
                        <a:pt x="19600" y="0"/>
                      </a:lnTo>
                      <a:lnTo>
                        <a:pt x="267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8" name="任意多边形 677"/>
                <p:cNvSpPr/>
                <p:nvPr/>
              </p:nvSpPr>
              <p:spPr>
                <a:xfrm>
                  <a:off x="5425922" y="4718223"/>
                  <a:ext cx="20417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417" h="8061">
                      <a:moveTo>
                        <a:pt x="0" y="8061"/>
                      </a:moveTo>
                      <a:lnTo>
                        <a:pt x="20417" y="8061"/>
                      </a:lnTo>
                      <a:lnTo>
                        <a:pt x="18334" y="0"/>
                      </a:lnTo>
                      <a:lnTo>
                        <a:pt x="250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9" name="任意多边形 678"/>
                <p:cNvSpPr/>
                <p:nvPr/>
              </p:nvSpPr>
              <p:spPr>
                <a:xfrm>
                  <a:off x="5448818" y="4718175"/>
                  <a:ext cx="19031" cy="80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031" h="8016">
                      <a:moveTo>
                        <a:pt x="0" y="8061"/>
                      </a:moveTo>
                      <a:lnTo>
                        <a:pt x="18992" y="7783"/>
                      </a:lnTo>
                      <a:lnTo>
                        <a:pt x="15503" y="0"/>
                      </a:lnTo>
                      <a:lnTo>
                        <a:pt x="2114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80" name="任意多边形 679"/>
                <p:cNvSpPr/>
                <p:nvPr/>
              </p:nvSpPr>
              <p:spPr>
                <a:xfrm>
                  <a:off x="5468359" y="4718396"/>
                  <a:ext cx="20251" cy="80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251" h="8016">
                      <a:moveTo>
                        <a:pt x="61" y="7926"/>
                      </a:moveTo>
                      <a:lnTo>
                        <a:pt x="20212" y="7783"/>
                      </a:lnTo>
                      <a:lnTo>
                        <a:pt x="16723" y="0"/>
                      </a:lnTo>
                      <a:lnTo>
                        <a:pt x="3334" y="0"/>
                      </a:lnTo>
                      <a:lnTo>
                        <a:pt x="61" y="792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sp>
            <p:nvSpPr>
              <p:cNvPr id="632" name="任意多边形 631"/>
              <p:cNvSpPr/>
              <p:nvPr/>
            </p:nvSpPr>
            <p:spPr>
              <a:xfrm>
                <a:off x="5469538" y="4720521"/>
                <a:ext cx="27082" cy="16519"/>
              </a:xfrm>
              <a:custGeom>
                <a:avLst/>
                <a:gdLst/>
                <a:ahLst/>
                <a:cxnLst/>
                <a:rect l="0" t="0" r="0" b="0"/>
                <a:pathLst>
                  <a:path w="27082" h="16519">
                    <a:moveTo>
                      <a:pt x="67" y="16519"/>
                    </a:moveTo>
                    <a:lnTo>
                      <a:pt x="27082" y="15877"/>
                    </a:lnTo>
                    <a:lnTo>
                      <a:pt x="18518" y="87"/>
                    </a:lnTo>
                    <a:lnTo>
                      <a:pt x="4210" y="243"/>
                    </a:lnTo>
                    <a:lnTo>
                      <a:pt x="67" y="16519"/>
                    </a:lnTo>
                    <a:close/>
                  </a:path>
                </a:pathLst>
              </a:custGeom>
              <a:gradFill>
                <a:gsLst>
                  <a:gs pos="0">
                    <a:srgbClr val="E1ECEE"/>
                  </a:gs>
                  <a:gs pos="100000">
                    <a:srgbClr val="262626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sp>
            <p:nvSpPr>
              <p:cNvPr id="633" name="任意多边形 632"/>
              <p:cNvSpPr/>
              <p:nvPr/>
            </p:nvSpPr>
            <p:spPr>
              <a:xfrm>
                <a:off x="5474209" y="4728634"/>
                <a:ext cx="20400" cy="8061"/>
              </a:xfrm>
              <a:custGeom>
                <a:avLst/>
                <a:gdLst/>
                <a:ahLst/>
                <a:cxnLst/>
                <a:rect l="0" t="0" r="0" b="0"/>
                <a:pathLst>
                  <a:path w="20400" h="8061">
                    <a:moveTo>
                      <a:pt x="0" y="8061"/>
                    </a:moveTo>
                    <a:lnTo>
                      <a:pt x="20400" y="8061"/>
                    </a:lnTo>
                    <a:lnTo>
                      <a:pt x="18319" y="0"/>
                    </a:lnTo>
                    <a:lnTo>
                      <a:pt x="2498" y="0"/>
                    </a:lnTo>
                    <a:lnTo>
                      <a:pt x="0" y="8061"/>
                    </a:lnTo>
                    <a:close/>
                  </a:path>
                </a:pathLst>
              </a:custGeom>
              <a:gradFill>
                <a:gsLst>
                  <a:gs pos="0">
                    <a:srgbClr val="383B3B"/>
                  </a:gs>
                  <a:gs pos="100000">
                    <a:srgbClr val="161717"/>
                  </a:gs>
                </a:gsLst>
                <a:lin ang="0" scaled="0"/>
              </a:gradFill>
              <a:ln w="7600" cap="flat">
                <a:noFill/>
                <a:miter lim="800000"/>
              </a:ln>
            </p:spPr>
          </p:sp>
          <p:grpSp>
            <p:nvGrpSpPr>
              <p:cNvPr id="634" name="组合 633"/>
              <p:cNvGrpSpPr/>
              <p:nvPr/>
            </p:nvGrpSpPr>
            <p:grpSpPr>
              <a:xfrm>
                <a:off x="5403885" y="4720616"/>
                <a:ext cx="69291" cy="11660"/>
                <a:chOff x="5403885" y="4720616"/>
                <a:chExt cx="69291" cy="11660"/>
              </a:xfrm>
            </p:grpSpPr>
            <p:sp>
              <p:nvSpPr>
                <p:cNvPr id="674" name="任意多边形 673"/>
                <p:cNvSpPr/>
                <p:nvPr/>
              </p:nvSpPr>
              <p:spPr>
                <a:xfrm>
                  <a:off x="5403817" y="4720582"/>
                  <a:ext cx="26106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106" h="11660">
                      <a:moveTo>
                        <a:pt x="1560" y="11417"/>
                      </a:moveTo>
                      <a:lnTo>
                        <a:pt x="26224" y="11696"/>
                      </a:lnTo>
                      <a:lnTo>
                        <a:pt x="19686" y="36"/>
                      </a:lnTo>
                      <a:lnTo>
                        <a:pt x="3461" y="36"/>
                      </a:lnTo>
                      <a:lnTo>
                        <a:pt x="68" y="5864"/>
                      </a:lnTo>
                      <a:lnTo>
                        <a:pt x="156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5" name="任意多边形 674"/>
                <p:cNvSpPr/>
                <p:nvPr/>
              </p:nvSpPr>
              <p:spPr>
                <a:xfrm>
                  <a:off x="5424934" y="4720883"/>
                  <a:ext cx="27643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643" h="11346">
                      <a:moveTo>
                        <a:pt x="77" y="11408"/>
                      </a:moveTo>
                      <a:lnTo>
                        <a:pt x="27682" y="11408"/>
                      </a:lnTo>
                      <a:lnTo>
                        <a:pt x="22473" y="0"/>
                      </a:lnTo>
                      <a:lnTo>
                        <a:pt x="4814" y="0"/>
                      </a:lnTo>
                      <a:lnTo>
                        <a:pt x="77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6" name="任意多边形 675"/>
                <p:cNvSpPr/>
                <p:nvPr/>
              </p:nvSpPr>
              <p:spPr>
                <a:xfrm>
                  <a:off x="5447870" y="4720924"/>
                  <a:ext cx="25400" cy="11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400" h="11228">
                      <a:moveTo>
                        <a:pt x="-103" y="11418"/>
                      </a:moveTo>
                      <a:lnTo>
                        <a:pt x="25277" y="11406"/>
                      </a:lnTo>
                      <a:lnTo>
                        <a:pt x="19419" y="0"/>
                      </a:lnTo>
                      <a:lnTo>
                        <a:pt x="4026" y="0"/>
                      </a:lnTo>
                      <a:lnTo>
                        <a:pt x="-103" y="114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5" name="组合 634"/>
              <p:cNvGrpSpPr/>
              <p:nvPr/>
            </p:nvGrpSpPr>
            <p:grpSpPr>
              <a:xfrm>
                <a:off x="5405624" y="4723319"/>
                <a:ext cx="64412" cy="8097"/>
                <a:chOff x="5405624" y="4723319"/>
                <a:chExt cx="64412" cy="8097"/>
              </a:xfrm>
            </p:grpSpPr>
            <p:sp>
              <p:nvSpPr>
                <p:cNvPr id="671" name="任意多边形 670"/>
                <p:cNvSpPr/>
                <p:nvPr/>
              </p:nvSpPr>
              <p:spPr>
                <a:xfrm>
                  <a:off x="5405481" y="4723369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2" name="任意多边形 671"/>
                <p:cNvSpPr/>
                <p:nvPr/>
              </p:nvSpPr>
              <p:spPr>
                <a:xfrm>
                  <a:off x="5428621" y="4723418"/>
                  <a:ext cx="2158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2" h="8061">
                      <a:moveTo>
                        <a:pt x="0" y="8061"/>
                      </a:moveTo>
                      <a:lnTo>
                        <a:pt x="21582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3" name="任意多边形 672"/>
                <p:cNvSpPr/>
                <p:nvPr/>
              </p:nvSpPr>
              <p:spPr>
                <a:xfrm>
                  <a:off x="5450243" y="4723369"/>
                  <a:ext cx="19703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703" h="8061">
                      <a:moveTo>
                        <a:pt x="0" y="8061"/>
                      </a:moveTo>
                      <a:lnTo>
                        <a:pt x="19703" y="8061"/>
                      </a:lnTo>
                      <a:lnTo>
                        <a:pt x="17692" y="0"/>
                      </a:lnTo>
                      <a:lnTo>
                        <a:pt x="241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6" name="组合 635"/>
              <p:cNvGrpSpPr/>
              <p:nvPr/>
            </p:nvGrpSpPr>
            <p:grpSpPr>
              <a:xfrm>
                <a:off x="5405349" y="4725731"/>
                <a:ext cx="71107" cy="11903"/>
                <a:chOff x="5405349" y="4725731"/>
                <a:chExt cx="71107" cy="11903"/>
              </a:xfrm>
            </p:grpSpPr>
            <p:sp>
              <p:nvSpPr>
                <p:cNvPr id="668" name="任意多边形 667"/>
                <p:cNvSpPr/>
                <p:nvPr/>
              </p:nvSpPr>
              <p:spPr>
                <a:xfrm>
                  <a:off x="5405417" y="4725814"/>
                  <a:ext cx="26755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755" h="11660">
                      <a:moveTo>
                        <a:pt x="1312" y="11417"/>
                      </a:moveTo>
                      <a:lnTo>
                        <a:pt x="26702" y="11696"/>
                      </a:lnTo>
                      <a:lnTo>
                        <a:pt x="19972" y="36"/>
                      </a:lnTo>
                      <a:lnTo>
                        <a:pt x="3270" y="36"/>
                      </a:lnTo>
                      <a:lnTo>
                        <a:pt x="-68" y="6233"/>
                      </a:lnTo>
                      <a:lnTo>
                        <a:pt x="1312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9" name="任意多边形 668"/>
                <p:cNvSpPr/>
                <p:nvPr/>
              </p:nvSpPr>
              <p:spPr>
                <a:xfrm>
                  <a:off x="5426860" y="4726114"/>
                  <a:ext cx="28456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456" h="11346">
                      <a:moveTo>
                        <a:pt x="80" y="11408"/>
                      </a:moveTo>
                      <a:lnTo>
                        <a:pt x="28496" y="11408"/>
                      </a:lnTo>
                      <a:lnTo>
                        <a:pt x="23134" y="0"/>
                      </a:lnTo>
                      <a:lnTo>
                        <a:pt x="4956" y="0"/>
                      </a:lnTo>
                      <a:lnTo>
                        <a:pt x="80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70" name="任意多边形 669"/>
                <p:cNvSpPr/>
                <p:nvPr/>
              </p:nvSpPr>
              <p:spPr>
                <a:xfrm>
                  <a:off x="5450470" y="4726156"/>
                  <a:ext cx="26147" cy="11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147" h="11228">
                      <a:moveTo>
                        <a:pt x="-106" y="11418"/>
                      </a:moveTo>
                      <a:lnTo>
                        <a:pt x="26020" y="11406"/>
                      </a:lnTo>
                      <a:lnTo>
                        <a:pt x="19990" y="0"/>
                      </a:lnTo>
                      <a:lnTo>
                        <a:pt x="4145" y="0"/>
                      </a:lnTo>
                      <a:lnTo>
                        <a:pt x="-106" y="1141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7" name="组合 636"/>
              <p:cNvGrpSpPr/>
              <p:nvPr/>
            </p:nvGrpSpPr>
            <p:grpSpPr>
              <a:xfrm>
                <a:off x="5406983" y="4728440"/>
                <a:ext cx="67130" cy="8097"/>
                <a:chOff x="5406983" y="4728440"/>
                <a:chExt cx="67130" cy="8097"/>
              </a:xfrm>
            </p:grpSpPr>
            <p:sp>
              <p:nvSpPr>
                <p:cNvPr id="665" name="任意多边形 664"/>
                <p:cNvSpPr/>
                <p:nvPr/>
              </p:nvSpPr>
              <p:spPr>
                <a:xfrm>
                  <a:off x="5406841" y="4728490"/>
                  <a:ext cx="22889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889" h="8061">
                      <a:moveTo>
                        <a:pt x="0" y="8061"/>
                      </a:moveTo>
                      <a:lnTo>
                        <a:pt x="22889" y="8061"/>
                      </a:lnTo>
                      <a:lnTo>
                        <a:pt x="20554" y="0"/>
                      </a:lnTo>
                      <a:lnTo>
                        <a:pt x="280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6" name="任意多边形 665"/>
                <p:cNvSpPr/>
                <p:nvPr/>
              </p:nvSpPr>
              <p:spPr>
                <a:xfrm>
                  <a:off x="5429797" y="4728539"/>
                  <a:ext cx="21411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411" h="8061">
                      <a:moveTo>
                        <a:pt x="0" y="8061"/>
                      </a:moveTo>
                      <a:lnTo>
                        <a:pt x="21411" y="8061"/>
                      </a:lnTo>
                      <a:lnTo>
                        <a:pt x="19226" y="0"/>
                      </a:lnTo>
                      <a:lnTo>
                        <a:pt x="2622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7" name="任意多边形 666"/>
                <p:cNvSpPr/>
                <p:nvPr/>
              </p:nvSpPr>
              <p:spPr>
                <a:xfrm>
                  <a:off x="5451249" y="4728490"/>
                  <a:ext cx="22889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889" h="8061">
                      <a:moveTo>
                        <a:pt x="0" y="8061"/>
                      </a:moveTo>
                      <a:lnTo>
                        <a:pt x="22889" y="8061"/>
                      </a:lnTo>
                      <a:lnTo>
                        <a:pt x="20554" y="0"/>
                      </a:lnTo>
                      <a:lnTo>
                        <a:pt x="280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8" name="组合 637"/>
              <p:cNvGrpSpPr/>
              <p:nvPr/>
            </p:nvGrpSpPr>
            <p:grpSpPr>
              <a:xfrm>
                <a:off x="5407455" y="4730712"/>
                <a:ext cx="69865" cy="11660"/>
                <a:chOff x="5407455" y="4730712"/>
                <a:chExt cx="69865" cy="11660"/>
              </a:xfrm>
            </p:grpSpPr>
            <p:sp>
              <p:nvSpPr>
                <p:cNvPr id="662" name="任意多边形 661"/>
                <p:cNvSpPr/>
                <p:nvPr/>
              </p:nvSpPr>
              <p:spPr>
                <a:xfrm>
                  <a:off x="5407393" y="4730676"/>
                  <a:ext cx="25609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609" h="11660">
                      <a:moveTo>
                        <a:pt x="348" y="11417"/>
                      </a:moveTo>
                      <a:lnTo>
                        <a:pt x="25671" y="11697"/>
                      </a:lnTo>
                      <a:lnTo>
                        <a:pt x="18958" y="36"/>
                      </a:lnTo>
                      <a:lnTo>
                        <a:pt x="2300" y="36"/>
                      </a:lnTo>
                      <a:lnTo>
                        <a:pt x="62" y="5624"/>
                      </a:lnTo>
                      <a:lnTo>
                        <a:pt x="348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3" name="任意多边形 662"/>
                <p:cNvSpPr/>
                <p:nvPr/>
              </p:nvSpPr>
              <p:spPr>
                <a:xfrm>
                  <a:off x="5427819" y="4730976"/>
                  <a:ext cx="28381" cy="113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81" h="11346">
                      <a:moveTo>
                        <a:pt x="80" y="11408"/>
                      </a:moveTo>
                      <a:lnTo>
                        <a:pt x="28422" y="11408"/>
                      </a:lnTo>
                      <a:lnTo>
                        <a:pt x="23074" y="0"/>
                      </a:lnTo>
                      <a:lnTo>
                        <a:pt x="4943" y="0"/>
                      </a:lnTo>
                      <a:lnTo>
                        <a:pt x="80" y="1140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4" name="任意多边形 663"/>
                <p:cNvSpPr/>
                <p:nvPr/>
              </p:nvSpPr>
              <p:spPr>
                <a:xfrm>
                  <a:off x="5451368" y="4731019"/>
                  <a:ext cx="25858" cy="114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858" h="11417">
                      <a:moveTo>
                        <a:pt x="-105" y="11417"/>
                      </a:moveTo>
                      <a:lnTo>
                        <a:pt x="25952" y="11405"/>
                      </a:lnTo>
                      <a:lnTo>
                        <a:pt x="23714" y="3639"/>
                      </a:lnTo>
                      <a:lnTo>
                        <a:pt x="19938" y="0"/>
                      </a:lnTo>
                      <a:lnTo>
                        <a:pt x="4134" y="0"/>
                      </a:lnTo>
                      <a:lnTo>
                        <a:pt x="-105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39" name="组合 638"/>
              <p:cNvGrpSpPr/>
              <p:nvPr/>
            </p:nvGrpSpPr>
            <p:grpSpPr>
              <a:xfrm>
                <a:off x="5408862" y="4733146"/>
                <a:ext cx="67665" cy="8097"/>
                <a:chOff x="5408862" y="4733146"/>
                <a:chExt cx="67665" cy="8097"/>
              </a:xfrm>
            </p:grpSpPr>
            <p:sp>
              <p:nvSpPr>
                <p:cNvPr id="659" name="任意多边形 658"/>
                <p:cNvSpPr/>
                <p:nvPr/>
              </p:nvSpPr>
              <p:spPr>
                <a:xfrm>
                  <a:off x="5408719" y="4733197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0" name="任意多边形 659"/>
                <p:cNvSpPr/>
                <p:nvPr/>
              </p:nvSpPr>
              <p:spPr>
                <a:xfrm>
                  <a:off x="5431858" y="4733245"/>
                  <a:ext cx="2158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82" h="8061">
                      <a:moveTo>
                        <a:pt x="0" y="8061"/>
                      </a:moveTo>
                      <a:lnTo>
                        <a:pt x="21582" y="8061"/>
                      </a:lnTo>
                      <a:lnTo>
                        <a:pt x="19379" y="0"/>
                      </a:lnTo>
                      <a:lnTo>
                        <a:pt x="2643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61" name="任意多边形 660"/>
                <p:cNvSpPr/>
                <p:nvPr/>
              </p:nvSpPr>
              <p:spPr>
                <a:xfrm>
                  <a:off x="5453481" y="4733197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  <p:sp>
            <p:nvSpPr>
              <p:cNvPr id="640" name="任意多边形 639"/>
              <p:cNvSpPr/>
              <p:nvPr/>
            </p:nvSpPr>
            <p:spPr>
              <a:xfrm>
                <a:off x="5475243" y="4730940"/>
                <a:ext cx="25618" cy="17976"/>
              </a:xfrm>
              <a:custGeom>
                <a:avLst/>
                <a:gdLst/>
                <a:ahLst/>
                <a:cxnLst/>
                <a:rect l="0" t="0" r="0" b="0"/>
                <a:pathLst>
                  <a:path w="25618" h="17976">
                    <a:moveTo>
                      <a:pt x="2110" y="18095"/>
                    </a:moveTo>
                    <a:lnTo>
                      <a:pt x="25508" y="17609"/>
                    </a:lnTo>
                    <a:lnTo>
                      <a:pt x="23556" y="9350"/>
                    </a:lnTo>
                    <a:lnTo>
                      <a:pt x="18212" y="0"/>
                    </a:lnTo>
                    <a:lnTo>
                      <a:pt x="2084" y="114"/>
                    </a:lnTo>
                    <a:lnTo>
                      <a:pt x="-112" y="8374"/>
                    </a:lnTo>
                    <a:lnTo>
                      <a:pt x="2110" y="18095"/>
                    </a:lnTo>
                    <a:close/>
                  </a:path>
                </a:pathLst>
              </a:custGeom>
              <a:gradFill>
                <a:gsLst>
                  <a:gs pos="0">
                    <a:srgbClr val="E1ECEE"/>
                  </a:gs>
                  <a:gs pos="100000">
                    <a:srgbClr val="262626"/>
                  </a:gs>
                </a:gsLst>
                <a:lin ang="5400000" scaled="0"/>
              </a:gradFill>
              <a:ln w="7600" cap="flat">
                <a:noFill/>
                <a:miter lim="800000"/>
              </a:ln>
            </p:spPr>
          </p:sp>
          <p:grpSp>
            <p:nvGrpSpPr>
              <p:cNvPr id="641" name="组合 640"/>
              <p:cNvGrpSpPr/>
              <p:nvPr/>
            </p:nvGrpSpPr>
            <p:grpSpPr>
              <a:xfrm>
                <a:off x="5407545" y="4737132"/>
                <a:ext cx="69779" cy="11903"/>
                <a:chOff x="5407545" y="4737132"/>
                <a:chExt cx="69779" cy="11903"/>
              </a:xfrm>
            </p:grpSpPr>
            <p:sp>
              <p:nvSpPr>
                <p:cNvPr id="657" name="任意多边形 656"/>
                <p:cNvSpPr/>
                <p:nvPr/>
              </p:nvSpPr>
              <p:spPr>
                <a:xfrm>
                  <a:off x="5407667" y="4737321"/>
                  <a:ext cx="52212" cy="116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212" h="11660">
                      <a:moveTo>
                        <a:pt x="2150" y="11417"/>
                      </a:moveTo>
                      <a:lnTo>
                        <a:pt x="52212" y="11696"/>
                      </a:lnTo>
                      <a:lnTo>
                        <a:pt x="42333" y="36"/>
                      </a:lnTo>
                      <a:lnTo>
                        <a:pt x="6009" y="36"/>
                      </a:lnTo>
                      <a:lnTo>
                        <a:pt x="-120" y="5624"/>
                      </a:lnTo>
                      <a:lnTo>
                        <a:pt x="2150" y="114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8" name="任意多边形 657"/>
                <p:cNvSpPr/>
                <p:nvPr/>
              </p:nvSpPr>
              <p:spPr>
                <a:xfrm>
                  <a:off x="5452952" y="4737137"/>
                  <a:ext cx="24398" cy="119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398" h="11903">
                      <a:moveTo>
                        <a:pt x="68" y="11903"/>
                      </a:moveTo>
                      <a:lnTo>
                        <a:pt x="24398" y="11903"/>
                      </a:lnTo>
                      <a:lnTo>
                        <a:pt x="21444" y="485"/>
                      </a:lnTo>
                      <a:lnTo>
                        <a:pt x="4855" y="0"/>
                      </a:lnTo>
                      <a:lnTo>
                        <a:pt x="68" y="11903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1ECEE"/>
                    </a:gs>
                    <a:gs pos="100000">
                      <a:srgbClr val="262626"/>
                    </a:gs>
                  </a:gsLst>
                  <a:lin ang="5400000" scaled="0"/>
                </a:gradFill>
                <a:ln w="7600" cap="flat">
                  <a:noFill/>
                  <a:miter lim="800000"/>
                </a:ln>
              </p:spPr>
            </p:sp>
          </p:grpSp>
          <p:grpSp>
            <p:nvGrpSpPr>
              <p:cNvPr id="642" name="组合 641"/>
              <p:cNvGrpSpPr/>
              <p:nvPr/>
            </p:nvGrpSpPr>
            <p:grpSpPr>
              <a:xfrm>
                <a:off x="4971775" y="4740389"/>
                <a:ext cx="528982" cy="8445"/>
                <a:chOff x="4971775" y="4740389"/>
                <a:chExt cx="528982" cy="8445"/>
              </a:xfrm>
            </p:grpSpPr>
            <p:sp>
              <p:nvSpPr>
                <p:cNvPr id="643" name="任意多边形 642"/>
                <p:cNvSpPr/>
                <p:nvPr/>
              </p:nvSpPr>
              <p:spPr>
                <a:xfrm>
                  <a:off x="5009175" y="4740389"/>
                  <a:ext cx="28338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38" h="8061">
                      <a:moveTo>
                        <a:pt x="0" y="8061"/>
                      </a:moveTo>
                      <a:lnTo>
                        <a:pt x="28338" y="8061"/>
                      </a:lnTo>
                      <a:lnTo>
                        <a:pt x="25447" y="0"/>
                      </a:lnTo>
                      <a:lnTo>
                        <a:pt x="347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4" name="任意多边形 643"/>
                <p:cNvSpPr/>
                <p:nvPr/>
              </p:nvSpPr>
              <p:spPr>
                <a:xfrm>
                  <a:off x="4971776" y="4740417"/>
                  <a:ext cx="37411" cy="80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411" h="8097">
                      <a:moveTo>
                        <a:pt x="-158" y="8155"/>
                      </a:moveTo>
                      <a:lnTo>
                        <a:pt x="37411" y="8049"/>
                      </a:lnTo>
                      <a:lnTo>
                        <a:pt x="34506" y="-13"/>
                      </a:lnTo>
                      <a:lnTo>
                        <a:pt x="3312" y="94"/>
                      </a:lnTo>
                      <a:lnTo>
                        <a:pt x="-158" y="815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5" name="任意多边形 644"/>
                <p:cNvSpPr/>
                <p:nvPr/>
              </p:nvSpPr>
              <p:spPr>
                <a:xfrm>
                  <a:off x="5038257" y="4740389"/>
                  <a:ext cx="28338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38" h="8061">
                      <a:moveTo>
                        <a:pt x="0" y="8061"/>
                      </a:moveTo>
                      <a:lnTo>
                        <a:pt x="28338" y="8061"/>
                      </a:lnTo>
                      <a:lnTo>
                        <a:pt x="25447" y="0"/>
                      </a:lnTo>
                      <a:lnTo>
                        <a:pt x="347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6" name="任意多边形 645"/>
                <p:cNvSpPr/>
                <p:nvPr/>
              </p:nvSpPr>
              <p:spPr>
                <a:xfrm>
                  <a:off x="5068141" y="4740371"/>
                  <a:ext cx="129149" cy="80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9149" h="8097">
                      <a:moveTo>
                        <a:pt x="-158" y="8155"/>
                      </a:moveTo>
                      <a:lnTo>
                        <a:pt x="129149" y="8224"/>
                      </a:lnTo>
                      <a:lnTo>
                        <a:pt x="126231" y="162"/>
                      </a:lnTo>
                      <a:lnTo>
                        <a:pt x="3312" y="94"/>
                      </a:lnTo>
                      <a:lnTo>
                        <a:pt x="-158" y="815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7" name="任意多边形 646"/>
                <p:cNvSpPr/>
                <p:nvPr/>
              </p:nvSpPr>
              <p:spPr>
                <a:xfrm>
                  <a:off x="5198348" y="4740389"/>
                  <a:ext cx="28338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38" h="8061">
                      <a:moveTo>
                        <a:pt x="0" y="8061"/>
                      </a:moveTo>
                      <a:lnTo>
                        <a:pt x="28338" y="8061"/>
                      </a:lnTo>
                      <a:lnTo>
                        <a:pt x="25447" y="0"/>
                      </a:lnTo>
                      <a:lnTo>
                        <a:pt x="347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8" name="任意多边形 647"/>
                <p:cNvSpPr/>
                <p:nvPr/>
              </p:nvSpPr>
              <p:spPr>
                <a:xfrm>
                  <a:off x="5227150" y="4740665"/>
                  <a:ext cx="28338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38" h="8061">
                      <a:moveTo>
                        <a:pt x="0" y="8061"/>
                      </a:moveTo>
                      <a:lnTo>
                        <a:pt x="28338" y="8061"/>
                      </a:lnTo>
                      <a:lnTo>
                        <a:pt x="25447" y="0"/>
                      </a:lnTo>
                      <a:lnTo>
                        <a:pt x="347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49" name="任意多边形 648"/>
                <p:cNvSpPr/>
                <p:nvPr/>
              </p:nvSpPr>
              <p:spPr>
                <a:xfrm>
                  <a:off x="5256658" y="4740665"/>
                  <a:ext cx="28338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338" h="8061">
                      <a:moveTo>
                        <a:pt x="0" y="8061"/>
                      </a:moveTo>
                      <a:lnTo>
                        <a:pt x="28338" y="8061"/>
                      </a:lnTo>
                      <a:lnTo>
                        <a:pt x="25447" y="0"/>
                      </a:lnTo>
                      <a:lnTo>
                        <a:pt x="3470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0" name="任意多边形 649"/>
                <p:cNvSpPr/>
                <p:nvPr/>
              </p:nvSpPr>
              <p:spPr>
                <a:xfrm>
                  <a:off x="5285649" y="4740317"/>
                  <a:ext cx="32531" cy="80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531" h="8097">
                      <a:moveTo>
                        <a:pt x="-158" y="8155"/>
                      </a:moveTo>
                      <a:lnTo>
                        <a:pt x="32645" y="8049"/>
                      </a:lnTo>
                      <a:lnTo>
                        <a:pt x="29740" y="-13"/>
                      </a:lnTo>
                      <a:lnTo>
                        <a:pt x="3312" y="94"/>
                      </a:lnTo>
                      <a:lnTo>
                        <a:pt x="-158" y="815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1" name="任意多边形 650"/>
                <p:cNvSpPr/>
                <p:nvPr/>
              </p:nvSpPr>
              <p:spPr>
                <a:xfrm>
                  <a:off x="5329854" y="4740665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2" name="任意多边形 651"/>
                <p:cNvSpPr/>
                <p:nvPr/>
              </p:nvSpPr>
              <p:spPr>
                <a:xfrm>
                  <a:off x="5352995" y="4740389"/>
                  <a:ext cx="20840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840" h="8061">
                      <a:moveTo>
                        <a:pt x="0" y="8061"/>
                      </a:moveTo>
                      <a:lnTo>
                        <a:pt x="20840" y="8061"/>
                      </a:lnTo>
                      <a:lnTo>
                        <a:pt x="18713" y="0"/>
                      </a:lnTo>
                      <a:lnTo>
                        <a:pt x="2552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3" name="任意多边形 652"/>
                <p:cNvSpPr/>
                <p:nvPr/>
              </p:nvSpPr>
              <p:spPr>
                <a:xfrm>
                  <a:off x="5374619" y="4740665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4" name="任意多边形 653"/>
                <p:cNvSpPr/>
                <p:nvPr/>
              </p:nvSpPr>
              <p:spPr>
                <a:xfrm>
                  <a:off x="5409567" y="4740458"/>
                  <a:ext cx="46563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6563" h="8061">
                      <a:moveTo>
                        <a:pt x="0" y="8061"/>
                      </a:moveTo>
                      <a:lnTo>
                        <a:pt x="46563" y="8061"/>
                      </a:lnTo>
                      <a:lnTo>
                        <a:pt x="41812" y="0"/>
                      </a:lnTo>
                      <a:lnTo>
                        <a:pt x="5702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5" name="任意多边形 654"/>
                <p:cNvSpPr/>
                <p:nvPr/>
              </p:nvSpPr>
              <p:spPr>
                <a:xfrm>
                  <a:off x="5456204" y="4740642"/>
                  <a:ext cx="20840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840" h="8061">
                      <a:moveTo>
                        <a:pt x="0" y="8061"/>
                      </a:moveTo>
                      <a:lnTo>
                        <a:pt x="20840" y="8061"/>
                      </a:lnTo>
                      <a:lnTo>
                        <a:pt x="18713" y="0"/>
                      </a:lnTo>
                      <a:lnTo>
                        <a:pt x="2552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  <p:sp>
              <p:nvSpPr>
                <p:cNvPr id="656" name="任意多边形 655"/>
                <p:cNvSpPr/>
                <p:nvPr/>
              </p:nvSpPr>
              <p:spPr>
                <a:xfrm>
                  <a:off x="5477504" y="4740458"/>
                  <a:ext cx="23072" cy="80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072" h="8061">
                      <a:moveTo>
                        <a:pt x="0" y="8061"/>
                      </a:moveTo>
                      <a:lnTo>
                        <a:pt x="23072" y="8061"/>
                      </a:lnTo>
                      <a:lnTo>
                        <a:pt x="20717" y="0"/>
                      </a:lnTo>
                      <a:lnTo>
                        <a:pt x="2825" y="0"/>
                      </a:lnTo>
                      <a:lnTo>
                        <a:pt x="0" y="80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83B3B"/>
                    </a:gs>
                    <a:gs pos="100000">
                      <a:srgbClr val="161717"/>
                    </a:gs>
                  </a:gsLst>
                  <a:lin ang="0" scaled="0"/>
                </a:gradFill>
                <a:ln w="7600" cap="flat">
                  <a:noFill/>
                  <a:miter lim="800000"/>
                </a:ln>
              </p:spPr>
            </p:sp>
          </p:grpSp>
        </p:grpSp>
        <p:grpSp>
          <p:nvGrpSpPr>
            <p:cNvPr id="598" name="组合 597"/>
            <p:cNvGrpSpPr/>
            <p:nvPr/>
          </p:nvGrpSpPr>
          <p:grpSpPr>
            <a:xfrm>
              <a:off x="4930653" y="4179727"/>
              <a:ext cx="587308" cy="509217"/>
              <a:chOff x="4930653" y="4179727"/>
              <a:chExt cx="587308" cy="509217"/>
            </a:xfrm>
          </p:grpSpPr>
          <p:sp>
            <p:nvSpPr>
              <p:cNvPr id="600" name="任意多边形 599"/>
              <p:cNvSpPr/>
              <p:nvPr/>
            </p:nvSpPr>
            <p:spPr>
              <a:xfrm>
                <a:off x="5050579" y="4659160"/>
                <a:ext cx="347455" cy="29695"/>
              </a:xfrm>
              <a:custGeom>
                <a:avLst/>
                <a:gdLst/>
                <a:ahLst/>
                <a:cxnLst/>
                <a:rect l="0" t="0" r="0" b="0"/>
                <a:pathLst>
                  <a:path w="347455" h="29695">
                    <a:moveTo>
                      <a:pt x="0" y="1024"/>
                    </a:moveTo>
                    <a:lnTo>
                      <a:pt x="0" y="15086"/>
                    </a:lnTo>
                    <a:cubicBezTo>
                      <a:pt x="0" y="15086"/>
                      <a:pt x="-1503" y="23824"/>
                      <a:pt x="11248" y="23648"/>
                    </a:cubicBezTo>
                    <a:cubicBezTo>
                      <a:pt x="36169" y="25537"/>
                      <a:pt x="100537" y="29695"/>
                      <a:pt x="184489" y="29695"/>
                    </a:cubicBezTo>
                    <a:cubicBezTo>
                      <a:pt x="270261" y="29695"/>
                      <a:pt x="322175" y="26504"/>
                      <a:pt x="340231" y="25160"/>
                    </a:cubicBezTo>
                    <a:cubicBezTo>
                      <a:pt x="347455" y="24916"/>
                      <a:pt x="347455" y="14540"/>
                      <a:pt x="347455" y="14540"/>
                    </a:cubicBezTo>
                    <a:lnTo>
                      <a:pt x="347455" y="0"/>
                    </a:lnTo>
                    <a:cubicBezTo>
                      <a:pt x="347455" y="0"/>
                      <a:pt x="119918" y="29695"/>
                      <a:pt x="0" y="1024"/>
                    </a:cubicBezTo>
                    <a:close/>
                  </a:path>
                </a:pathLst>
              </a:custGeom>
              <a:gradFill>
                <a:gsLst>
                  <a:gs pos="0">
                    <a:srgbClr val="2E2E2E"/>
                  </a:gs>
                  <a:gs pos="30000">
                    <a:srgbClr val="4C4C4C"/>
                  </a:gs>
                  <a:gs pos="100000">
                    <a:srgbClr val="1E1E1E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601" name="任意多边形 600"/>
              <p:cNvSpPr/>
              <p:nvPr/>
            </p:nvSpPr>
            <p:spPr>
              <a:xfrm>
                <a:off x="5050772" y="4642778"/>
                <a:ext cx="347071" cy="31743"/>
              </a:xfrm>
              <a:custGeom>
                <a:avLst/>
                <a:gdLst/>
                <a:ahLst/>
                <a:cxnLst/>
                <a:rect l="0" t="0" r="0" b="0"/>
                <a:pathLst>
                  <a:path w="347071" h="31743">
                    <a:moveTo>
                      <a:pt x="142851" y="0"/>
                    </a:moveTo>
                    <a:cubicBezTo>
                      <a:pt x="142851" y="0"/>
                      <a:pt x="26008" y="2048"/>
                      <a:pt x="1409" y="16383"/>
                    </a:cubicBezTo>
                    <a:cubicBezTo>
                      <a:pt x="-23189" y="30719"/>
                      <a:pt x="280193" y="40958"/>
                      <a:pt x="343740" y="19455"/>
                    </a:cubicBezTo>
                    <a:cubicBezTo>
                      <a:pt x="361585" y="13416"/>
                      <a:pt x="309917" y="0"/>
                      <a:pt x="14285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E2E2E"/>
                  </a:gs>
                  <a:gs pos="30000">
                    <a:srgbClr val="4C4C4C"/>
                  </a:gs>
                  <a:gs pos="100000">
                    <a:srgbClr val="1E1E1E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602" name="任意多边形 601"/>
              <p:cNvSpPr/>
              <p:nvPr/>
            </p:nvSpPr>
            <p:spPr>
              <a:xfrm>
                <a:off x="5050772" y="4642778"/>
                <a:ext cx="347071" cy="31743"/>
              </a:xfrm>
              <a:custGeom>
                <a:avLst/>
                <a:gdLst/>
                <a:ahLst/>
                <a:cxnLst/>
                <a:rect l="0" t="0" r="0" b="0"/>
                <a:pathLst>
                  <a:path w="347071" h="31743">
                    <a:moveTo>
                      <a:pt x="142851" y="0"/>
                    </a:moveTo>
                    <a:cubicBezTo>
                      <a:pt x="142851" y="0"/>
                      <a:pt x="26008" y="2048"/>
                      <a:pt x="1409" y="16383"/>
                    </a:cubicBezTo>
                    <a:cubicBezTo>
                      <a:pt x="-23189" y="30719"/>
                      <a:pt x="280194" y="40958"/>
                      <a:pt x="343740" y="19455"/>
                    </a:cubicBezTo>
                    <a:cubicBezTo>
                      <a:pt x="361585" y="13416"/>
                      <a:pt x="309917" y="0"/>
                      <a:pt x="14285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3000"/>
                    </a:srgbClr>
                  </a:gs>
                  <a:gs pos="40000">
                    <a:srgbClr val="000000">
                      <a:alpha val="2000"/>
                    </a:srgbClr>
                  </a:gs>
                </a:gsLst>
                <a:lin ang="17400000" scaled="0"/>
              </a:gradFill>
              <a:ln w="7600" cap="flat">
                <a:noFill/>
                <a:bevel/>
              </a:ln>
            </p:spPr>
          </p:sp>
          <p:sp>
            <p:nvSpPr>
              <p:cNvPr id="603" name="任意多边形 602"/>
              <p:cNvSpPr/>
              <p:nvPr/>
            </p:nvSpPr>
            <p:spPr>
              <a:xfrm>
                <a:off x="5197304" y="4582323"/>
                <a:ext cx="59413" cy="79140"/>
              </a:xfrm>
              <a:custGeom>
                <a:avLst/>
                <a:gdLst/>
                <a:ahLst/>
                <a:cxnLst/>
                <a:rect l="0" t="0" r="0" b="0"/>
                <a:pathLst>
                  <a:path w="59413" h="79140">
                    <a:moveTo>
                      <a:pt x="0" y="0"/>
                    </a:moveTo>
                    <a:lnTo>
                      <a:pt x="59413" y="0"/>
                    </a:lnTo>
                    <a:lnTo>
                      <a:pt x="59413" y="79140"/>
                    </a:lnTo>
                    <a:lnTo>
                      <a:pt x="0" y="791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2E2E2E"/>
                  </a:gs>
                  <a:gs pos="29000">
                    <a:srgbClr val="3F3F3F"/>
                  </a:gs>
                  <a:gs pos="100000">
                    <a:srgbClr val="1E1E1E"/>
                  </a:gs>
                </a:gsLst>
                <a:lin ang="0" scaled="0"/>
              </a:gradFill>
              <a:ln w="7600" cap="flat">
                <a:solidFill>
                  <a:srgbClr val="313131"/>
                </a:solidFill>
                <a:bevel/>
              </a:ln>
            </p:spPr>
          </p:sp>
          <p:sp>
            <p:nvSpPr>
              <p:cNvPr id="604" name="任意多边形 603"/>
              <p:cNvSpPr/>
              <p:nvPr/>
            </p:nvSpPr>
            <p:spPr>
              <a:xfrm>
                <a:off x="4936073" y="4179698"/>
                <a:ext cx="581874" cy="420161"/>
              </a:xfrm>
              <a:custGeom>
                <a:avLst/>
                <a:gdLst/>
                <a:ahLst/>
                <a:cxnLst/>
                <a:rect l="0" t="0" r="0" b="0"/>
                <a:pathLst>
                  <a:path w="581874" h="420161">
                    <a:moveTo>
                      <a:pt x="2580" y="0"/>
                    </a:moveTo>
                    <a:lnTo>
                      <a:pt x="579173" y="0"/>
                    </a:lnTo>
                    <a:cubicBezTo>
                      <a:pt x="580632" y="0"/>
                      <a:pt x="581874" y="1151"/>
                      <a:pt x="581874" y="2608"/>
                    </a:cubicBezTo>
                    <a:lnTo>
                      <a:pt x="581874" y="417493"/>
                    </a:lnTo>
                    <a:cubicBezTo>
                      <a:pt x="581874" y="418950"/>
                      <a:pt x="580632" y="420161"/>
                      <a:pt x="579173" y="420161"/>
                    </a:cubicBezTo>
                    <a:lnTo>
                      <a:pt x="2580" y="420161"/>
                    </a:lnTo>
                    <a:cubicBezTo>
                      <a:pt x="1122" y="420161"/>
                      <a:pt x="0" y="418950"/>
                      <a:pt x="0" y="417493"/>
                    </a:cubicBezTo>
                    <a:lnTo>
                      <a:pt x="0" y="2608"/>
                    </a:lnTo>
                    <a:cubicBezTo>
                      <a:pt x="0" y="1151"/>
                      <a:pt x="1122" y="0"/>
                      <a:pt x="258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A4A4A"/>
                  </a:gs>
                  <a:gs pos="100000">
                    <a:srgbClr val="2A2A2A"/>
                  </a:gs>
                </a:gsLst>
                <a:lin ang="5400000" scaled="0"/>
              </a:gradFill>
              <a:ln w="7600" cap="flat">
                <a:solidFill>
                  <a:srgbClr val="464646"/>
                </a:solidFill>
                <a:bevel/>
              </a:ln>
            </p:spPr>
          </p:sp>
          <p:sp>
            <p:nvSpPr>
              <p:cNvPr id="605" name="任意多边形 604"/>
              <p:cNvSpPr/>
              <p:nvPr/>
            </p:nvSpPr>
            <p:spPr>
              <a:xfrm>
                <a:off x="4966859" y="4209216"/>
                <a:ext cx="520302" cy="359976"/>
              </a:xfrm>
              <a:custGeom>
                <a:avLst/>
                <a:gdLst/>
                <a:ahLst/>
                <a:cxnLst/>
                <a:rect l="0" t="0" r="0" b="0"/>
                <a:pathLst>
                  <a:path w="520302" h="359976">
                    <a:moveTo>
                      <a:pt x="0" y="0"/>
                    </a:moveTo>
                    <a:lnTo>
                      <a:pt x="520302" y="0"/>
                    </a:lnTo>
                    <a:lnTo>
                      <a:pt x="520302" y="359976"/>
                    </a:lnTo>
                    <a:lnTo>
                      <a:pt x="0" y="3599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3498DB"/>
                  </a:gs>
                  <a:gs pos="100000">
                    <a:srgbClr val="1A567F"/>
                  </a:gs>
                </a:gsLst>
                <a:lin ang="5400000" scaled="0"/>
              </a:gradFill>
              <a:ln w="7600" cap="flat">
                <a:solidFill>
                  <a:srgbClr val="184B6E"/>
                </a:solidFill>
                <a:bevel/>
              </a:ln>
            </p:spPr>
          </p:sp>
          <p:sp>
            <p:nvSpPr>
              <p:cNvPr id="606" name="任意多边形 605"/>
              <p:cNvSpPr/>
              <p:nvPr/>
            </p:nvSpPr>
            <p:spPr>
              <a:xfrm flipH="1">
                <a:off x="5050766" y="4642778"/>
                <a:ext cx="348351" cy="33151"/>
              </a:xfrm>
              <a:custGeom>
                <a:avLst/>
                <a:gdLst/>
                <a:ahLst/>
                <a:cxnLst/>
                <a:rect l="0" t="0" r="0" b="0"/>
                <a:pathLst>
                  <a:path w="348351" h="33151">
                    <a:moveTo>
                      <a:pt x="144132" y="0"/>
                    </a:moveTo>
                    <a:cubicBezTo>
                      <a:pt x="144132" y="0"/>
                      <a:pt x="17184" y="2799"/>
                      <a:pt x="1089" y="16383"/>
                    </a:cubicBezTo>
                    <a:cubicBezTo>
                      <a:pt x="-20665" y="34744"/>
                      <a:pt x="281475" y="40959"/>
                      <a:pt x="345022" y="19455"/>
                    </a:cubicBezTo>
                    <a:cubicBezTo>
                      <a:pt x="362867" y="13416"/>
                      <a:pt x="311199" y="0"/>
                      <a:pt x="14413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23000"/>
                    </a:srgbClr>
                  </a:gs>
                  <a:gs pos="40000">
                    <a:srgbClr val="000000">
                      <a:alpha val="2000"/>
                    </a:srgbClr>
                  </a:gs>
                </a:gsLst>
                <a:lin ang="17400000" scaled="0"/>
              </a:gradFill>
              <a:ln w="7600" cap="flat">
                <a:noFill/>
                <a:bevel/>
              </a:ln>
            </p:spPr>
          </p:sp>
        </p:grpSp>
        <p:sp>
          <p:nvSpPr>
            <p:cNvPr id="599" name="Text 1066"/>
            <p:cNvSpPr txBox="1"/>
            <p:nvPr/>
          </p:nvSpPr>
          <p:spPr>
            <a:xfrm>
              <a:off x="4763654" y="4782646"/>
              <a:ext cx="760000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err="1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运营管理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49" name="智能手机"/>
          <p:cNvGrpSpPr/>
          <p:nvPr/>
        </p:nvGrpSpPr>
        <p:grpSpPr>
          <a:xfrm>
            <a:off x="2046747" y="4833734"/>
            <a:ext cx="1587066" cy="1302424"/>
            <a:chOff x="2279729" y="4195946"/>
            <a:chExt cx="1128118" cy="849612"/>
          </a:xfrm>
        </p:grpSpPr>
        <p:sp>
          <p:nvSpPr>
            <p:cNvPr id="573" name="任意多边形 572"/>
            <p:cNvSpPr/>
            <p:nvPr/>
          </p:nvSpPr>
          <p:spPr>
            <a:xfrm>
              <a:off x="2687447" y="4195946"/>
              <a:ext cx="273600" cy="555278"/>
            </a:xfrm>
            <a:custGeom>
              <a:avLst/>
              <a:gdLst/>
              <a:ahLst/>
              <a:cxnLst/>
              <a:rect l="0" t="0" r="0" b="0"/>
              <a:pathLst>
                <a:path w="273600" h="555278">
                  <a:moveTo>
                    <a:pt x="75012" y="1660"/>
                  </a:moveTo>
                  <a:cubicBezTo>
                    <a:pt x="137964" y="1660"/>
                    <a:pt x="177458" y="0"/>
                    <a:pt x="200918" y="0"/>
                  </a:cubicBezTo>
                  <a:cubicBezTo>
                    <a:pt x="257294" y="3823"/>
                    <a:pt x="271702" y="29156"/>
                    <a:pt x="272954" y="81675"/>
                  </a:cubicBezTo>
                  <a:cubicBezTo>
                    <a:pt x="273600" y="113216"/>
                    <a:pt x="273600" y="443133"/>
                    <a:pt x="273600" y="467848"/>
                  </a:cubicBezTo>
                  <a:cubicBezTo>
                    <a:pt x="273600" y="492564"/>
                    <a:pt x="270135" y="555889"/>
                    <a:pt x="154877" y="554660"/>
                  </a:cubicBezTo>
                  <a:cubicBezTo>
                    <a:pt x="146422" y="555278"/>
                    <a:pt x="202797" y="555278"/>
                    <a:pt x="113535" y="554583"/>
                  </a:cubicBezTo>
                  <a:cubicBezTo>
                    <a:pt x="24273" y="553424"/>
                    <a:pt x="1723" y="507701"/>
                    <a:pt x="294" y="460743"/>
                  </a:cubicBezTo>
                  <a:cubicBezTo>
                    <a:pt x="294" y="445300"/>
                    <a:pt x="1723" y="138521"/>
                    <a:pt x="294" y="92798"/>
                  </a:cubicBezTo>
                  <a:cubicBezTo>
                    <a:pt x="294" y="47074"/>
                    <a:pt x="12058" y="1661"/>
                    <a:pt x="75012" y="1660"/>
                  </a:cubicBezTo>
                  <a:close/>
                </a:path>
              </a:pathLst>
            </a:custGeom>
            <a:gradFill>
              <a:gsLst>
                <a:gs pos="0">
                  <a:srgbClr val="A3A3A3"/>
                </a:gs>
                <a:gs pos="100000">
                  <a:srgbClr val="575757"/>
                </a:gs>
              </a:gsLst>
              <a:lin ang="0" scaled="0"/>
            </a:gradFill>
            <a:ln w="7600" cap="flat">
              <a:noFill/>
              <a:bevel/>
            </a:ln>
          </p:spPr>
        </p:sp>
        <p:sp>
          <p:nvSpPr>
            <p:cNvPr id="574" name="任意多边形 573"/>
            <p:cNvSpPr/>
            <p:nvPr/>
          </p:nvSpPr>
          <p:spPr>
            <a:xfrm>
              <a:off x="2687447" y="4195946"/>
              <a:ext cx="273600" cy="555278"/>
            </a:xfrm>
            <a:custGeom>
              <a:avLst/>
              <a:gdLst/>
              <a:ahLst/>
              <a:cxnLst/>
              <a:rect l="0" t="0" r="0" b="0"/>
              <a:pathLst>
                <a:path w="273600" h="555278">
                  <a:moveTo>
                    <a:pt x="72819" y="618"/>
                  </a:moveTo>
                  <a:cubicBezTo>
                    <a:pt x="135771" y="0"/>
                    <a:pt x="177458" y="0"/>
                    <a:pt x="200919" y="0"/>
                  </a:cubicBezTo>
                  <a:cubicBezTo>
                    <a:pt x="257295" y="3824"/>
                    <a:pt x="271702" y="29164"/>
                    <a:pt x="272954" y="81696"/>
                  </a:cubicBezTo>
                  <a:cubicBezTo>
                    <a:pt x="273600" y="113245"/>
                    <a:pt x="273600" y="443249"/>
                    <a:pt x="273600" y="467970"/>
                  </a:cubicBezTo>
                  <a:cubicBezTo>
                    <a:pt x="273600" y="492692"/>
                    <a:pt x="270135" y="556033"/>
                    <a:pt x="154878" y="555278"/>
                  </a:cubicBezTo>
                  <a:cubicBezTo>
                    <a:pt x="146422" y="555278"/>
                    <a:pt x="202797" y="555278"/>
                    <a:pt x="113535" y="555278"/>
                  </a:cubicBezTo>
                  <a:cubicBezTo>
                    <a:pt x="24273" y="553569"/>
                    <a:pt x="1723" y="507834"/>
                    <a:pt x="294" y="460863"/>
                  </a:cubicBezTo>
                  <a:cubicBezTo>
                    <a:pt x="294" y="445416"/>
                    <a:pt x="1723" y="138557"/>
                    <a:pt x="294" y="92821"/>
                  </a:cubicBezTo>
                  <a:cubicBezTo>
                    <a:pt x="294" y="47087"/>
                    <a:pt x="13624" y="927"/>
                    <a:pt x="72819" y="618"/>
                  </a:cubicBezTo>
                  <a:close/>
                </a:path>
              </a:pathLst>
            </a:custGeom>
            <a:gradFill>
              <a:gsLst>
                <a:gs pos="78000">
                  <a:srgbClr val="292929">
                    <a:alpha val="0"/>
                  </a:srgbClr>
                </a:gs>
                <a:gs pos="100000">
                  <a:srgbClr val="171717"/>
                </a:gs>
              </a:gsLst>
              <a:lin ang="16200000" scaled="0"/>
            </a:gradFill>
            <a:ln w="7600" cap="flat">
              <a:noFill/>
              <a:bevel/>
            </a:ln>
          </p:spPr>
        </p:sp>
        <p:sp>
          <p:nvSpPr>
            <p:cNvPr id="575" name="任意多边形 574"/>
            <p:cNvSpPr/>
            <p:nvPr/>
          </p:nvSpPr>
          <p:spPr>
            <a:xfrm>
              <a:off x="2691559" y="4207706"/>
              <a:ext cx="52735" cy="527300"/>
            </a:xfrm>
            <a:custGeom>
              <a:avLst/>
              <a:gdLst/>
              <a:ahLst/>
              <a:cxnLst/>
              <a:rect l="0" t="0" r="0" b="0"/>
              <a:pathLst>
                <a:path w="52735" h="527300">
                  <a:moveTo>
                    <a:pt x="30611" y="0"/>
                  </a:moveTo>
                  <a:cubicBezTo>
                    <a:pt x="30611" y="0"/>
                    <a:pt x="6707" y="20892"/>
                    <a:pt x="5181" y="49623"/>
                  </a:cubicBezTo>
                  <a:cubicBezTo>
                    <a:pt x="3656" y="78355"/>
                    <a:pt x="4673" y="428999"/>
                    <a:pt x="4673" y="451244"/>
                  </a:cubicBezTo>
                  <a:cubicBezTo>
                    <a:pt x="4673" y="473487"/>
                    <a:pt x="9745" y="488840"/>
                    <a:pt x="22982" y="508707"/>
                  </a:cubicBezTo>
                  <a:cubicBezTo>
                    <a:pt x="31628" y="521682"/>
                    <a:pt x="52735" y="527300"/>
                    <a:pt x="52735" y="527300"/>
                  </a:cubicBezTo>
                  <a:cubicBezTo>
                    <a:pt x="52735" y="527300"/>
                    <a:pt x="5171" y="525604"/>
                    <a:pt x="1875" y="458967"/>
                  </a:cubicBezTo>
                  <a:cubicBezTo>
                    <a:pt x="-1685" y="386984"/>
                    <a:pt x="858" y="89786"/>
                    <a:pt x="858" y="51786"/>
                  </a:cubicBezTo>
                  <a:cubicBezTo>
                    <a:pt x="858" y="13786"/>
                    <a:pt x="30611" y="-1429"/>
                    <a:pt x="30611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/>
                </a:gs>
              </a:gsLst>
              <a:lin ang="5400000" scaled="0"/>
            </a:gradFill>
            <a:ln w="7600" cap="flat">
              <a:noFill/>
              <a:bevel/>
            </a:ln>
          </p:spPr>
        </p:sp>
        <p:sp>
          <p:nvSpPr>
            <p:cNvPr id="576" name="任意多边形 575"/>
            <p:cNvSpPr/>
            <p:nvPr/>
          </p:nvSpPr>
          <p:spPr>
            <a:xfrm flipH="1">
              <a:off x="2902146" y="4207706"/>
              <a:ext cx="55965" cy="527300"/>
            </a:xfrm>
            <a:custGeom>
              <a:avLst/>
              <a:gdLst/>
              <a:ahLst/>
              <a:cxnLst/>
              <a:rect l="0" t="0" r="0" b="0"/>
              <a:pathLst>
                <a:path w="55965" h="527300">
                  <a:moveTo>
                    <a:pt x="32486" y="0"/>
                  </a:moveTo>
                  <a:cubicBezTo>
                    <a:pt x="32486" y="0"/>
                    <a:pt x="7118" y="20892"/>
                    <a:pt x="5499" y="49623"/>
                  </a:cubicBezTo>
                  <a:cubicBezTo>
                    <a:pt x="3879" y="78355"/>
                    <a:pt x="4959" y="428999"/>
                    <a:pt x="4959" y="451244"/>
                  </a:cubicBezTo>
                  <a:cubicBezTo>
                    <a:pt x="4959" y="473487"/>
                    <a:pt x="10342" y="488840"/>
                    <a:pt x="24390" y="508707"/>
                  </a:cubicBezTo>
                  <a:cubicBezTo>
                    <a:pt x="33565" y="521682"/>
                    <a:pt x="55965" y="527300"/>
                    <a:pt x="55965" y="527300"/>
                  </a:cubicBezTo>
                  <a:cubicBezTo>
                    <a:pt x="55965" y="527300"/>
                    <a:pt x="5488" y="525604"/>
                    <a:pt x="1990" y="458967"/>
                  </a:cubicBezTo>
                  <a:cubicBezTo>
                    <a:pt x="-1788" y="386984"/>
                    <a:pt x="911" y="89786"/>
                    <a:pt x="911" y="51786"/>
                  </a:cubicBezTo>
                  <a:cubicBezTo>
                    <a:pt x="911" y="13786"/>
                    <a:pt x="32486" y="-1429"/>
                    <a:pt x="32486" y="0"/>
                  </a:cubicBezTo>
                  <a:close/>
                </a:path>
              </a:pathLst>
            </a:custGeom>
            <a:gradFill>
              <a:gsLst>
                <a:gs pos="40000">
                  <a:srgbClr val="FFFFFF">
                    <a:alpha val="2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7600" cap="flat">
              <a:noFill/>
              <a:bevel/>
            </a:ln>
          </p:spPr>
        </p:sp>
        <p:sp>
          <p:nvSpPr>
            <p:cNvPr id="577" name="任意多边形 576"/>
            <p:cNvSpPr/>
            <p:nvPr/>
          </p:nvSpPr>
          <p:spPr>
            <a:xfrm>
              <a:off x="2697432" y="4207069"/>
              <a:ext cx="258273" cy="534367"/>
            </a:xfrm>
            <a:custGeom>
              <a:avLst/>
              <a:gdLst/>
              <a:ahLst/>
              <a:cxnLst/>
              <a:rect l="0" t="0" r="0" b="0"/>
              <a:pathLst>
                <a:path w="258273" h="534367">
                  <a:moveTo>
                    <a:pt x="69018" y="1623"/>
                  </a:moveTo>
                  <a:cubicBezTo>
                    <a:pt x="129136" y="1623"/>
                    <a:pt x="166958" y="0"/>
                    <a:pt x="189387" y="0"/>
                  </a:cubicBezTo>
                  <a:cubicBezTo>
                    <a:pt x="243284" y="3759"/>
                    <a:pt x="257006" y="22275"/>
                    <a:pt x="258273" y="74151"/>
                  </a:cubicBezTo>
                  <a:cubicBezTo>
                    <a:pt x="258578" y="105306"/>
                    <a:pt x="255789" y="420484"/>
                    <a:pt x="256033" y="444896"/>
                  </a:cubicBezTo>
                  <a:cubicBezTo>
                    <a:pt x="255789" y="469309"/>
                    <a:pt x="267468" y="535179"/>
                    <a:pt x="143654" y="533825"/>
                  </a:cubicBezTo>
                  <a:cubicBezTo>
                    <a:pt x="135570" y="534367"/>
                    <a:pt x="128317" y="534367"/>
                    <a:pt x="98201" y="534367"/>
                  </a:cubicBezTo>
                  <a:cubicBezTo>
                    <a:pt x="12860" y="533328"/>
                    <a:pt x="1410" y="496431"/>
                    <a:pt x="0" y="450048"/>
                  </a:cubicBezTo>
                  <a:cubicBezTo>
                    <a:pt x="0" y="434794"/>
                    <a:pt x="0" y="130568"/>
                    <a:pt x="601" y="85387"/>
                  </a:cubicBezTo>
                  <a:cubicBezTo>
                    <a:pt x="1159" y="29807"/>
                    <a:pt x="8833" y="1623"/>
                    <a:pt x="69018" y="1623"/>
                  </a:cubicBezTo>
                  <a:close/>
                </a:path>
              </a:pathLst>
            </a:custGeom>
            <a:gradFill>
              <a:gsLst>
                <a:gs pos="100000">
                  <a:srgbClr val="8C8C8C"/>
                </a:gs>
                <a:gs pos="89894">
                  <a:srgbClr val="8C8C8C"/>
                </a:gs>
                <a:gs pos="0">
                  <a:srgbClr val="404040"/>
                </a:gs>
              </a:gsLst>
              <a:path path="circle">
                <a:fillToRect l="100000" b="100000"/>
              </a:path>
              <a:tileRect t="-100000" r="-100000"/>
            </a:gradFill>
            <a:ln w="7600" cap="flat">
              <a:noFill/>
              <a:bevel/>
            </a:ln>
          </p:spPr>
        </p:sp>
        <p:sp>
          <p:nvSpPr>
            <p:cNvPr id="578" name="任意多边形 577"/>
            <p:cNvSpPr/>
            <p:nvPr/>
          </p:nvSpPr>
          <p:spPr>
            <a:xfrm>
              <a:off x="2701835" y="4212629"/>
              <a:ext cx="248642" cy="521913"/>
            </a:xfrm>
            <a:custGeom>
              <a:avLst/>
              <a:gdLst/>
              <a:ahLst/>
              <a:cxnLst/>
              <a:rect l="0" t="0" r="0" b="0"/>
              <a:pathLst>
                <a:path w="248642" h="521913">
                  <a:moveTo>
                    <a:pt x="64647" y="0"/>
                  </a:moveTo>
                  <a:cubicBezTo>
                    <a:pt x="64647" y="0"/>
                    <a:pt x="183995" y="0"/>
                    <a:pt x="183995" y="0"/>
                  </a:cubicBezTo>
                  <a:cubicBezTo>
                    <a:pt x="236210" y="0"/>
                    <a:pt x="248642" y="26096"/>
                    <a:pt x="248642" y="78287"/>
                  </a:cubicBezTo>
                  <a:cubicBezTo>
                    <a:pt x="248642" y="72024"/>
                    <a:pt x="248642" y="438407"/>
                    <a:pt x="248642" y="438407"/>
                  </a:cubicBezTo>
                  <a:cubicBezTo>
                    <a:pt x="248642" y="469722"/>
                    <a:pt x="236210" y="521913"/>
                    <a:pt x="169076" y="521913"/>
                  </a:cubicBezTo>
                  <a:cubicBezTo>
                    <a:pt x="169076" y="521913"/>
                    <a:pt x="79565" y="521913"/>
                    <a:pt x="79565" y="521913"/>
                  </a:cubicBezTo>
                  <a:cubicBezTo>
                    <a:pt x="12432" y="521913"/>
                    <a:pt x="0" y="469722"/>
                    <a:pt x="0" y="438407"/>
                  </a:cubicBezTo>
                  <a:cubicBezTo>
                    <a:pt x="0" y="438407"/>
                    <a:pt x="0" y="78287"/>
                    <a:pt x="0" y="78287"/>
                  </a:cubicBezTo>
                  <a:cubicBezTo>
                    <a:pt x="0" y="26096"/>
                    <a:pt x="12432" y="0"/>
                    <a:pt x="64647" y="0"/>
                  </a:cubicBezTo>
                  <a:close/>
                </a:path>
              </a:pathLst>
            </a:custGeom>
            <a:solidFill>
              <a:srgbClr val="8D9298"/>
            </a:solidFill>
            <a:ln w="2500" cap="flat">
              <a:solidFill>
                <a:srgbClr val="262626"/>
              </a:solidFill>
              <a:bevel/>
            </a:ln>
          </p:spPr>
        </p:sp>
        <p:sp>
          <p:nvSpPr>
            <p:cNvPr id="579" name="任意多边形 578"/>
            <p:cNvSpPr/>
            <p:nvPr/>
          </p:nvSpPr>
          <p:spPr>
            <a:xfrm>
              <a:off x="2774361" y="4212224"/>
              <a:ext cx="97719" cy="12975"/>
            </a:xfrm>
            <a:custGeom>
              <a:avLst/>
              <a:gdLst/>
              <a:ahLst/>
              <a:cxnLst/>
              <a:rect l="0" t="0" r="0" b="0"/>
              <a:pathLst>
                <a:path w="97719" h="12975">
                  <a:moveTo>
                    <a:pt x="0" y="0"/>
                  </a:moveTo>
                  <a:lnTo>
                    <a:pt x="97719" y="0"/>
                  </a:lnTo>
                  <a:lnTo>
                    <a:pt x="85992" y="12975"/>
                  </a:lnTo>
                  <a:lnTo>
                    <a:pt x="11726" y="12975"/>
                  </a:lnTo>
                  <a:close/>
                </a:path>
              </a:pathLst>
            </a:custGeom>
            <a:solidFill>
              <a:srgbClr val="202020"/>
            </a:solidFill>
            <a:ln w="2500" cap="flat">
              <a:solidFill>
                <a:srgbClr val="000000"/>
              </a:solidFill>
              <a:bevel/>
            </a:ln>
          </p:spPr>
        </p:sp>
        <p:sp>
          <p:nvSpPr>
            <p:cNvPr id="580" name="任意多边形 579"/>
            <p:cNvSpPr/>
            <p:nvPr/>
          </p:nvSpPr>
          <p:spPr>
            <a:xfrm>
              <a:off x="2742775" y="4237894"/>
              <a:ext cx="15200" cy="15200"/>
            </a:xfrm>
            <a:custGeom>
              <a:avLst/>
              <a:gdLst/>
              <a:ahLst/>
              <a:cxnLst/>
              <a:rect l="0" t="0" r="0" b="0"/>
              <a:pathLst>
                <a:path w="15200" h="15200">
                  <a:moveTo>
                    <a:pt x="0" y="7600"/>
                  </a:moveTo>
                  <a:cubicBezTo>
                    <a:pt x="0" y="3403"/>
                    <a:pt x="3403" y="0"/>
                    <a:pt x="7600" y="0"/>
                  </a:cubicBezTo>
                  <a:cubicBezTo>
                    <a:pt x="11797" y="0"/>
                    <a:pt x="15200" y="3403"/>
                    <a:pt x="15200" y="7600"/>
                  </a:cubicBezTo>
                  <a:cubicBezTo>
                    <a:pt x="15200" y="11797"/>
                    <a:pt x="11797" y="15200"/>
                    <a:pt x="7600" y="15200"/>
                  </a:cubicBezTo>
                  <a:cubicBezTo>
                    <a:pt x="3403" y="15200"/>
                    <a:pt x="0" y="11797"/>
                    <a:pt x="0" y="7600"/>
                  </a:cubicBezTo>
                  <a:close/>
                </a:path>
              </a:pathLst>
            </a:custGeom>
            <a:solidFill>
              <a:srgbClr val="404040"/>
            </a:solidFill>
            <a:ln w="2500" cap="flat">
              <a:solidFill>
                <a:srgbClr val="000000"/>
              </a:solidFill>
              <a:bevel/>
            </a:ln>
          </p:spPr>
        </p:sp>
        <p:sp>
          <p:nvSpPr>
            <p:cNvPr id="581" name="任意多边形 580"/>
            <p:cNvSpPr/>
            <p:nvPr/>
          </p:nvSpPr>
          <p:spPr>
            <a:xfrm>
              <a:off x="2767399" y="4237894"/>
              <a:ext cx="15200" cy="15200"/>
            </a:xfrm>
            <a:custGeom>
              <a:avLst/>
              <a:gdLst/>
              <a:ahLst/>
              <a:cxnLst/>
              <a:rect l="0" t="0" r="0" b="0"/>
              <a:pathLst>
                <a:path w="15200" h="15200">
                  <a:moveTo>
                    <a:pt x="0" y="7600"/>
                  </a:moveTo>
                  <a:cubicBezTo>
                    <a:pt x="0" y="3403"/>
                    <a:pt x="3403" y="0"/>
                    <a:pt x="7600" y="0"/>
                  </a:cubicBezTo>
                  <a:cubicBezTo>
                    <a:pt x="11797" y="0"/>
                    <a:pt x="15200" y="3403"/>
                    <a:pt x="15200" y="7600"/>
                  </a:cubicBezTo>
                  <a:cubicBezTo>
                    <a:pt x="15200" y="11797"/>
                    <a:pt x="11797" y="15200"/>
                    <a:pt x="7600" y="15200"/>
                  </a:cubicBezTo>
                  <a:cubicBezTo>
                    <a:pt x="3403" y="15200"/>
                    <a:pt x="0" y="11797"/>
                    <a:pt x="0" y="7600"/>
                  </a:cubicBezTo>
                  <a:close/>
                </a:path>
              </a:pathLst>
            </a:custGeom>
            <a:solidFill>
              <a:srgbClr val="404040"/>
            </a:solidFill>
            <a:ln w="2500" cap="flat">
              <a:solidFill>
                <a:srgbClr val="000000"/>
              </a:solidFill>
              <a:bevel/>
            </a:ln>
          </p:spPr>
        </p:sp>
        <p:sp>
          <p:nvSpPr>
            <p:cNvPr id="582" name="任意多边形 581"/>
            <p:cNvSpPr/>
            <p:nvPr/>
          </p:nvSpPr>
          <p:spPr>
            <a:xfrm>
              <a:off x="2719864" y="4288222"/>
              <a:ext cx="211411" cy="344776"/>
            </a:xfrm>
            <a:custGeom>
              <a:avLst/>
              <a:gdLst/>
              <a:ahLst/>
              <a:cxnLst/>
              <a:rect l="0" t="0" r="0" b="0"/>
              <a:pathLst>
                <a:path w="211411" h="344776">
                  <a:moveTo>
                    <a:pt x="0" y="0"/>
                  </a:moveTo>
                  <a:lnTo>
                    <a:pt x="211411" y="0"/>
                  </a:lnTo>
                  <a:lnTo>
                    <a:pt x="211411" y="344776"/>
                  </a:lnTo>
                  <a:lnTo>
                    <a:pt x="0" y="3447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C76AF"/>
                </a:gs>
                <a:gs pos="100000">
                  <a:srgbClr val="6FB1F4"/>
                </a:gs>
              </a:gsLst>
              <a:lin ang="5400000" scaled="0"/>
            </a:gradFill>
            <a:ln w="7600" cap="flat">
              <a:noFill/>
              <a:bevel/>
            </a:ln>
          </p:spPr>
        </p:sp>
        <p:sp>
          <p:nvSpPr>
            <p:cNvPr id="583" name="任意多边形 582"/>
            <p:cNvSpPr/>
            <p:nvPr/>
          </p:nvSpPr>
          <p:spPr>
            <a:xfrm>
              <a:off x="2788924" y="4660802"/>
              <a:ext cx="73402" cy="56420"/>
            </a:xfrm>
            <a:custGeom>
              <a:avLst/>
              <a:gdLst/>
              <a:ahLst/>
              <a:cxnLst/>
              <a:rect l="0" t="0" r="0" b="0"/>
              <a:pathLst>
                <a:path w="73402" h="56420">
                  <a:moveTo>
                    <a:pt x="35154" y="0"/>
                  </a:moveTo>
                  <a:cubicBezTo>
                    <a:pt x="63485" y="0"/>
                    <a:pt x="72842" y="6410"/>
                    <a:pt x="73402" y="17690"/>
                  </a:cubicBezTo>
                  <a:cubicBezTo>
                    <a:pt x="73879" y="28971"/>
                    <a:pt x="67124" y="56420"/>
                    <a:pt x="37753" y="56420"/>
                  </a:cubicBezTo>
                  <a:cubicBezTo>
                    <a:pt x="9422" y="56420"/>
                    <a:pt x="-1948" y="32825"/>
                    <a:pt x="114" y="16408"/>
                  </a:cubicBezTo>
                  <a:cubicBezTo>
                    <a:pt x="1884" y="2307"/>
                    <a:pt x="35673" y="0"/>
                    <a:pt x="35154" y="0"/>
                  </a:cubicBezTo>
                  <a:close/>
                </a:path>
              </a:pathLst>
            </a:custGeom>
            <a:solidFill>
              <a:srgbClr val="000000"/>
            </a:solidFill>
            <a:ln w="7600" cap="flat">
              <a:noFill/>
              <a:bevel/>
            </a:ln>
          </p:spPr>
        </p:sp>
        <p:sp>
          <p:nvSpPr>
            <p:cNvPr id="584" name="任意多边形 583"/>
            <p:cNvSpPr/>
            <p:nvPr/>
          </p:nvSpPr>
          <p:spPr>
            <a:xfrm>
              <a:off x="2790691" y="4663351"/>
              <a:ext cx="70118" cy="51091"/>
            </a:xfrm>
            <a:custGeom>
              <a:avLst/>
              <a:gdLst/>
              <a:ahLst/>
              <a:cxnLst/>
              <a:rect l="0" t="0" r="0" b="0"/>
              <a:pathLst>
                <a:path w="70118" h="51091">
                  <a:moveTo>
                    <a:pt x="32797" y="0"/>
                  </a:moveTo>
                  <a:cubicBezTo>
                    <a:pt x="57226" y="232"/>
                    <a:pt x="69583" y="4366"/>
                    <a:pt x="70118" y="14906"/>
                  </a:cubicBezTo>
                  <a:cubicBezTo>
                    <a:pt x="70552" y="25446"/>
                    <a:pt x="64241" y="51091"/>
                    <a:pt x="36799" y="51091"/>
                  </a:cubicBezTo>
                  <a:cubicBezTo>
                    <a:pt x="10330" y="51091"/>
                    <a:pt x="-1881" y="29605"/>
                    <a:pt x="0" y="14266"/>
                  </a:cubicBezTo>
                  <a:cubicBezTo>
                    <a:pt x="1699" y="1092"/>
                    <a:pt x="33282" y="0"/>
                    <a:pt x="32797" y="0"/>
                  </a:cubicBezTo>
                  <a:close/>
                </a:path>
              </a:pathLst>
            </a:custGeom>
            <a:gradFill>
              <a:gsLst>
                <a:gs pos="0">
                  <a:srgbClr val="D6D6D6"/>
                </a:gs>
                <a:gs pos="100000">
                  <a:srgbClr val="B6B6B6"/>
                </a:gs>
              </a:gsLst>
              <a:lin ang="0" scaled="0"/>
            </a:gradFill>
            <a:ln w="7600" cap="flat">
              <a:noFill/>
              <a:bevel/>
            </a:ln>
          </p:spPr>
        </p:sp>
        <p:sp>
          <p:nvSpPr>
            <p:cNvPr id="585" name="任意多边形 584"/>
            <p:cNvSpPr/>
            <p:nvPr/>
          </p:nvSpPr>
          <p:spPr>
            <a:xfrm>
              <a:off x="2800325" y="4671924"/>
              <a:ext cx="49740" cy="34060"/>
            </a:xfrm>
            <a:custGeom>
              <a:avLst/>
              <a:gdLst/>
              <a:ahLst/>
              <a:cxnLst/>
              <a:rect l="0" t="0" r="0" b="0"/>
              <a:pathLst>
                <a:path w="49740" h="34060">
                  <a:moveTo>
                    <a:pt x="25848" y="0"/>
                  </a:moveTo>
                  <a:cubicBezTo>
                    <a:pt x="39531" y="130"/>
                    <a:pt x="49441" y="4821"/>
                    <a:pt x="49740" y="10724"/>
                  </a:cubicBezTo>
                  <a:cubicBezTo>
                    <a:pt x="49984" y="16627"/>
                    <a:pt x="40144" y="34060"/>
                    <a:pt x="24774" y="34060"/>
                  </a:cubicBezTo>
                  <a:cubicBezTo>
                    <a:pt x="9949" y="34060"/>
                    <a:pt x="-3605" y="17365"/>
                    <a:pt x="881" y="9930"/>
                  </a:cubicBezTo>
                  <a:cubicBezTo>
                    <a:pt x="7593" y="-1192"/>
                    <a:pt x="26120" y="0"/>
                    <a:pt x="25848" y="0"/>
                  </a:cubicBezTo>
                  <a:close/>
                </a:path>
              </a:pathLst>
            </a:custGeom>
            <a:gradFill>
              <a:gsLst>
                <a:gs pos="0">
                  <a:srgbClr val="757575"/>
                </a:gs>
                <a:gs pos="100000">
                  <a:srgbClr val="464646"/>
                </a:gs>
              </a:gsLst>
              <a:lin ang="0" scaled="0"/>
            </a:gradFill>
            <a:ln w="7600" cap="flat">
              <a:noFill/>
              <a:bevel/>
            </a:ln>
          </p:spPr>
        </p:sp>
        <p:sp>
          <p:nvSpPr>
            <p:cNvPr id="586" name="任意多边形 585"/>
            <p:cNvSpPr/>
            <p:nvPr/>
          </p:nvSpPr>
          <p:spPr>
            <a:xfrm>
              <a:off x="2791273" y="4679571"/>
              <a:ext cx="68415" cy="33945"/>
            </a:xfrm>
            <a:custGeom>
              <a:avLst/>
              <a:gdLst/>
              <a:ahLst/>
              <a:cxnLst/>
              <a:rect l="0" t="0" r="0" b="0"/>
              <a:pathLst>
                <a:path w="68415" h="33945">
                  <a:moveTo>
                    <a:pt x="0" y="-46"/>
                  </a:moveTo>
                  <a:cubicBezTo>
                    <a:pt x="0" y="-46"/>
                    <a:pt x="-1334" y="16972"/>
                    <a:pt x="18255" y="28870"/>
                  </a:cubicBezTo>
                  <a:cubicBezTo>
                    <a:pt x="37844" y="40795"/>
                    <a:pt x="54658" y="28658"/>
                    <a:pt x="59759" y="22568"/>
                  </a:cubicBezTo>
                  <a:cubicBezTo>
                    <a:pt x="64859" y="16509"/>
                    <a:pt x="68415" y="695"/>
                    <a:pt x="68415" y="695"/>
                  </a:cubicBezTo>
                  <a:lnTo>
                    <a:pt x="61262" y="2178"/>
                  </a:lnTo>
                  <a:cubicBezTo>
                    <a:pt x="61262" y="2178"/>
                    <a:pt x="60403" y="12453"/>
                    <a:pt x="48859" y="21456"/>
                  </a:cubicBezTo>
                  <a:cubicBezTo>
                    <a:pt x="37316" y="30459"/>
                    <a:pt x="21584" y="27176"/>
                    <a:pt x="13530" y="17378"/>
                  </a:cubicBezTo>
                  <a:cubicBezTo>
                    <a:pt x="5477" y="7580"/>
                    <a:pt x="6443" y="960"/>
                    <a:pt x="6443" y="960"/>
                  </a:cubicBezTo>
                  <a:lnTo>
                    <a:pt x="0" y="-46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20000"/>
                  </a:srgbClr>
                </a:gs>
                <a:gs pos="100000">
                  <a:srgbClr val="000000"/>
                </a:gs>
              </a:gsLst>
              <a:lin ang="5400000" scaled="0"/>
            </a:gradFill>
            <a:ln w="7600" cap="flat">
              <a:noFill/>
              <a:bevel/>
            </a:ln>
          </p:spPr>
        </p:sp>
        <p:sp>
          <p:nvSpPr>
            <p:cNvPr id="587" name="任意多边形 586"/>
            <p:cNvSpPr/>
            <p:nvPr/>
          </p:nvSpPr>
          <p:spPr>
            <a:xfrm>
              <a:off x="2719864" y="4289149"/>
              <a:ext cx="147518" cy="341068"/>
            </a:xfrm>
            <a:custGeom>
              <a:avLst/>
              <a:gdLst/>
              <a:ahLst/>
              <a:cxnLst/>
              <a:rect l="0" t="0" r="0" b="0"/>
              <a:pathLst>
                <a:path w="147518" h="341068">
                  <a:moveTo>
                    <a:pt x="1879" y="0"/>
                  </a:moveTo>
                  <a:lnTo>
                    <a:pt x="147518" y="0"/>
                  </a:lnTo>
                  <a:lnTo>
                    <a:pt x="62014" y="341068"/>
                  </a:lnTo>
                  <a:lnTo>
                    <a:pt x="0" y="341068"/>
                  </a:lnTo>
                  <a:lnTo>
                    <a:pt x="1879" y="0"/>
                  </a:lnTo>
                  <a:close/>
                </a:path>
              </a:pathLst>
            </a:custGeom>
            <a:gradFill>
              <a:gsLst>
                <a:gs pos="80000">
                  <a:srgbClr val="FFFFFF">
                    <a:alpha val="37000"/>
                  </a:srgbClr>
                </a:gs>
                <a:gs pos="100000">
                  <a:srgbClr val="F2F2F2"/>
                </a:gs>
              </a:gsLst>
              <a:lin ang="300000" scaled="0"/>
            </a:gradFill>
            <a:ln w="7600" cap="flat">
              <a:noFill/>
              <a:bevel/>
            </a:ln>
          </p:spPr>
        </p:sp>
        <p:sp>
          <p:nvSpPr>
            <p:cNvPr id="588" name="任意多边形 587"/>
            <p:cNvSpPr/>
            <p:nvPr/>
          </p:nvSpPr>
          <p:spPr>
            <a:xfrm>
              <a:off x="2777179" y="4213151"/>
              <a:ext cx="92081" cy="11122"/>
            </a:xfrm>
            <a:custGeom>
              <a:avLst/>
              <a:gdLst/>
              <a:ahLst/>
              <a:cxnLst/>
              <a:rect l="0" t="0" r="0" b="0"/>
              <a:pathLst>
                <a:path w="92081" h="11122">
                  <a:moveTo>
                    <a:pt x="0" y="0"/>
                  </a:moveTo>
                  <a:lnTo>
                    <a:pt x="92081" y="0"/>
                  </a:lnTo>
                  <a:lnTo>
                    <a:pt x="82873" y="11122"/>
                  </a:lnTo>
                  <a:lnTo>
                    <a:pt x="9208" y="11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060"/>
            </a:solidFill>
            <a:ln w="2500" cap="flat">
              <a:solidFill>
                <a:srgbClr val="595959"/>
              </a:solidFill>
              <a:bevel/>
            </a:ln>
          </p:spPr>
        </p:sp>
        <p:sp>
          <p:nvSpPr>
            <p:cNvPr id="589" name="任意多边形 588"/>
            <p:cNvSpPr/>
            <p:nvPr/>
          </p:nvSpPr>
          <p:spPr>
            <a:xfrm>
              <a:off x="2742825" y="4731473"/>
              <a:ext cx="176234" cy="18884"/>
            </a:xfrm>
            <a:custGeom>
              <a:avLst/>
              <a:gdLst/>
              <a:ahLst/>
              <a:cxnLst/>
              <a:rect l="0" t="0" r="0" b="0"/>
              <a:pathLst>
                <a:path w="176234" h="18884">
                  <a:moveTo>
                    <a:pt x="0" y="3290"/>
                  </a:moveTo>
                  <a:cubicBezTo>
                    <a:pt x="0" y="3290"/>
                    <a:pt x="39223" y="14412"/>
                    <a:pt x="84529" y="12929"/>
                  </a:cubicBezTo>
                  <a:cubicBezTo>
                    <a:pt x="130176" y="11446"/>
                    <a:pt x="176234" y="-46"/>
                    <a:pt x="176234" y="-46"/>
                  </a:cubicBezTo>
                  <a:cubicBezTo>
                    <a:pt x="176234" y="-46"/>
                    <a:pt x="136019" y="17748"/>
                    <a:pt x="87911" y="18861"/>
                  </a:cubicBezTo>
                  <a:cubicBezTo>
                    <a:pt x="39804" y="19973"/>
                    <a:pt x="-1362" y="3290"/>
                    <a:pt x="0" y="3290"/>
                  </a:cubicBezTo>
                  <a:close/>
                </a:path>
              </a:pathLst>
            </a:custGeom>
            <a:solidFill>
              <a:srgbClr val="404040">
                <a:alpha val="60000"/>
              </a:srgbClr>
            </a:solidFill>
            <a:ln w="7600" cap="flat">
              <a:noFill/>
              <a:bevel/>
            </a:ln>
          </p:spPr>
        </p:sp>
        <p:sp>
          <p:nvSpPr>
            <p:cNvPr id="590" name="任意多边形 589"/>
            <p:cNvSpPr/>
            <p:nvPr/>
          </p:nvSpPr>
          <p:spPr>
            <a:xfrm>
              <a:off x="2778119" y="4213151"/>
              <a:ext cx="90201" cy="11122"/>
            </a:xfrm>
            <a:custGeom>
              <a:avLst/>
              <a:gdLst/>
              <a:ahLst/>
              <a:cxnLst/>
              <a:rect l="0" t="0" r="0" b="0"/>
              <a:pathLst>
                <a:path w="90201" h="11122">
                  <a:moveTo>
                    <a:pt x="0" y="0"/>
                  </a:moveTo>
                  <a:lnTo>
                    <a:pt x="90201" y="0"/>
                  </a:lnTo>
                  <a:lnTo>
                    <a:pt x="81182" y="11122"/>
                  </a:lnTo>
                  <a:lnTo>
                    <a:pt x="9020" y="11122"/>
                  </a:lnTo>
                  <a:close/>
                </a:path>
              </a:pathLst>
            </a:custGeom>
            <a:gradFill>
              <a:gsLst>
                <a:gs pos="100000">
                  <a:srgbClr val="FFFFFF">
                    <a:alpha val="0"/>
                  </a:srgbClr>
                </a:gs>
                <a:gs pos="97644">
                  <a:srgbClr val="FFFFFF">
                    <a:alpha val="0"/>
                  </a:srgbClr>
                </a:gs>
                <a:gs pos="0">
                  <a:srgbClr val="FFFFFF">
                    <a:alpha val="49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7600" cap="flat">
              <a:noFill/>
              <a:bevel/>
            </a:ln>
          </p:spPr>
        </p:sp>
        <p:sp>
          <p:nvSpPr>
            <p:cNvPr id="591" name="任意多边形 590"/>
            <p:cNvSpPr/>
            <p:nvPr/>
          </p:nvSpPr>
          <p:spPr>
            <a:xfrm>
              <a:off x="2733681" y="4667952"/>
              <a:ext cx="22550" cy="12975"/>
            </a:xfrm>
            <a:custGeom>
              <a:avLst/>
              <a:gdLst/>
              <a:ahLst/>
              <a:cxnLst/>
              <a:rect l="0" t="0" r="0" b="0"/>
              <a:pathLst>
                <a:path w="22550" h="12975" fill="none">
                  <a:moveTo>
                    <a:pt x="0" y="12975"/>
                  </a:moveTo>
                  <a:lnTo>
                    <a:pt x="0" y="0"/>
                  </a:lnTo>
                  <a:lnTo>
                    <a:pt x="22550" y="0"/>
                  </a:lnTo>
                  <a:lnTo>
                    <a:pt x="22550" y="12975"/>
                  </a:lnTo>
                </a:path>
                <a:path w="22550" h="12975" fill="none">
                  <a:moveTo>
                    <a:pt x="7600" y="15200"/>
                  </a:moveTo>
                  <a:lnTo>
                    <a:pt x="14950" y="15200"/>
                  </a:lnTo>
                  <a:moveTo>
                    <a:pt x="7600" y="30400"/>
                  </a:moveTo>
                  <a:lnTo>
                    <a:pt x="14950" y="30400"/>
                  </a:lnTo>
                </a:path>
              </a:pathLst>
            </a:custGeom>
            <a:solidFill>
              <a:srgbClr val="FFFFFF"/>
            </a:solidFill>
            <a:ln w="2500" cap="flat">
              <a:solidFill>
                <a:srgbClr val="BFBFBF"/>
              </a:solidFill>
              <a:bevel/>
            </a:ln>
          </p:spPr>
        </p:sp>
        <p:sp>
          <p:nvSpPr>
            <p:cNvPr id="592" name="任意多边形 591"/>
            <p:cNvSpPr/>
            <p:nvPr/>
          </p:nvSpPr>
          <p:spPr>
            <a:xfrm>
              <a:off x="2896790" y="4669122"/>
              <a:ext cx="20671" cy="12975"/>
            </a:xfrm>
            <a:custGeom>
              <a:avLst/>
              <a:gdLst/>
              <a:ahLst/>
              <a:cxnLst/>
              <a:rect l="0" t="0" r="0" b="0"/>
              <a:pathLst>
                <a:path w="20671" h="12975" fill="none">
                  <a:moveTo>
                    <a:pt x="0" y="0"/>
                  </a:moveTo>
                  <a:cubicBezTo>
                    <a:pt x="0" y="0"/>
                    <a:pt x="15917" y="0"/>
                    <a:pt x="15917" y="0"/>
                  </a:cubicBezTo>
                  <a:cubicBezTo>
                    <a:pt x="22738" y="0"/>
                    <a:pt x="22738" y="12975"/>
                    <a:pt x="15917" y="12975"/>
                  </a:cubicBezTo>
                  <a:cubicBezTo>
                    <a:pt x="15917" y="12975"/>
                    <a:pt x="0" y="12975"/>
                    <a:pt x="0" y="12975"/>
                  </a:cubicBezTo>
                </a:path>
              </a:pathLst>
            </a:custGeom>
            <a:solidFill>
              <a:srgbClr val="FFFFFF"/>
            </a:solidFill>
            <a:ln w="2500" cap="flat">
              <a:solidFill>
                <a:srgbClr val="BFBFBF"/>
              </a:solidFill>
              <a:bevel/>
            </a:ln>
          </p:spPr>
        </p:sp>
        <p:sp>
          <p:nvSpPr>
            <p:cNvPr id="593" name="任意多边形 592"/>
            <p:cNvSpPr/>
            <p:nvPr/>
          </p:nvSpPr>
          <p:spPr>
            <a:xfrm>
              <a:off x="2896031" y="4665436"/>
              <a:ext cx="7517" cy="7415"/>
            </a:xfrm>
            <a:custGeom>
              <a:avLst/>
              <a:gdLst/>
              <a:ahLst/>
              <a:cxnLst/>
              <a:rect l="0" t="0" r="0" b="0"/>
              <a:pathLst>
                <a:path w="7517" h="7415">
                  <a:moveTo>
                    <a:pt x="7517" y="0"/>
                  </a:moveTo>
                  <a:lnTo>
                    <a:pt x="0" y="3360"/>
                  </a:lnTo>
                  <a:lnTo>
                    <a:pt x="7517" y="7415"/>
                  </a:lnTo>
                  <a:lnTo>
                    <a:pt x="7517" y="0"/>
                  </a:lnTo>
                  <a:close/>
                </a:path>
              </a:pathLst>
            </a:custGeom>
            <a:solidFill>
              <a:srgbClr val="BFBFBF"/>
            </a:solidFill>
            <a:ln w="2500" cap="flat">
              <a:solidFill>
                <a:srgbClr val="BFBFBF"/>
              </a:solidFill>
              <a:bevel/>
            </a:ln>
          </p:spPr>
        </p:sp>
        <p:sp>
          <p:nvSpPr>
            <p:cNvPr id="594" name="Text 1067"/>
            <p:cNvSpPr txBox="1"/>
            <p:nvPr/>
          </p:nvSpPr>
          <p:spPr>
            <a:xfrm>
              <a:off x="2279729" y="4893558"/>
              <a:ext cx="1128118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51</a:t>
              </a:r>
              <a:r>
                <a:rPr lang="zh-CN" alt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易问公众</a:t>
              </a:r>
              <a:r>
                <a:rPr lang="zh-CN" altLang="en-US" sz="1600" dirty="0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号</a:t>
              </a:r>
              <a:endParaRPr lang="en-US" altLang="zh-CN" sz="1600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智能手机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50" name="任意多边形 449"/>
          <p:cNvSpPr/>
          <p:nvPr/>
        </p:nvSpPr>
        <p:spPr>
          <a:xfrm rot="3953420">
            <a:off x="1636395" y="3941667"/>
            <a:ext cx="1711279" cy="220544"/>
          </a:xfrm>
          <a:custGeom>
            <a:avLst/>
            <a:gdLst/>
            <a:ahLst/>
            <a:cxnLst/>
            <a:rect l="0" t="0" r="0" b="0"/>
            <a:pathLst>
              <a:path w="1116321" h="156767">
                <a:moveTo>
                  <a:pt x="0" y="78383"/>
                </a:moveTo>
                <a:lnTo>
                  <a:pt x="636544" y="156767"/>
                </a:lnTo>
                <a:lnTo>
                  <a:pt x="577757" y="47030"/>
                </a:lnTo>
                <a:lnTo>
                  <a:pt x="1116321" y="78383"/>
                </a:lnTo>
                <a:lnTo>
                  <a:pt x="479777" y="0"/>
                </a:lnTo>
                <a:lnTo>
                  <a:pt x="538565" y="109737"/>
                </a:lnTo>
                <a:lnTo>
                  <a:pt x="0" y="78383"/>
                </a:lnTo>
                <a:close/>
              </a:path>
            </a:pathLst>
          </a:custGeom>
          <a:solidFill>
            <a:srgbClr val="FFC000"/>
          </a:solidFill>
          <a:ln w="7600" cap="flat">
            <a:gradFill>
              <a:gsLst>
                <a:gs pos="0">
                  <a:srgbClr val="8064A2"/>
                </a:gs>
                <a:gs pos="100000">
                  <a:srgbClr val="70578E"/>
                </a:gs>
              </a:gsLst>
              <a:lin ang="5400000" scaled="0"/>
            </a:gradFill>
            <a:bevel/>
          </a:ln>
          <a:effectLst>
            <a:outerShdw dist="21496" dir="2700000" algn="tl">
              <a:srgbClr val="000000">
                <a:alpha val="8000"/>
              </a:srgbClr>
            </a:outerShdw>
          </a:effectLst>
        </p:spPr>
      </p:sp>
      <p:grpSp>
        <p:nvGrpSpPr>
          <p:cNvPr id="451" name="防火墙"/>
          <p:cNvGrpSpPr/>
          <p:nvPr/>
        </p:nvGrpSpPr>
        <p:grpSpPr>
          <a:xfrm>
            <a:off x="4975218" y="2105898"/>
            <a:ext cx="828628" cy="1203894"/>
            <a:chOff x="4361344" y="2416493"/>
            <a:chExt cx="589005" cy="785338"/>
          </a:xfrm>
        </p:grpSpPr>
        <p:sp>
          <p:nvSpPr>
            <p:cNvPr id="566" name="任意多边形 565"/>
            <p:cNvSpPr/>
            <p:nvPr/>
          </p:nvSpPr>
          <p:spPr>
            <a:xfrm>
              <a:off x="4399850" y="2594378"/>
              <a:ext cx="523069" cy="607827"/>
            </a:xfrm>
            <a:custGeom>
              <a:avLst/>
              <a:gdLst/>
              <a:ahLst/>
              <a:cxnLst/>
              <a:rect l="0" t="0" r="0" b="0"/>
              <a:pathLst>
                <a:path w="523069" h="607827">
                  <a:moveTo>
                    <a:pt x="1242" y="0"/>
                  </a:moveTo>
                  <a:lnTo>
                    <a:pt x="0" y="404248"/>
                  </a:lnTo>
                  <a:lnTo>
                    <a:pt x="357414" y="607827"/>
                  </a:lnTo>
                  <a:lnTo>
                    <a:pt x="521827" y="477734"/>
                  </a:lnTo>
                  <a:lnTo>
                    <a:pt x="523069" y="69195"/>
                  </a:lnTo>
                  <a:lnTo>
                    <a:pt x="348021" y="194859"/>
                  </a:lnTo>
                  <a:lnTo>
                    <a:pt x="1242" y="0"/>
                  </a:lnTo>
                  <a:close/>
                </a:path>
              </a:pathLst>
            </a:custGeom>
            <a:solidFill>
              <a:srgbClr val="DE5500"/>
            </a:solidFill>
            <a:ln w="7600" cap="flat">
              <a:noFill/>
              <a:miter lim="800000"/>
            </a:ln>
          </p:spPr>
        </p:sp>
        <p:sp>
          <p:nvSpPr>
            <p:cNvPr id="567" name="任意多边形 566"/>
            <p:cNvSpPr/>
            <p:nvPr/>
          </p:nvSpPr>
          <p:spPr>
            <a:xfrm>
              <a:off x="4405665" y="2597550"/>
              <a:ext cx="510641" cy="592882"/>
            </a:xfrm>
            <a:custGeom>
              <a:avLst/>
              <a:gdLst/>
              <a:ahLst/>
              <a:cxnLst/>
              <a:rect l="0" t="0" r="0" b="0"/>
              <a:pathLst>
                <a:path w="510641" h="592882">
                  <a:moveTo>
                    <a:pt x="0" y="0"/>
                  </a:moveTo>
                  <a:lnTo>
                    <a:pt x="0" y="393594"/>
                  </a:lnTo>
                  <a:lnTo>
                    <a:pt x="344155" y="592882"/>
                  </a:lnTo>
                  <a:lnTo>
                    <a:pt x="510084" y="467082"/>
                  </a:lnTo>
                  <a:lnTo>
                    <a:pt x="510084" y="78470"/>
                  </a:lnTo>
                  <a:lnTo>
                    <a:pt x="343841" y="20454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C0000"/>
                </a:gs>
                <a:gs pos="50000">
                  <a:srgbClr val="F76108"/>
                </a:gs>
                <a:gs pos="100000">
                  <a:srgbClr val="CC0000"/>
                </a:gs>
              </a:gsLst>
              <a:lin ang="0" scaled="0"/>
            </a:gradFill>
            <a:ln w="7600" cap="flat">
              <a:noFill/>
              <a:miter lim="800000"/>
            </a:ln>
          </p:spPr>
        </p:sp>
        <p:sp>
          <p:nvSpPr>
            <p:cNvPr id="568" name="任意多边形 567"/>
            <p:cNvSpPr/>
            <p:nvPr/>
          </p:nvSpPr>
          <p:spPr>
            <a:xfrm>
              <a:off x="4405841" y="2597864"/>
              <a:ext cx="512576" cy="596230"/>
            </a:xfrm>
            <a:custGeom>
              <a:avLst/>
              <a:gdLst/>
              <a:ahLst/>
              <a:cxnLst/>
              <a:rect l="0" t="0" r="0" b="0"/>
              <a:pathLst>
                <a:path w="512576" h="596230">
                  <a:moveTo>
                    <a:pt x="8507" y="5919"/>
                  </a:moveTo>
                  <a:lnTo>
                    <a:pt x="8507" y="61969"/>
                  </a:lnTo>
                  <a:lnTo>
                    <a:pt x="84295" y="105564"/>
                  </a:lnTo>
                  <a:lnTo>
                    <a:pt x="84295" y="50759"/>
                  </a:lnTo>
                  <a:lnTo>
                    <a:pt x="94235" y="55741"/>
                  </a:lnTo>
                  <a:lnTo>
                    <a:pt x="94235" y="111791"/>
                  </a:lnTo>
                  <a:lnTo>
                    <a:pt x="168781" y="155385"/>
                  </a:lnTo>
                  <a:lnTo>
                    <a:pt x="168781" y="100581"/>
                  </a:lnTo>
                  <a:lnTo>
                    <a:pt x="179963" y="105564"/>
                  </a:lnTo>
                  <a:lnTo>
                    <a:pt x="179963" y="160368"/>
                  </a:lnTo>
                  <a:lnTo>
                    <a:pt x="254429" y="204043"/>
                  </a:lnTo>
                  <a:lnTo>
                    <a:pt x="254429" y="148693"/>
                  </a:lnTo>
                  <a:lnTo>
                    <a:pt x="263206" y="155385"/>
                  </a:lnTo>
                  <a:lnTo>
                    <a:pt x="263206" y="210189"/>
                  </a:lnTo>
                  <a:lnTo>
                    <a:pt x="340389" y="253786"/>
                  </a:lnTo>
                  <a:lnTo>
                    <a:pt x="340389" y="200225"/>
                  </a:lnTo>
                  <a:lnTo>
                    <a:pt x="350176" y="200225"/>
                  </a:lnTo>
                  <a:lnTo>
                    <a:pt x="350176" y="250048"/>
                  </a:lnTo>
                  <a:lnTo>
                    <a:pt x="383722" y="226382"/>
                  </a:lnTo>
                  <a:lnTo>
                    <a:pt x="383722" y="174069"/>
                  </a:lnTo>
                  <a:lnTo>
                    <a:pt x="389933" y="167841"/>
                  </a:lnTo>
                  <a:lnTo>
                    <a:pt x="389933" y="220157"/>
                  </a:lnTo>
                  <a:lnTo>
                    <a:pt x="464096" y="162706"/>
                  </a:lnTo>
                  <a:lnTo>
                    <a:pt x="464481" y="111791"/>
                  </a:lnTo>
                  <a:lnTo>
                    <a:pt x="468828" y="107432"/>
                  </a:lnTo>
                  <a:lnTo>
                    <a:pt x="468828" y="159903"/>
                  </a:lnTo>
                  <a:lnTo>
                    <a:pt x="504237" y="132965"/>
                  </a:lnTo>
                  <a:lnTo>
                    <a:pt x="504237" y="83144"/>
                  </a:lnTo>
                  <a:lnTo>
                    <a:pt x="511613" y="75128"/>
                  </a:lnTo>
                  <a:lnTo>
                    <a:pt x="512576" y="194935"/>
                  </a:lnTo>
                  <a:lnTo>
                    <a:pt x="502438" y="202716"/>
                  </a:lnTo>
                  <a:lnTo>
                    <a:pt x="502438" y="144176"/>
                  </a:lnTo>
                  <a:lnTo>
                    <a:pt x="436135" y="194234"/>
                  </a:lnTo>
                  <a:lnTo>
                    <a:pt x="436135" y="252538"/>
                  </a:lnTo>
                  <a:lnTo>
                    <a:pt x="429845" y="257990"/>
                  </a:lnTo>
                  <a:lnTo>
                    <a:pt x="429145" y="199838"/>
                  </a:lnTo>
                  <a:lnTo>
                    <a:pt x="350176" y="260012"/>
                  </a:lnTo>
                  <a:lnTo>
                    <a:pt x="350174" y="321047"/>
                  </a:lnTo>
                  <a:lnTo>
                    <a:pt x="339691" y="321747"/>
                  </a:lnTo>
                  <a:lnTo>
                    <a:pt x="339691" y="259700"/>
                  </a:lnTo>
                  <a:lnTo>
                    <a:pt x="312903" y="243278"/>
                  </a:lnTo>
                  <a:lnTo>
                    <a:pt x="312903" y="302360"/>
                  </a:lnTo>
                  <a:lnTo>
                    <a:pt x="303585" y="296756"/>
                  </a:lnTo>
                  <a:lnTo>
                    <a:pt x="303349" y="239073"/>
                  </a:lnTo>
                  <a:lnTo>
                    <a:pt x="225932" y="195635"/>
                  </a:lnTo>
                  <a:lnTo>
                    <a:pt x="225775" y="253786"/>
                  </a:lnTo>
                  <a:lnTo>
                    <a:pt x="217389" y="249583"/>
                  </a:lnTo>
                  <a:lnTo>
                    <a:pt x="218793" y="191431"/>
                  </a:lnTo>
                  <a:lnTo>
                    <a:pt x="140521" y="145891"/>
                  </a:lnTo>
                  <a:lnTo>
                    <a:pt x="139814" y="204743"/>
                  </a:lnTo>
                  <a:lnTo>
                    <a:pt x="130265" y="197735"/>
                  </a:lnTo>
                  <a:lnTo>
                    <a:pt x="130737" y="140986"/>
                  </a:lnTo>
                  <a:lnTo>
                    <a:pt x="55251" y="96146"/>
                  </a:lnTo>
                  <a:lnTo>
                    <a:pt x="55950" y="157801"/>
                  </a:lnTo>
                  <a:lnTo>
                    <a:pt x="46864" y="153598"/>
                  </a:lnTo>
                  <a:lnTo>
                    <a:pt x="46864" y="91243"/>
                  </a:lnTo>
                  <a:lnTo>
                    <a:pt x="8507" y="68197"/>
                  </a:lnTo>
                  <a:lnTo>
                    <a:pt x="8507" y="126738"/>
                  </a:lnTo>
                  <a:lnTo>
                    <a:pt x="344583" y="320346"/>
                  </a:lnTo>
                  <a:lnTo>
                    <a:pt x="512576" y="194935"/>
                  </a:lnTo>
                  <a:cubicBezTo>
                    <a:pt x="512576" y="194935"/>
                    <a:pt x="513375" y="269665"/>
                    <a:pt x="509892" y="269976"/>
                  </a:cubicBezTo>
                  <a:cubicBezTo>
                    <a:pt x="506411" y="270288"/>
                    <a:pt x="502438" y="266304"/>
                    <a:pt x="504237" y="268107"/>
                  </a:cubicBezTo>
                  <a:lnTo>
                    <a:pt x="504625" y="207545"/>
                  </a:lnTo>
                  <a:lnTo>
                    <a:pt x="470381" y="234167"/>
                  </a:lnTo>
                  <a:lnTo>
                    <a:pt x="471777" y="292321"/>
                  </a:lnTo>
                  <a:lnTo>
                    <a:pt x="464789" y="296525"/>
                  </a:lnTo>
                  <a:lnTo>
                    <a:pt x="465487" y="238372"/>
                  </a:lnTo>
                  <a:lnTo>
                    <a:pt x="392105" y="292321"/>
                  </a:lnTo>
                  <a:lnTo>
                    <a:pt x="391407" y="350472"/>
                  </a:lnTo>
                  <a:lnTo>
                    <a:pt x="383719" y="358179"/>
                  </a:lnTo>
                  <a:lnTo>
                    <a:pt x="383722" y="298624"/>
                  </a:lnTo>
                  <a:lnTo>
                    <a:pt x="350176" y="326026"/>
                  </a:lnTo>
                  <a:lnTo>
                    <a:pt x="350873" y="387605"/>
                  </a:lnTo>
                  <a:lnTo>
                    <a:pt x="340390" y="387605"/>
                  </a:lnTo>
                  <a:lnTo>
                    <a:pt x="341088" y="327352"/>
                  </a:lnTo>
                  <a:lnTo>
                    <a:pt x="263514" y="282432"/>
                  </a:lnTo>
                  <a:lnTo>
                    <a:pt x="263514" y="343466"/>
                  </a:lnTo>
                  <a:lnTo>
                    <a:pt x="252024" y="335991"/>
                  </a:lnTo>
                  <a:lnTo>
                    <a:pt x="252024" y="276907"/>
                  </a:lnTo>
                  <a:lnTo>
                    <a:pt x="178721" y="232609"/>
                  </a:lnTo>
                  <a:lnTo>
                    <a:pt x="178260" y="294422"/>
                  </a:lnTo>
                  <a:lnTo>
                    <a:pt x="168781" y="286168"/>
                  </a:lnTo>
                  <a:lnTo>
                    <a:pt x="168468" y="227863"/>
                  </a:lnTo>
                  <a:lnTo>
                    <a:pt x="92292" y="183724"/>
                  </a:lnTo>
                  <a:lnTo>
                    <a:pt x="92760" y="244209"/>
                  </a:lnTo>
                  <a:lnTo>
                    <a:pt x="84295" y="240082"/>
                  </a:lnTo>
                  <a:lnTo>
                    <a:pt x="84295" y="180922"/>
                  </a:lnTo>
                  <a:lnTo>
                    <a:pt x="8507" y="136703"/>
                  </a:lnTo>
                  <a:lnTo>
                    <a:pt x="8507" y="192752"/>
                  </a:lnTo>
                  <a:lnTo>
                    <a:pt x="343185" y="387605"/>
                  </a:lnTo>
                  <a:lnTo>
                    <a:pt x="512576" y="257990"/>
                  </a:lnTo>
                  <a:lnTo>
                    <a:pt x="509892" y="335431"/>
                  </a:lnTo>
                  <a:lnTo>
                    <a:pt x="503926" y="336460"/>
                  </a:lnTo>
                  <a:lnTo>
                    <a:pt x="504625" y="275506"/>
                  </a:lnTo>
                  <a:lnTo>
                    <a:pt x="434739" y="327349"/>
                  </a:lnTo>
                  <a:lnTo>
                    <a:pt x="435903" y="386204"/>
                  </a:lnTo>
                  <a:lnTo>
                    <a:pt x="429845" y="393210"/>
                  </a:lnTo>
                  <a:lnTo>
                    <a:pt x="429186" y="333616"/>
                  </a:lnTo>
                  <a:lnTo>
                    <a:pt x="350174" y="391809"/>
                  </a:lnTo>
                  <a:lnTo>
                    <a:pt x="351571" y="452763"/>
                  </a:lnTo>
                  <a:lnTo>
                    <a:pt x="339691" y="455566"/>
                  </a:lnTo>
                  <a:lnTo>
                    <a:pt x="339691" y="392041"/>
                  </a:lnTo>
                  <a:lnTo>
                    <a:pt x="313134" y="374994"/>
                  </a:lnTo>
                  <a:lnTo>
                    <a:pt x="312903" y="439452"/>
                  </a:lnTo>
                  <a:lnTo>
                    <a:pt x="301952" y="431745"/>
                  </a:lnTo>
                  <a:lnTo>
                    <a:pt x="303585" y="371489"/>
                  </a:lnTo>
                  <a:lnTo>
                    <a:pt x="225932" y="324781"/>
                  </a:lnTo>
                  <a:lnTo>
                    <a:pt x="225932" y="384567"/>
                  </a:lnTo>
                  <a:lnTo>
                    <a:pt x="215991" y="381300"/>
                  </a:lnTo>
                  <a:lnTo>
                    <a:pt x="216692" y="321744"/>
                  </a:lnTo>
                  <a:lnTo>
                    <a:pt x="139815" y="277449"/>
                  </a:lnTo>
                  <a:lnTo>
                    <a:pt x="139815" y="339262"/>
                  </a:lnTo>
                  <a:lnTo>
                    <a:pt x="132127" y="333657"/>
                  </a:lnTo>
                  <a:lnTo>
                    <a:pt x="132127" y="272002"/>
                  </a:lnTo>
                  <a:lnTo>
                    <a:pt x="54552" y="227863"/>
                  </a:lnTo>
                  <a:lnTo>
                    <a:pt x="55252" y="289518"/>
                  </a:lnTo>
                  <a:lnTo>
                    <a:pt x="46865" y="284614"/>
                  </a:lnTo>
                  <a:lnTo>
                    <a:pt x="46787" y="222881"/>
                  </a:lnTo>
                  <a:lnTo>
                    <a:pt x="7728" y="200539"/>
                  </a:lnTo>
                  <a:lnTo>
                    <a:pt x="8507" y="259700"/>
                  </a:lnTo>
                  <a:lnTo>
                    <a:pt x="345206" y="454865"/>
                  </a:lnTo>
                  <a:lnTo>
                    <a:pt x="510215" y="328753"/>
                  </a:lnTo>
                  <a:lnTo>
                    <a:pt x="510215" y="398815"/>
                  </a:lnTo>
                  <a:lnTo>
                    <a:pt x="504625" y="402319"/>
                  </a:lnTo>
                  <a:lnTo>
                    <a:pt x="504625" y="342065"/>
                  </a:lnTo>
                  <a:lnTo>
                    <a:pt x="470380" y="367287"/>
                  </a:lnTo>
                  <a:lnTo>
                    <a:pt x="470380" y="426293"/>
                  </a:lnTo>
                  <a:lnTo>
                    <a:pt x="466885" y="429407"/>
                  </a:lnTo>
                  <a:lnTo>
                    <a:pt x="466227" y="370749"/>
                  </a:lnTo>
                  <a:lnTo>
                    <a:pt x="392418" y="425047"/>
                  </a:lnTo>
                  <a:lnTo>
                    <a:pt x="392106" y="483590"/>
                  </a:lnTo>
                  <a:lnTo>
                    <a:pt x="385816" y="489196"/>
                  </a:lnTo>
                  <a:lnTo>
                    <a:pt x="385117" y="432445"/>
                  </a:lnTo>
                  <a:lnTo>
                    <a:pt x="351572" y="457667"/>
                  </a:lnTo>
                  <a:lnTo>
                    <a:pt x="350873" y="517921"/>
                  </a:lnTo>
                  <a:lnTo>
                    <a:pt x="338992" y="520724"/>
                  </a:lnTo>
                  <a:lnTo>
                    <a:pt x="338992" y="459069"/>
                  </a:lnTo>
                  <a:lnTo>
                    <a:pt x="263206" y="413214"/>
                  </a:lnTo>
                  <a:lnTo>
                    <a:pt x="263206" y="475884"/>
                  </a:lnTo>
                  <a:lnTo>
                    <a:pt x="254429" y="470279"/>
                  </a:lnTo>
                  <a:lnTo>
                    <a:pt x="255128" y="408625"/>
                  </a:lnTo>
                  <a:lnTo>
                    <a:pt x="179963" y="365185"/>
                  </a:lnTo>
                  <a:lnTo>
                    <a:pt x="178721" y="426140"/>
                  </a:lnTo>
                  <a:lnTo>
                    <a:pt x="168468" y="421936"/>
                  </a:lnTo>
                  <a:lnTo>
                    <a:pt x="169167" y="359618"/>
                  </a:lnTo>
                  <a:lnTo>
                    <a:pt x="94235" y="315441"/>
                  </a:lnTo>
                  <a:lnTo>
                    <a:pt x="94235" y="379585"/>
                  </a:lnTo>
                  <a:lnTo>
                    <a:pt x="83905" y="372892"/>
                  </a:lnTo>
                  <a:lnTo>
                    <a:pt x="83905" y="310537"/>
                  </a:lnTo>
                  <a:lnTo>
                    <a:pt x="8507" y="266304"/>
                  </a:lnTo>
                  <a:lnTo>
                    <a:pt x="8507" y="327272"/>
                  </a:lnTo>
                  <a:lnTo>
                    <a:pt x="344583" y="517220"/>
                  </a:lnTo>
                  <a:lnTo>
                    <a:pt x="510215" y="393911"/>
                  </a:lnTo>
                  <a:lnTo>
                    <a:pt x="509890" y="459770"/>
                  </a:lnTo>
                  <a:lnTo>
                    <a:pt x="503226" y="464674"/>
                  </a:lnTo>
                  <a:lnTo>
                    <a:pt x="504625" y="406522"/>
                  </a:lnTo>
                  <a:lnTo>
                    <a:pt x="435903" y="457667"/>
                  </a:lnTo>
                  <a:lnTo>
                    <a:pt x="436135" y="517220"/>
                  </a:lnTo>
                  <a:lnTo>
                    <a:pt x="429145" y="522823"/>
                  </a:lnTo>
                  <a:lnTo>
                    <a:pt x="429845" y="463971"/>
                  </a:lnTo>
                  <a:lnTo>
                    <a:pt x="352271" y="522125"/>
                  </a:lnTo>
                  <a:lnTo>
                    <a:pt x="351572" y="584480"/>
                  </a:lnTo>
                  <a:lnTo>
                    <a:pt x="341088" y="585182"/>
                  </a:lnTo>
                  <a:lnTo>
                    <a:pt x="341478" y="524927"/>
                  </a:lnTo>
                  <a:cubicBezTo>
                    <a:pt x="341478" y="524927"/>
                    <a:pt x="312903" y="509122"/>
                    <a:pt x="312903" y="507877"/>
                  </a:cubicBezTo>
                  <a:lnTo>
                    <a:pt x="312903" y="567665"/>
                  </a:lnTo>
                  <a:lnTo>
                    <a:pt x="303585" y="562761"/>
                  </a:lnTo>
                  <a:lnTo>
                    <a:pt x="303585" y="502894"/>
                  </a:lnTo>
                  <a:lnTo>
                    <a:pt x="228571" y="459770"/>
                  </a:lnTo>
                  <a:lnTo>
                    <a:pt x="227872" y="518622"/>
                  </a:lnTo>
                  <a:lnTo>
                    <a:pt x="216690" y="513017"/>
                  </a:lnTo>
                  <a:lnTo>
                    <a:pt x="218088" y="453072"/>
                  </a:lnTo>
                  <a:lnTo>
                    <a:pt x="141447" y="411969"/>
                  </a:lnTo>
                  <a:lnTo>
                    <a:pt x="140513" y="470979"/>
                  </a:lnTo>
                  <a:lnTo>
                    <a:pt x="130265" y="464674"/>
                  </a:lnTo>
                  <a:lnTo>
                    <a:pt x="131428" y="403019"/>
                  </a:lnTo>
                  <a:lnTo>
                    <a:pt x="55252" y="359580"/>
                  </a:lnTo>
                  <a:lnTo>
                    <a:pt x="55252" y="420535"/>
                  </a:lnTo>
                  <a:lnTo>
                    <a:pt x="49660" y="416331"/>
                  </a:lnTo>
                  <a:lnTo>
                    <a:pt x="48962" y="356778"/>
                  </a:lnTo>
                  <a:lnTo>
                    <a:pt x="7728" y="333657"/>
                  </a:lnTo>
                  <a:lnTo>
                    <a:pt x="8507" y="392041"/>
                  </a:lnTo>
                  <a:lnTo>
                    <a:pt x="346679" y="585182"/>
                  </a:lnTo>
                  <a:lnTo>
                    <a:pt x="509890" y="459770"/>
                  </a:lnTo>
                  <a:lnTo>
                    <a:pt x="509885" y="470376"/>
                  </a:lnTo>
                  <a:cubicBezTo>
                    <a:pt x="509608" y="470376"/>
                    <a:pt x="353747" y="596230"/>
                    <a:pt x="350176" y="596230"/>
                  </a:cubicBezTo>
                  <a:cubicBezTo>
                    <a:pt x="346605" y="596230"/>
                    <a:pt x="2137" y="396400"/>
                    <a:pt x="2137" y="396400"/>
                  </a:cubicBezTo>
                  <a:lnTo>
                    <a:pt x="0" y="0"/>
                  </a:lnTo>
                  <a:lnTo>
                    <a:pt x="8507" y="5919"/>
                  </a:lnTo>
                  <a:close/>
                </a:path>
              </a:pathLst>
            </a:custGeom>
            <a:solidFill>
              <a:srgbClr val="FFFFFF"/>
            </a:solidFill>
            <a:ln w="1055" cap="flat">
              <a:noFill/>
              <a:miter lim="800000"/>
            </a:ln>
          </p:spPr>
        </p:sp>
        <p:sp>
          <p:nvSpPr>
            <p:cNvPr id="569" name="任意多边形 568"/>
            <p:cNvSpPr/>
            <p:nvPr/>
          </p:nvSpPr>
          <p:spPr>
            <a:xfrm>
              <a:off x="4360764" y="2417228"/>
              <a:ext cx="589742" cy="385290"/>
            </a:xfrm>
            <a:custGeom>
              <a:avLst/>
              <a:gdLst/>
              <a:ahLst/>
              <a:cxnLst/>
              <a:rect l="0" t="0" r="0" b="0"/>
              <a:pathLst>
                <a:path w="589742" h="385290">
                  <a:moveTo>
                    <a:pt x="203770" y="0"/>
                  </a:moveTo>
                  <a:lnTo>
                    <a:pt x="0" y="124002"/>
                  </a:lnTo>
                  <a:lnTo>
                    <a:pt x="40320" y="177146"/>
                  </a:lnTo>
                  <a:lnTo>
                    <a:pt x="388729" y="384877"/>
                  </a:lnTo>
                  <a:lnTo>
                    <a:pt x="559381" y="254648"/>
                  </a:lnTo>
                  <a:lnTo>
                    <a:pt x="589742" y="199846"/>
                  </a:lnTo>
                  <a:lnTo>
                    <a:pt x="203770" y="0"/>
                  </a:lnTo>
                  <a:close/>
                </a:path>
              </a:pathLst>
            </a:custGeom>
            <a:solidFill>
              <a:srgbClr val="5F5F5F"/>
            </a:solidFill>
            <a:ln w="7600" cap="flat">
              <a:noFill/>
              <a:miter lim="800000"/>
            </a:ln>
          </p:spPr>
        </p:sp>
        <p:sp>
          <p:nvSpPr>
            <p:cNvPr id="570" name="任意多边形 569"/>
            <p:cNvSpPr/>
            <p:nvPr/>
          </p:nvSpPr>
          <p:spPr>
            <a:xfrm>
              <a:off x="4372817" y="2423456"/>
              <a:ext cx="567792" cy="337546"/>
            </a:xfrm>
            <a:custGeom>
              <a:avLst/>
              <a:gdLst/>
              <a:ahLst/>
              <a:cxnLst/>
              <a:rect l="0" t="0" r="0" b="0"/>
              <a:pathLst>
                <a:path w="567792" h="337546">
                  <a:moveTo>
                    <a:pt x="191734" y="0"/>
                  </a:moveTo>
                  <a:lnTo>
                    <a:pt x="0" y="119989"/>
                  </a:lnTo>
                  <a:lnTo>
                    <a:pt x="375076" y="336992"/>
                  </a:lnTo>
                  <a:lnTo>
                    <a:pt x="567792" y="196522"/>
                  </a:lnTo>
                  <a:lnTo>
                    <a:pt x="191734" y="0"/>
                  </a:lnTo>
                  <a:close/>
                </a:path>
              </a:pathLst>
            </a:custGeom>
            <a:gradFill>
              <a:gsLst>
                <a:gs pos="0">
                  <a:srgbClr val="EDF0F7"/>
                </a:gs>
                <a:gs pos="100000">
                  <a:srgbClr val="A6BED0"/>
                </a:gs>
              </a:gsLst>
              <a:lin ang="5400000" scaled="0"/>
            </a:gradFill>
            <a:ln w="7600" cap="flat">
              <a:noFill/>
              <a:miter lim="800000"/>
            </a:ln>
          </p:spPr>
        </p:sp>
        <p:sp>
          <p:nvSpPr>
            <p:cNvPr id="571" name="任意多边形 570"/>
            <p:cNvSpPr/>
            <p:nvPr/>
          </p:nvSpPr>
          <p:spPr>
            <a:xfrm>
              <a:off x="4372810" y="2543448"/>
              <a:ext cx="375214" cy="247866"/>
            </a:xfrm>
            <a:custGeom>
              <a:avLst/>
              <a:gdLst/>
              <a:ahLst/>
              <a:cxnLst/>
              <a:rect l="0" t="0" r="0" b="0"/>
              <a:pathLst>
                <a:path w="375214" h="247866">
                  <a:moveTo>
                    <a:pt x="375214" y="217004"/>
                  </a:moveTo>
                  <a:lnTo>
                    <a:pt x="375214" y="248418"/>
                  </a:lnTo>
                  <a:lnTo>
                    <a:pt x="30365" y="45393"/>
                  </a:lnTo>
                  <a:lnTo>
                    <a:pt x="0" y="0"/>
                  </a:lnTo>
                  <a:lnTo>
                    <a:pt x="375214" y="217004"/>
                  </a:lnTo>
                  <a:close/>
                </a:path>
              </a:pathLst>
            </a:custGeom>
            <a:gradFill>
              <a:gsLst>
                <a:gs pos="0">
                  <a:srgbClr val="EDF0F7"/>
                </a:gs>
                <a:gs pos="100000">
                  <a:srgbClr val="A6BED0"/>
                </a:gs>
              </a:gsLst>
              <a:lin ang="10800000" scaled="0"/>
            </a:gradFill>
            <a:ln w="7600" cap="flat">
              <a:noFill/>
              <a:miter lim="800000"/>
            </a:ln>
          </p:spPr>
        </p:sp>
        <p:sp>
          <p:nvSpPr>
            <p:cNvPr id="572" name="任意多边形 571"/>
            <p:cNvSpPr/>
            <p:nvPr/>
          </p:nvSpPr>
          <p:spPr>
            <a:xfrm>
              <a:off x="4747863" y="2619978"/>
              <a:ext cx="192577" cy="171886"/>
            </a:xfrm>
            <a:custGeom>
              <a:avLst/>
              <a:gdLst/>
              <a:ahLst/>
              <a:cxnLst/>
              <a:rect l="0" t="0" r="0" b="0"/>
              <a:pathLst>
                <a:path w="192577" h="171886">
                  <a:moveTo>
                    <a:pt x="0" y="140470"/>
                  </a:moveTo>
                  <a:lnTo>
                    <a:pt x="0" y="171886"/>
                  </a:lnTo>
                  <a:lnTo>
                    <a:pt x="167867" y="48577"/>
                  </a:lnTo>
                  <a:lnTo>
                    <a:pt x="192577" y="0"/>
                  </a:lnTo>
                  <a:lnTo>
                    <a:pt x="0" y="140470"/>
                  </a:lnTo>
                  <a:close/>
                </a:path>
              </a:pathLst>
            </a:custGeom>
            <a:gradFill>
              <a:gsLst>
                <a:gs pos="0">
                  <a:srgbClr val="EDF0F7"/>
                </a:gs>
                <a:gs pos="100000">
                  <a:srgbClr val="A6BED0"/>
                </a:gs>
              </a:gsLst>
              <a:lin ang="5400000" scaled="0"/>
            </a:gradFill>
            <a:ln w="7600" cap="flat">
              <a:noFill/>
              <a:miter lim="800000"/>
            </a:ln>
          </p:spPr>
        </p:sp>
      </p:grpSp>
      <p:cxnSp>
        <p:nvCxnSpPr>
          <p:cNvPr id="452" name="Line"/>
          <p:cNvCxnSpPr/>
          <p:nvPr/>
        </p:nvCxnSpPr>
        <p:spPr>
          <a:xfrm>
            <a:off x="3924745" y="2707847"/>
            <a:ext cx="1091904" cy="0"/>
          </a:xfrm>
          <a:prstGeom prst="line">
            <a:avLst/>
          </a:prstGeom>
          <a:ln w="7600" cap="flat">
            <a:solidFill>
              <a:srgbClr val="00AF54"/>
            </a:solidFill>
            <a:bevel/>
          </a:ln>
        </p:spPr>
      </p:cxnSp>
      <p:grpSp>
        <p:nvGrpSpPr>
          <p:cNvPr id="453" name="移动通信服务器"/>
          <p:cNvGrpSpPr/>
          <p:nvPr/>
        </p:nvGrpSpPr>
        <p:grpSpPr>
          <a:xfrm>
            <a:off x="6791944" y="1339924"/>
            <a:ext cx="864267" cy="1092236"/>
            <a:chOff x="5652709" y="1916824"/>
            <a:chExt cx="614338" cy="712500"/>
          </a:xfrm>
        </p:grpSpPr>
        <p:grpSp>
          <p:nvGrpSpPr>
            <p:cNvPr id="521" name="组合 520"/>
            <p:cNvGrpSpPr/>
            <p:nvPr/>
          </p:nvGrpSpPr>
          <p:grpSpPr>
            <a:xfrm>
              <a:off x="5652709" y="1916956"/>
              <a:ext cx="614338" cy="696970"/>
              <a:chOff x="5652709" y="1916956"/>
              <a:chExt cx="614338" cy="696970"/>
            </a:xfrm>
          </p:grpSpPr>
          <p:sp>
            <p:nvSpPr>
              <p:cNvPr id="533" name="任意多边形 532"/>
              <p:cNvSpPr/>
              <p:nvPr/>
            </p:nvSpPr>
            <p:spPr>
              <a:xfrm>
                <a:off x="5784246" y="1955340"/>
                <a:ext cx="482583" cy="654093"/>
              </a:xfrm>
              <a:custGeom>
                <a:avLst/>
                <a:gdLst/>
                <a:ahLst/>
                <a:cxnLst/>
                <a:rect l="0" t="0" r="0" b="0"/>
                <a:pathLst>
                  <a:path w="482583" h="654093">
                    <a:moveTo>
                      <a:pt x="0" y="121317"/>
                    </a:moveTo>
                    <a:cubicBezTo>
                      <a:pt x="6869" y="118128"/>
                      <a:pt x="460606" y="0"/>
                      <a:pt x="460606" y="0"/>
                    </a:cubicBezTo>
                    <a:cubicBezTo>
                      <a:pt x="460606" y="0"/>
                      <a:pt x="466700" y="0"/>
                      <a:pt x="474143" y="11911"/>
                    </a:cubicBezTo>
                    <a:cubicBezTo>
                      <a:pt x="482583" y="25449"/>
                      <a:pt x="482583" y="54969"/>
                      <a:pt x="482583" y="88459"/>
                    </a:cubicBezTo>
                    <a:cubicBezTo>
                      <a:pt x="482583" y="102280"/>
                      <a:pt x="481248" y="477800"/>
                      <a:pt x="481248" y="487365"/>
                    </a:cubicBezTo>
                    <a:cubicBezTo>
                      <a:pt x="481248" y="496933"/>
                      <a:pt x="481248" y="525643"/>
                      <a:pt x="458859" y="537336"/>
                    </a:cubicBezTo>
                    <a:cubicBezTo>
                      <a:pt x="439344" y="549029"/>
                      <a:pt x="112508" y="654093"/>
                      <a:pt x="112508" y="654093"/>
                    </a:cubicBezTo>
                    <a:lnTo>
                      <a:pt x="0" y="121317"/>
                    </a:lnTo>
                    <a:close/>
                  </a:path>
                </a:pathLst>
              </a:custGeom>
              <a:gradFill>
                <a:gsLst>
                  <a:gs pos="18000">
                    <a:srgbClr val="262626"/>
                  </a:gs>
                  <a:gs pos="100000">
                    <a:srgbClr val="BFBFB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34" name="任意多边形 533"/>
              <p:cNvSpPr/>
              <p:nvPr/>
            </p:nvSpPr>
            <p:spPr>
              <a:xfrm>
                <a:off x="5675333" y="1916930"/>
                <a:ext cx="571766" cy="140430"/>
              </a:xfrm>
              <a:custGeom>
                <a:avLst/>
                <a:gdLst/>
                <a:ahLst/>
                <a:cxnLst/>
                <a:rect l="0" t="0" r="0" b="0"/>
                <a:pathLst>
                  <a:path w="571766" h="140430">
                    <a:moveTo>
                      <a:pt x="0" y="105002"/>
                    </a:moveTo>
                    <a:cubicBezTo>
                      <a:pt x="0" y="105002"/>
                      <a:pt x="314021" y="18294"/>
                      <a:pt x="347844" y="5244"/>
                    </a:cubicBezTo>
                    <a:cubicBezTo>
                      <a:pt x="367731" y="-2430"/>
                      <a:pt x="386677" y="-995"/>
                      <a:pt x="404242" y="2646"/>
                    </a:cubicBezTo>
                    <a:cubicBezTo>
                      <a:pt x="429701" y="7922"/>
                      <a:pt x="571766" y="39008"/>
                      <a:pt x="571766" y="39008"/>
                    </a:cubicBezTo>
                    <a:lnTo>
                      <a:pt x="220899" y="140193"/>
                    </a:lnTo>
                    <a:lnTo>
                      <a:pt x="0" y="105002"/>
                    </a:lnTo>
                    <a:close/>
                  </a:path>
                </a:pathLst>
              </a:custGeom>
              <a:gradFill>
                <a:gsLst>
                  <a:gs pos="0">
                    <a:srgbClr val="A5A5A5"/>
                  </a:gs>
                  <a:gs pos="100000">
                    <a:srgbClr val="E0E0E0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535" name="任意多边形 534"/>
              <p:cNvSpPr/>
              <p:nvPr/>
            </p:nvSpPr>
            <p:spPr>
              <a:xfrm>
                <a:off x="5652577" y="2021483"/>
                <a:ext cx="260463" cy="592301"/>
              </a:xfrm>
              <a:custGeom>
                <a:avLst/>
                <a:gdLst/>
                <a:ahLst/>
                <a:cxnLst/>
                <a:rect l="0" t="0" r="0" b="0"/>
                <a:pathLst>
                  <a:path w="260463" h="592301">
                    <a:moveTo>
                      <a:pt x="0" y="75461"/>
                    </a:moveTo>
                    <a:lnTo>
                      <a:pt x="0" y="22302"/>
                    </a:lnTo>
                    <a:cubicBezTo>
                      <a:pt x="0" y="22302"/>
                      <a:pt x="4125" y="0"/>
                      <a:pt x="35697" y="0"/>
                    </a:cubicBezTo>
                    <a:cubicBezTo>
                      <a:pt x="67268" y="0"/>
                      <a:pt x="192924" y="25250"/>
                      <a:pt x="218756" y="30566"/>
                    </a:cubicBezTo>
                    <a:cubicBezTo>
                      <a:pt x="244588" y="35882"/>
                      <a:pt x="260463" y="43856"/>
                      <a:pt x="260463" y="83725"/>
                    </a:cubicBezTo>
                    <a:cubicBezTo>
                      <a:pt x="260463" y="123593"/>
                      <a:pt x="260463" y="535279"/>
                      <a:pt x="260463" y="556545"/>
                    </a:cubicBezTo>
                    <a:cubicBezTo>
                      <a:pt x="260463" y="577807"/>
                      <a:pt x="251411" y="592301"/>
                      <a:pt x="218756" y="592301"/>
                    </a:cubicBezTo>
                    <a:cubicBezTo>
                      <a:pt x="176439" y="585791"/>
                      <a:pt x="41545" y="562136"/>
                      <a:pt x="27193" y="558149"/>
                    </a:cubicBezTo>
                    <a:cubicBezTo>
                      <a:pt x="12843" y="554162"/>
                      <a:pt x="2977" y="538214"/>
                      <a:pt x="2977" y="522267"/>
                    </a:cubicBezTo>
                    <a:cubicBezTo>
                      <a:pt x="2977" y="506320"/>
                      <a:pt x="0" y="80777"/>
                      <a:pt x="0" y="7546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8D8D8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36" name="任意多边形 535"/>
              <p:cNvSpPr/>
              <p:nvPr/>
            </p:nvSpPr>
            <p:spPr>
              <a:xfrm>
                <a:off x="5669170" y="2038640"/>
                <a:ext cx="226560" cy="553428"/>
              </a:xfrm>
              <a:custGeom>
                <a:avLst/>
                <a:gdLst/>
                <a:ahLst/>
                <a:cxnLst/>
                <a:rect l="0" t="0" r="0" b="0"/>
                <a:pathLst>
                  <a:path w="226560" h="553428">
                    <a:moveTo>
                      <a:pt x="0" y="75584"/>
                    </a:moveTo>
                    <a:lnTo>
                      <a:pt x="0" y="22426"/>
                    </a:lnTo>
                    <a:cubicBezTo>
                      <a:pt x="0" y="22426"/>
                      <a:pt x="4125" y="0"/>
                      <a:pt x="35697" y="0"/>
                    </a:cubicBezTo>
                    <a:cubicBezTo>
                      <a:pt x="67268" y="5565"/>
                      <a:pt x="159112" y="22426"/>
                      <a:pt x="184943" y="27742"/>
                    </a:cubicBezTo>
                    <a:cubicBezTo>
                      <a:pt x="210774" y="33058"/>
                      <a:pt x="226560" y="41032"/>
                      <a:pt x="226560" y="80900"/>
                    </a:cubicBezTo>
                    <a:cubicBezTo>
                      <a:pt x="226560" y="120769"/>
                      <a:pt x="226560" y="494205"/>
                      <a:pt x="226560" y="515471"/>
                    </a:cubicBezTo>
                    <a:cubicBezTo>
                      <a:pt x="226560" y="536733"/>
                      <a:pt x="211772" y="553428"/>
                      <a:pt x="184943" y="553428"/>
                    </a:cubicBezTo>
                    <a:cubicBezTo>
                      <a:pt x="151809" y="547373"/>
                      <a:pt x="41130" y="524514"/>
                      <a:pt x="26779" y="520527"/>
                    </a:cubicBezTo>
                    <a:cubicBezTo>
                      <a:pt x="12429" y="516541"/>
                      <a:pt x="2563" y="500593"/>
                      <a:pt x="2563" y="484646"/>
                    </a:cubicBezTo>
                    <a:cubicBezTo>
                      <a:pt x="2563" y="468698"/>
                      <a:pt x="0" y="80900"/>
                      <a:pt x="0" y="75584"/>
                    </a:cubicBezTo>
                    <a:close/>
                  </a:path>
                </a:pathLst>
              </a:custGeom>
              <a:solidFill>
                <a:srgbClr val="262626"/>
              </a:solidFill>
              <a:ln w="7600" cap="flat">
                <a:noFill/>
                <a:bevel/>
              </a:ln>
            </p:spPr>
          </p:sp>
          <p:sp>
            <p:nvSpPr>
              <p:cNvPr id="537" name="任意多边形 536"/>
              <p:cNvSpPr/>
              <p:nvPr/>
            </p:nvSpPr>
            <p:spPr>
              <a:xfrm>
                <a:off x="5679033" y="2049396"/>
                <a:ext cx="207456" cy="528256"/>
              </a:xfrm>
              <a:custGeom>
                <a:avLst/>
                <a:gdLst/>
                <a:ahLst/>
                <a:cxnLst/>
                <a:rect l="0" t="0" r="0" b="0"/>
                <a:pathLst>
                  <a:path w="207456" h="528256">
                    <a:moveTo>
                      <a:pt x="0" y="72829"/>
                    </a:moveTo>
                    <a:lnTo>
                      <a:pt x="0" y="19672"/>
                    </a:lnTo>
                    <a:cubicBezTo>
                      <a:pt x="0" y="19672"/>
                      <a:pt x="0" y="0"/>
                      <a:pt x="31231" y="0"/>
                    </a:cubicBezTo>
                    <a:cubicBezTo>
                      <a:pt x="62802" y="0"/>
                      <a:pt x="139201" y="20973"/>
                      <a:pt x="165032" y="26289"/>
                    </a:cubicBezTo>
                    <a:cubicBezTo>
                      <a:pt x="190863" y="31605"/>
                      <a:pt x="207456" y="39579"/>
                      <a:pt x="207456" y="79447"/>
                    </a:cubicBezTo>
                    <a:cubicBezTo>
                      <a:pt x="207456" y="119315"/>
                      <a:pt x="207456" y="469857"/>
                      <a:pt x="207456" y="491123"/>
                    </a:cubicBezTo>
                    <a:cubicBezTo>
                      <a:pt x="207456" y="512384"/>
                      <a:pt x="204500" y="528256"/>
                      <a:pt x="170649" y="528256"/>
                    </a:cubicBezTo>
                    <a:cubicBezTo>
                      <a:pt x="152280" y="528256"/>
                      <a:pt x="39034" y="503391"/>
                      <a:pt x="24683" y="499404"/>
                    </a:cubicBezTo>
                    <a:cubicBezTo>
                      <a:pt x="10333" y="495417"/>
                      <a:pt x="0" y="479474"/>
                      <a:pt x="0" y="463527"/>
                    </a:cubicBezTo>
                    <a:cubicBezTo>
                      <a:pt x="0" y="447575"/>
                      <a:pt x="0" y="78145"/>
                      <a:pt x="0" y="72829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93478">
                    <a:srgbClr val="FFFFFF">
                      <a:alpha val="0"/>
                    </a:srgbClr>
                  </a:gs>
                  <a:gs pos="0">
                    <a:srgbClr val="FFFFFF">
                      <a:alpha val="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38" name="任意多边形 537"/>
              <p:cNvSpPr/>
              <p:nvPr/>
            </p:nvSpPr>
            <p:spPr>
              <a:xfrm>
                <a:off x="5903669" y="1931452"/>
                <a:ext cx="339953" cy="122301"/>
              </a:xfrm>
              <a:custGeom>
                <a:avLst/>
                <a:gdLst/>
                <a:ahLst/>
                <a:cxnLst/>
                <a:rect l="0" t="0" r="0" b="0"/>
                <a:pathLst>
                  <a:path w="339953" h="122301">
                    <a:moveTo>
                      <a:pt x="225212" y="0"/>
                    </a:moveTo>
                    <a:cubicBezTo>
                      <a:pt x="264416" y="7035"/>
                      <a:pt x="339953" y="24486"/>
                      <a:pt x="339953" y="24486"/>
                    </a:cubicBezTo>
                    <a:lnTo>
                      <a:pt x="0" y="122097"/>
                    </a:lnTo>
                    <a:cubicBezTo>
                      <a:pt x="0" y="122097"/>
                      <a:pt x="156896" y="61150"/>
                      <a:pt x="191124" y="35798"/>
                    </a:cubicBezTo>
                    <a:cubicBezTo>
                      <a:pt x="242787" y="-2475"/>
                      <a:pt x="230377" y="0"/>
                      <a:pt x="22521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539" name="任意多边形 538"/>
              <p:cNvSpPr/>
              <p:nvPr/>
            </p:nvSpPr>
            <p:spPr>
              <a:xfrm>
                <a:off x="5715067" y="2360621"/>
                <a:ext cx="46073" cy="52143"/>
              </a:xfrm>
              <a:custGeom>
                <a:avLst/>
                <a:gdLst/>
                <a:ahLst/>
                <a:cxnLst/>
                <a:rect l="0" t="0" r="0" b="0"/>
                <a:pathLst>
                  <a:path w="46073" h="52143">
                    <a:moveTo>
                      <a:pt x="0" y="26072"/>
                    </a:moveTo>
                    <a:cubicBezTo>
                      <a:pt x="0" y="11660"/>
                      <a:pt x="10312" y="0"/>
                      <a:pt x="23036" y="0"/>
                    </a:cubicBezTo>
                    <a:cubicBezTo>
                      <a:pt x="35757" y="0"/>
                      <a:pt x="46073" y="11660"/>
                      <a:pt x="46073" y="26072"/>
                    </a:cubicBezTo>
                    <a:cubicBezTo>
                      <a:pt x="46073" y="40460"/>
                      <a:pt x="35757" y="52143"/>
                      <a:pt x="23036" y="52143"/>
                    </a:cubicBezTo>
                    <a:cubicBezTo>
                      <a:pt x="10312" y="52143"/>
                      <a:pt x="0" y="40460"/>
                      <a:pt x="0" y="26072"/>
                    </a:cubicBezTo>
                    <a:close/>
                  </a:path>
                </a:pathLst>
              </a:custGeom>
              <a:solidFill>
                <a:srgbClr val="0F243E"/>
              </a:solidFill>
              <a:ln w="7600" cap="flat">
                <a:noFill/>
                <a:bevel/>
              </a:ln>
            </p:spPr>
          </p:sp>
          <p:sp>
            <p:nvSpPr>
              <p:cNvPr id="540" name="任意多边形 539"/>
              <p:cNvSpPr/>
              <p:nvPr/>
            </p:nvSpPr>
            <p:spPr>
              <a:xfrm>
                <a:off x="5719167" y="2364016"/>
                <a:ext cx="38716" cy="45344"/>
              </a:xfrm>
              <a:custGeom>
                <a:avLst/>
                <a:gdLst/>
                <a:ahLst/>
                <a:cxnLst/>
                <a:rect l="0" t="0" r="0" b="0"/>
                <a:pathLst>
                  <a:path w="38716" h="45344">
                    <a:moveTo>
                      <a:pt x="0" y="22672"/>
                    </a:moveTo>
                    <a:cubicBezTo>
                      <a:pt x="0" y="10140"/>
                      <a:pt x="8665" y="0"/>
                      <a:pt x="19358" y="0"/>
                    </a:cubicBezTo>
                    <a:cubicBezTo>
                      <a:pt x="30048" y="0"/>
                      <a:pt x="38716" y="10140"/>
                      <a:pt x="38716" y="22672"/>
                    </a:cubicBezTo>
                    <a:cubicBezTo>
                      <a:pt x="38716" y="35184"/>
                      <a:pt x="30048" y="45344"/>
                      <a:pt x="19358" y="45344"/>
                    </a:cubicBezTo>
                    <a:cubicBezTo>
                      <a:pt x="8665" y="45344"/>
                      <a:pt x="0" y="35184"/>
                      <a:pt x="0" y="22672"/>
                    </a:cubicBezTo>
                    <a:close/>
                  </a:path>
                </a:pathLst>
              </a:custGeom>
              <a:solidFill>
                <a:srgbClr val="00AEEE"/>
              </a:solidFill>
              <a:ln w="7600" cap="flat">
                <a:noFill/>
                <a:bevel/>
              </a:ln>
            </p:spPr>
          </p:sp>
          <p:sp>
            <p:nvSpPr>
              <p:cNvPr id="541" name="任意多边形 540"/>
              <p:cNvSpPr/>
              <p:nvPr/>
            </p:nvSpPr>
            <p:spPr>
              <a:xfrm>
                <a:off x="5720080" y="2365097"/>
                <a:ext cx="36888" cy="43190"/>
              </a:xfrm>
              <a:custGeom>
                <a:avLst/>
                <a:gdLst/>
                <a:ahLst/>
                <a:cxnLst/>
                <a:rect l="0" t="0" r="0" b="0"/>
                <a:pathLst>
                  <a:path w="36888" h="43190">
                    <a:moveTo>
                      <a:pt x="0" y="21595"/>
                    </a:moveTo>
                    <a:cubicBezTo>
                      <a:pt x="0" y="9658"/>
                      <a:pt x="8256" y="0"/>
                      <a:pt x="18444" y="0"/>
                    </a:cubicBezTo>
                    <a:cubicBezTo>
                      <a:pt x="28629" y="0"/>
                      <a:pt x="36888" y="9658"/>
                      <a:pt x="36888" y="21595"/>
                    </a:cubicBezTo>
                    <a:cubicBezTo>
                      <a:pt x="36888" y="33513"/>
                      <a:pt x="28629" y="43190"/>
                      <a:pt x="18444" y="43190"/>
                    </a:cubicBezTo>
                    <a:cubicBezTo>
                      <a:pt x="8256" y="43190"/>
                      <a:pt x="0" y="33513"/>
                      <a:pt x="0" y="21595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74779">
                    <a:srgbClr val="FFFFFF">
                      <a:alpha val="0"/>
                    </a:srgbClr>
                  </a:gs>
                  <a:gs pos="0">
                    <a:srgbClr val="FFFFFF">
                      <a:alpha val="4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42" name="任意多边形 541"/>
              <p:cNvSpPr/>
              <p:nvPr/>
            </p:nvSpPr>
            <p:spPr>
              <a:xfrm>
                <a:off x="5724141" y="2365673"/>
                <a:ext cx="28769" cy="17022"/>
              </a:xfrm>
              <a:custGeom>
                <a:avLst/>
                <a:gdLst/>
                <a:ahLst/>
                <a:cxnLst/>
                <a:rect l="0" t="0" r="0" b="0"/>
                <a:pathLst>
                  <a:path w="28769" h="17022">
                    <a:moveTo>
                      <a:pt x="0" y="9537"/>
                    </a:moveTo>
                    <a:cubicBezTo>
                      <a:pt x="0" y="5395"/>
                      <a:pt x="6437" y="0"/>
                      <a:pt x="14384" y="0"/>
                    </a:cubicBezTo>
                    <a:cubicBezTo>
                      <a:pt x="22327" y="0"/>
                      <a:pt x="28769" y="5395"/>
                      <a:pt x="28769" y="9537"/>
                    </a:cubicBezTo>
                    <a:cubicBezTo>
                      <a:pt x="28769" y="13666"/>
                      <a:pt x="22327" y="17022"/>
                      <a:pt x="14384" y="17022"/>
                    </a:cubicBezTo>
                    <a:cubicBezTo>
                      <a:pt x="6437" y="17022"/>
                      <a:pt x="0" y="13666"/>
                      <a:pt x="0" y="95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43" name="任意多边形 542"/>
              <p:cNvSpPr/>
              <p:nvPr/>
            </p:nvSpPr>
            <p:spPr>
              <a:xfrm>
                <a:off x="5731240" y="2365675"/>
                <a:ext cx="14569" cy="7798"/>
              </a:xfrm>
              <a:custGeom>
                <a:avLst/>
                <a:gdLst/>
                <a:ahLst/>
                <a:cxnLst/>
                <a:rect l="0" t="0" r="0" b="0"/>
                <a:pathLst>
                  <a:path w="14569" h="7798">
                    <a:moveTo>
                      <a:pt x="0" y="3899"/>
                    </a:moveTo>
                    <a:cubicBezTo>
                      <a:pt x="0" y="1733"/>
                      <a:pt x="3258" y="0"/>
                      <a:pt x="7285" y="0"/>
                    </a:cubicBezTo>
                    <a:cubicBezTo>
                      <a:pt x="11307" y="0"/>
                      <a:pt x="14569" y="1733"/>
                      <a:pt x="14569" y="3899"/>
                    </a:cubicBezTo>
                    <a:cubicBezTo>
                      <a:pt x="14569" y="6040"/>
                      <a:pt x="11307" y="7798"/>
                      <a:pt x="7285" y="7798"/>
                    </a:cubicBezTo>
                    <a:cubicBezTo>
                      <a:pt x="3258" y="7798"/>
                      <a:pt x="0" y="6040"/>
                      <a:pt x="0" y="38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44" name="任意多边形 543"/>
              <p:cNvSpPr/>
              <p:nvPr/>
            </p:nvSpPr>
            <p:spPr>
              <a:xfrm>
                <a:off x="5730866" y="2401180"/>
                <a:ext cx="14474" cy="7057"/>
              </a:xfrm>
              <a:custGeom>
                <a:avLst/>
                <a:gdLst/>
                <a:ahLst/>
                <a:cxnLst/>
                <a:rect l="0" t="0" r="0" b="0"/>
                <a:pathLst>
                  <a:path w="14474" h="7057">
                    <a:moveTo>
                      <a:pt x="0" y="3529"/>
                    </a:moveTo>
                    <a:cubicBezTo>
                      <a:pt x="0" y="1570"/>
                      <a:pt x="3237" y="0"/>
                      <a:pt x="7237" y="0"/>
                    </a:cubicBezTo>
                    <a:cubicBezTo>
                      <a:pt x="11233" y="0"/>
                      <a:pt x="14474" y="1570"/>
                      <a:pt x="14474" y="3529"/>
                    </a:cubicBezTo>
                    <a:cubicBezTo>
                      <a:pt x="14474" y="5470"/>
                      <a:pt x="11233" y="7057"/>
                      <a:pt x="7237" y="7057"/>
                    </a:cubicBezTo>
                    <a:cubicBezTo>
                      <a:pt x="3237" y="7057"/>
                      <a:pt x="0" y="5470"/>
                      <a:pt x="0" y="3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900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45" name="任意多边形 544"/>
              <p:cNvSpPr/>
              <p:nvPr/>
            </p:nvSpPr>
            <p:spPr>
              <a:xfrm>
                <a:off x="5722884" y="2428064"/>
                <a:ext cx="18109" cy="26534"/>
              </a:xfrm>
              <a:custGeom>
                <a:avLst/>
                <a:gdLst/>
                <a:ahLst/>
                <a:cxnLst/>
                <a:rect l="0" t="0" r="0" b="0"/>
                <a:pathLst>
                  <a:path w="18109" h="26534">
                    <a:moveTo>
                      <a:pt x="0" y="13267"/>
                    </a:moveTo>
                    <a:cubicBezTo>
                      <a:pt x="0" y="5934"/>
                      <a:pt x="4053" y="0"/>
                      <a:pt x="9055" y="0"/>
                    </a:cubicBezTo>
                    <a:cubicBezTo>
                      <a:pt x="14055" y="0"/>
                      <a:pt x="18109" y="5934"/>
                      <a:pt x="18109" y="13267"/>
                    </a:cubicBezTo>
                    <a:cubicBezTo>
                      <a:pt x="18109" y="20589"/>
                      <a:pt x="14055" y="26534"/>
                      <a:pt x="9055" y="26534"/>
                    </a:cubicBezTo>
                    <a:cubicBezTo>
                      <a:pt x="4053" y="26534"/>
                      <a:pt x="0" y="20589"/>
                      <a:pt x="0" y="13267"/>
                    </a:cubicBez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46" name="任意多边形 545"/>
              <p:cNvSpPr/>
              <p:nvPr/>
            </p:nvSpPr>
            <p:spPr>
              <a:xfrm>
                <a:off x="5724496" y="2429794"/>
                <a:ext cx="15218" cy="23074"/>
              </a:xfrm>
              <a:custGeom>
                <a:avLst/>
                <a:gdLst/>
                <a:ahLst/>
                <a:cxnLst/>
                <a:rect l="0" t="0" r="0" b="0"/>
                <a:pathLst>
                  <a:path w="15218" h="23074">
                    <a:moveTo>
                      <a:pt x="0" y="11537"/>
                    </a:moveTo>
                    <a:cubicBezTo>
                      <a:pt x="0" y="5160"/>
                      <a:pt x="3406" y="0"/>
                      <a:pt x="7609" y="0"/>
                    </a:cubicBezTo>
                    <a:cubicBezTo>
                      <a:pt x="11811" y="0"/>
                      <a:pt x="15218" y="5160"/>
                      <a:pt x="15218" y="11537"/>
                    </a:cubicBezTo>
                    <a:cubicBezTo>
                      <a:pt x="15218" y="17904"/>
                      <a:pt x="11811" y="23074"/>
                      <a:pt x="7609" y="23074"/>
                    </a:cubicBezTo>
                    <a:cubicBezTo>
                      <a:pt x="3406" y="23074"/>
                      <a:pt x="0" y="17904"/>
                      <a:pt x="0" y="11537"/>
                    </a:cubicBezTo>
                    <a:close/>
                  </a:path>
                </a:pathLst>
              </a:custGeom>
              <a:solidFill>
                <a:srgbClr val="FF1418"/>
              </a:solidFill>
              <a:ln w="7600" cap="flat">
                <a:noFill/>
                <a:bevel/>
              </a:ln>
            </p:spPr>
          </p:sp>
          <p:sp>
            <p:nvSpPr>
              <p:cNvPr id="547" name="任意多边形 546"/>
              <p:cNvSpPr/>
              <p:nvPr/>
            </p:nvSpPr>
            <p:spPr>
              <a:xfrm>
                <a:off x="5724857" y="2430337"/>
                <a:ext cx="14499" cy="21978"/>
              </a:xfrm>
              <a:custGeom>
                <a:avLst/>
                <a:gdLst/>
                <a:ahLst/>
                <a:cxnLst/>
                <a:rect l="0" t="0" r="0" b="0"/>
                <a:pathLst>
                  <a:path w="14499" h="21978">
                    <a:moveTo>
                      <a:pt x="0" y="10989"/>
                    </a:moveTo>
                    <a:cubicBezTo>
                      <a:pt x="0" y="4915"/>
                      <a:pt x="3245" y="0"/>
                      <a:pt x="7250" y="0"/>
                    </a:cubicBezTo>
                    <a:cubicBezTo>
                      <a:pt x="11253" y="0"/>
                      <a:pt x="14499" y="4915"/>
                      <a:pt x="14499" y="10989"/>
                    </a:cubicBezTo>
                    <a:cubicBezTo>
                      <a:pt x="14499" y="17054"/>
                      <a:pt x="11253" y="21978"/>
                      <a:pt x="7250" y="21978"/>
                    </a:cubicBezTo>
                    <a:cubicBezTo>
                      <a:pt x="3245" y="21978"/>
                      <a:pt x="0" y="17054"/>
                      <a:pt x="0" y="10989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77571">
                    <a:srgbClr val="FFFFFF">
                      <a:alpha val="0"/>
                    </a:srgbClr>
                  </a:gs>
                  <a:gs pos="0">
                    <a:srgbClr val="FFFFFF">
                      <a:alpha val="4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48" name="任意多边形 547"/>
              <p:cNvSpPr/>
              <p:nvPr/>
            </p:nvSpPr>
            <p:spPr>
              <a:xfrm>
                <a:off x="5726452" y="2430637"/>
                <a:ext cx="11308" cy="8662"/>
              </a:xfrm>
              <a:custGeom>
                <a:avLst/>
                <a:gdLst/>
                <a:ahLst/>
                <a:cxnLst/>
                <a:rect l="0" t="0" r="0" b="0"/>
                <a:pathLst>
                  <a:path w="11308" h="8662">
                    <a:moveTo>
                      <a:pt x="0" y="4853"/>
                    </a:moveTo>
                    <a:cubicBezTo>
                      <a:pt x="0" y="2745"/>
                      <a:pt x="2530" y="0"/>
                      <a:pt x="5654" y="0"/>
                    </a:cubicBezTo>
                    <a:cubicBezTo>
                      <a:pt x="8776" y="0"/>
                      <a:pt x="11308" y="2745"/>
                      <a:pt x="11308" y="4853"/>
                    </a:cubicBezTo>
                    <a:cubicBezTo>
                      <a:pt x="11308" y="6954"/>
                      <a:pt x="8776" y="8662"/>
                      <a:pt x="5654" y="8662"/>
                    </a:cubicBezTo>
                    <a:cubicBezTo>
                      <a:pt x="2530" y="8662"/>
                      <a:pt x="0" y="6954"/>
                      <a:pt x="0" y="485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49" name="任意多边形 548"/>
              <p:cNvSpPr/>
              <p:nvPr/>
            </p:nvSpPr>
            <p:spPr>
              <a:xfrm>
                <a:off x="5732110" y="2432620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50" name="任意多边形 549"/>
              <p:cNvSpPr/>
              <p:nvPr/>
            </p:nvSpPr>
            <p:spPr>
              <a:xfrm>
                <a:off x="5731939" y="2450503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900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grpSp>
            <p:nvGrpSpPr>
              <p:cNvPr id="551" name="组合 550"/>
              <p:cNvGrpSpPr/>
              <p:nvPr/>
            </p:nvGrpSpPr>
            <p:grpSpPr>
              <a:xfrm>
                <a:off x="5705196" y="2152765"/>
                <a:ext cx="157282" cy="79737"/>
                <a:chOff x="5705196" y="2152765"/>
                <a:chExt cx="157282" cy="79737"/>
              </a:xfrm>
            </p:grpSpPr>
            <p:sp>
              <p:nvSpPr>
                <p:cNvPr id="562" name="任意多边形 561"/>
                <p:cNvSpPr/>
                <p:nvPr/>
              </p:nvSpPr>
              <p:spPr>
                <a:xfrm>
                  <a:off x="5705196" y="2152765"/>
                  <a:ext cx="157282" cy="79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79737">
                      <a:moveTo>
                        <a:pt x="0" y="0"/>
                      </a:moveTo>
                      <a:lnTo>
                        <a:pt x="157282" y="29768"/>
                      </a:lnTo>
                      <a:lnTo>
                        <a:pt x="157282" y="79737"/>
                      </a:lnTo>
                      <a:lnTo>
                        <a:pt x="0" y="478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563" name="任意多边形 562"/>
                <p:cNvSpPr/>
                <p:nvPr/>
              </p:nvSpPr>
              <p:spPr>
                <a:xfrm>
                  <a:off x="5709009" y="2156291"/>
                  <a:ext cx="149656" cy="705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6" h="70516">
                      <a:moveTo>
                        <a:pt x="0" y="0"/>
                      </a:moveTo>
                      <a:lnTo>
                        <a:pt x="149656" y="28749"/>
                      </a:lnTo>
                      <a:lnTo>
                        <a:pt x="149656" y="70516"/>
                      </a:lnTo>
                      <a:lnTo>
                        <a:pt x="0" y="417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57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564" name="任意多边形 563"/>
                <p:cNvSpPr/>
                <p:nvPr/>
              </p:nvSpPr>
              <p:spPr>
                <a:xfrm>
                  <a:off x="5709297" y="2156325"/>
                  <a:ext cx="149079" cy="488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48827">
                      <a:moveTo>
                        <a:pt x="0" y="0"/>
                      </a:moveTo>
                      <a:lnTo>
                        <a:pt x="0" y="26003"/>
                      </a:lnTo>
                      <a:cubicBezTo>
                        <a:pt x="0" y="26003"/>
                        <a:pt x="24857" y="22206"/>
                        <a:pt x="64102" y="27359"/>
                      </a:cubicBezTo>
                      <a:cubicBezTo>
                        <a:pt x="103346" y="32512"/>
                        <a:pt x="149079" y="48827"/>
                        <a:pt x="149079" y="48827"/>
                      </a:cubicBezTo>
                      <a:lnTo>
                        <a:pt x="149079" y="287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65" name="任意多边形 564"/>
                <p:cNvSpPr/>
                <p:nvPr/>
              </p:nvSpPr>
              <p:spPr>
                <a:xfrm>
                  <a:off x="5708881" y="2156325"/>
                  <a:ext cx="149912" cy="3500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2" h="35004">
                      <a:moveTo>
                        <a:pt x="0" y="0"/>
                      </a:moveTo>
                      <a:lnTo>
                        <a:pt x="149912" y="28715"/>
                      </a:lnTo>
                      <a:cubicBezTo>
                        <a:pt x="149912" y="28715"/>
                        <a:pt x="149912" y="35004"/>
                        <a:pt x="149912" y="35004"/>
                      </a:cubicBezTo>
                      <a:cubicBezTo>
                        <a:pt x="149912" y="35004"/>
                        <a:pt x="0" y="5662"/>
                        <a:pt x="0" y="5662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</p:grpSp>
          <p:sp>
            <p:nvSpPr>
              <p:cNvPr id="552" name="任意多边形 551"/>
              <p:cNvSpPr/>
              <p:nvPr/>
            </p:nvSpPr>
            <p:spPr>
              <a:xfrm>
                <a:off x="5705196" y="2090347"/>
                <a:ext cx="157282" cy="79737"/>
              </a:xfrm>
              <a:custGeom>
                <a:avLst/>
                <a:gdLst/>
                <a:ahLst/>
                <a:cxnLst/>
                <a:rect l="0" t="0" r="0" b="0"/>
                <a:pathLst>
                  <a:path w="157282" h="79737">
                    <a:moveTo>
                      <a:pt x="0" y="0"/>
                    </a:moveTo>
                    <a:lnTo>
                      <a:pt x="157282" y="29768"/>
                    </a:lnTo>
                    <a:lnTo>
                      <a:pt x="157282" y="79737"/>
                    </a:lnTo>
                    <a:lnTo>
                      <a:pt x="0" y="533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53" name="任意多边形 552"/>
              <p:cNvSpPr/>
              <p:nvPr/>
            </p:nvSpPr>
            <p:spPr>
              <a:xfrm>
                <a:off x="5709009" y="2093874"/>
                <a:ext cx="149655" cy="70515"/>
              </a:xfrm>
              <a:custGeom>
                <a:avLst/>
                <a:gdLst/>
                <a:ahLst/>
                <a:cxnLst/>
                <a:rect l="0" t="0" r="0" b="0"/>
                <a:pathLst>
                  <a:path w="149655" h="70515">
                    <a:moveTo>
                      <a:pt x="0" y="0"/>
                    </a:moveTo>
                    <a:lnTo>
                      <a:pt x="149655" y="28749"/>
                    </a:lnTo>
                    <a:lnTo>
                      <a:pt x="149655" y="70515"/>
                    </a:lnTo>
                    <a:lnTo>
                      <a:pt x="0" y="4176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808080">
                      <a:alpha val="20000"/>
                    </a:srgbClr>
                  </a:gs>
                  <a:gs pos="87857">
                    <a:srgbClr val="808080">
                      <a:alpha val="20000"/>
                    </a:srgbClr>
                  </a:gs>
                  <a:gs pos="0">
                    <a:srgbClr val="E0E0E0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54" name="任意多边形 553"/>
              <p:cNvSpPr/>
              <p:nvPr/>
            </p:nvSpPr>
            <p:spPr>
              <a:xfrm>
                <a:off x="5709297" y="2093910"/>
                <a:ext cx="149079" cy="48827"/>
              </a:xfrm>
              <a:custGeom>
                <a:avLst/>
                <a:gdLst/>
                <a:ahLst/>
                <a:cxnLst/>
                <a:rect l="0" t="0" r="0" b="0"/>
                <a:pathLst>
                  <a:path w="149079" h="48827">
                    <a:moveTo>
                      <a:pt x="0" y="0"/>
                    </a:moveTo>
                    <a:lnTo>
                      <a:pt x="0" y="26002"/>
                    </a:lnTo>
                    <a:cubicBezTo>
                      <a:pt x="0" y="26002"/>
                      <a:pt x="24857" y="22206"/>
                      <a:pt x="64101" y="27359"/>
                    </a:cubicBezTo>
                    <a:cubicBezTo>
                      <a:pt x="103346" y="32512"/>
                      <a:pt x="149079" y="48827"/>
                      <a:pt x="149079" y="48827"/>
                    </a:cubicBezTo>
                    <a:lnTo>
                      <a:pt x="149079" y="2871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55" name="任意多边形 554"/>
              <p:cNvSpPr/>
              <p:nvPr/>
            </p:nvSpPr>
            <p:spPr>
              <a:xfrm>
                <a:off x="5708880" y="2093909"/>
                <a:ext cx="149913" cy="35004"/>
              </a:xfrm>
              <a:custGeom>
                <a:avLst/>
                <a:gdLst/>
                <a:ahLst/>
                <a:cxnLst/>
                <a:rect l="0" t="0" r="0" b="0"/>
                <a:pathLst>
                  <a:path w="149913" h="35004">
                    <a:moveTo>
                      <a:pt x="0" y="0"/>
                    </a:moveTo>
                    <a:lnTo>
                      <a:pt x="149913" y="28715"/>
                    </a:lnTo>
                    <a:cubicBezTo>
                      <a:pt x="149913" y="28715"/>
                      <a:pt x="149913" y="35004"/>
                      <a:pt x="149913" y="35004"/>
                    </a:cubicBezTo>
                    <a:cubicBezTo>
                      <a:pt x="149913" y="35004"/>
                      <a:pt x="0" y="5662"/>
                      <a:pt x="0" y="566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noFill/>
                <a:bevel/>
              </a:ln>
            </p:spPr>
          </p:sp>
          <p:sp>
            <p:nvSpPr>
              <p:cNvPr id="556" name="任意多边形 555"/>
              <p:cNvSpPr/>
              <p:nvPr/>
            </p:nvSpPr>
            <p:spPr>
              <a:xfrm>
                <a:off x="5653875" y="2020303"/>
                <a:ext cx="259925" cy="170438"/>
              </a:xfrm>
              <a:custGeom>
                <a:avLst/>
                <a:gdLst/>
                <a:ahLst/>
                <a:cxnLst/>
                <a:rect l="0" t="0" r="0" b="0"/>
                <a:pathLst>
                  <a:path w="259925" h="170438">
                    <a:moveTo>
                      <a:pt x="4431" y="170438"/>
                    </a:moveTo>
                    <a:cubicBezTo>
                      <a:pt x="4431" y="170438"/>
                      <a:pt x="0" y="60799"/>
                      <a:pt x="0" y="35283"/>
                    </a:cubicBezTo>
                    <a:cubicBezTo>
                      <a:pt x="0" y="9767"/>
                      <a:pt x="13051" y="-5897"/>
                      <a:pt x="55350" y="1744"/>
                    </a:cubicBezTo>
                    <a:cubicBezTo>
                      <a:pt x="103567" y="10455"/>
                      <a:pt x="187167" y="27310"/>
                      <a:pt x="208209" y="32094"/>
                    </a:cubicBezTo>
                    <a:cubicBezTo>
                      <a:pt x="229251" y="36878"/>
                      <a:pt x="259925" y="25714"/>
                      <a:pt x="259925" y="89504"/>
                    </a:cubicBezTo>
                    <a:cubicBezTo>
                      <a:pt x="259925" y="153294"/>
                      <a:pt x="259925" y="117147"/>
                      <a:pt x="259925" y="113957"/>
                    </a:cubicBezTo>
                    <a:cubicBezTo>
                      <a:pt x="259925" y="110768"/>
                      <a:pt x="149085" y="103592"/>
                      <a:pt x="93979" y="124589"/>
                    </a:cubicBezTo>
                    <a:cubicBezTo>
                      <a:pt x="32444" y="148037"/>
                      <a:pt x="4431" y="175173"/>
                      <a:pt x="4431" y="17043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57" name="任意多边形 556"/>
              <p:cNvSpPr/>
              <p:nvPr/>
            </p:nvSpPr>
            <p:spPr>
              <a:xfrm>
                <a:off x="5707223" y="2494582"/>
                <a:ext cx="153598" cy="71518"/>
              </a:xfrm>
              <a:custGeom>
                <a:avLst/>
                <a:gdLst/>
                <a:ahLst/>
                <a:cxnLst/>
                <a:rect l="0" t="0" r="0" b="0"/>
                <a:pathLst>
                  <a:path w="153598" h="71518">
                    <a:moveTo>
                      <a:pt x="0" y="0"/>
                    </a:moveTo>
                    <a:lnTo>
                      <a:pt x="153598" y="26579"/>
                    </a:lnTo>
                    <a:lnTo>
                      <a:pt x="153598" y="71518"/>
                    </a:lnTo>
                    <a:lnTo>
                      <a:pt x="0" y="42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58" name="任意多边形 557"/>
              <p:cNvSpPr/>
              <p:nvPr/>
            </p:nvSpPr>
            <p:spPr>
              <a:xfrm>
                <a:off x="5710769" y="2502024"/>
                <a:ext cx="143907" cy="56347"/>
              </a:xfrm>
              <a:custGeom>
                <a:avLst/>
                <a:gdLst/>
                <a:ahLst/>
                <a:cxnLst/>
                <a:rect l="0" t="0" r="0" b="0"/>
                <a:pathLst>
                  <a:path w="143907" h="56347">
                    <a:moveTo>
                      <a:pt x="0" y="0"/>
                    </a:moveTo>
                    <a:lnTo>
                      <a:pt x="143907" y="23335"/>
                    </a:lnTo>
                    <a:lnTo>
                      <a:pt x="143907" y="56347"/>
                    </a:lnTo>
                    <a:lnTo>
                      <a:pt x="0" y="2817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808080">
                      <a:alpha val="20000"/>
                    </a:srgbClr>
                  </a:gs>
                  <a:gs pos="90653">
                    <a:srgbClr val="808080">
                      <a:alpha val="20000"/>
                    </a:srgbClr>
                  </a:gs>
                  <a:gs pos="0">
                    <a:srgbClr val="E0E0E0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59" name="任意多边形 558"/>
              <p:cNvSpPr/>
              <p:nvPr/>
            </p:nvSpPr>
            <p:spPr>
              <a:xfrm>
                <a:off x="5710874" y="2502184"/>
                <a:ext cx="140725" cy="46597"/>
              </a:xfrm>
              <a:custGeom>
                <a:avLst/>
                <a:gdLst/>
                <a:ahLst/>
                <a:cxnLst/>
                <a:rect l="0" t="0" r="0" b="0"/>
                <a:pathLst>
                  <a:path w="140725" h="46597">
                    <a:moveTo>
                      <a:pt x="0" y="0"/>
                    </a:moveTo>
                    <a:lnTo>
                      <a:pt x="0" y="25841"/>
                    </a:lnTo>
                    <a:cubicBezTo>
                      <a:pt x="0" y="25841"/>
                      <a:pt x="27008" y="22032"/>
                      <a:pt x="66483" y="25355"/>
                    </a:cubicBezTo>
                    <a:cubicBezTo>
                      <a:pt x="116997" y="29608"/>
                      <a:pt x="140725" y="46597"/>
                      <a:pt x="140725" y="46597"/>
                    </a:cubicBezTo>
                    <a:lnTo>
                      <a:pt x="140725" y="26045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60" name="任意多边形 559"/>
              <p:cNvSpPr/>
              <p:nvPr/>
            </p:nvSpPr>
            <p:spPr>
              <a:xfrm>
                <a:off x="5712067" y="2506663"/>
                <a:ext cx="142609" cy="27410"/>
              </a:xfrm>
              <a:custGeom>
                <a:avLst/>
                <a:gdLst/>
                <a:ahLst/>
                <a:cxnLst/>
                <a:rect l="0" t="0" r="0" b="0"/>
                <a:pathLst>
                  <a:path w="142609" h="27410">
                    <a:moveTo>
                      <a:pt x="0" y="0"/>
                    </a:moveTo>
                    <a:lnTo>
                      <a:pt x="142609" y="20868"/>
                    </a:lnTo>
                    <a:cubicBezTo>
                      <a:pt x="142609" y="20868"/>
                      <a:pt x="142609" y="27410"/>
                      <a:pt x="142609" y="27410"/>
                    </a:cubicBezTo>
                    <a:cubicBezTo>
                      <a:pt x="142609" y="27410"/>
                      <a:pt x="0" y="5613"/>
                      <a:pt x="0" y="56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noFill/>
                <a:bevel/>
              </a:ln>
            </p:spPr>
          </p:sp>
          <p:sp>
            <p:nvSpPr>
              <p:cNvPr id="561" name="任意多边形 560"/>
              <p:cNvSpPr/>
              <p:nvPr/>
            </p:nvSpPr>
            <p:spPr>
              <a:xfrm>
                <a:off x="5881465" y="1952181"/>
                <a:ext cx="379124" cy="126832"/>
              </a:xfrm>
              <a:custGeom>
                <a:avLst/>
                <a:gdLst/>
                <a:ahLst/>
                <a:cxnLst/>
                <a:rect l="0" t="0" r="0" b="0"/>
                <a:pathLst>
                  <a:path w="379124" h="126832">
                    <a:moveTo>
                      <a:pt x="0" y="104904"/>
                    </a:moveTo>
                    <a:lnTo>
                      <a:pt x="359304" y="0"/>
                    </a:lnTo>
                    <a:cubicBezTo>
                      <a:pt x="359304" y="0"/>
                      <a:pt x="366503" y="2805"/>
                      <a:pt x="373079" y="10536"/>
                    </a:cubicBezTo>
                    <a:cubicBezTo>
                      <a:pt x="379124" y="18049"/>
                      <a:pt x="379124" y="25420"/>
                      <a:pt x="379124" y="25420"/>
                    </a:cubicBezTo>
                    <a:lnTo>
                      <a:pt x="27913" y="126832"/>
                    </a:lnTo>
                    <a:lnTo>
                      <a:pt x="0" y="104904"/>
                    </a:lnTo>
                    <a:close/>
                  </a:path>
                </a:pathLst>
              </a:custGeom>
              <a:gradFill>
                <a:gsLst>
                  <a:gs pos="40000">
                    <a:srgbClr val="FFFFFF">
                      <a:alpha val="7000"/>
                    </a:srgbClr>
                  </a:gs>
                  <a:gs pos="100000">
                    <a:srgbClr val="FFFFFF"/>
                  </a:gs>
                </a:gsLst>
                <a:lin ang="15000000" scaled="0"/>
              </a:gradFill>
              <a:ln w="7600" cap="flat">
                <a:noFill/>
                <a:bevel/>
              </a:ln>
            </p:spPr>
          </p:sp>
        </p:grpSp>
        <p:grpSp>
          <p:nvGrpSpPr>
            <p:cNvPr id="522" name="组合 521"/>
            <p:cNvGrpSpPr/>
            <p:nvPr/>
          </p:nvGrpSpPr>
          <p:grpSpPr>
            <a:xfrm>
              <a:off x="6049789" y="2201264"/>
              <a:ext cx="198540" cy="428061"/>
              <a:chOff x="6049789" y="2201264"/>
              <a:chExt cx="198540" cy="428061"/>
            </a:xfrm>
          </p:grpSpPr>
          <p:sp>
            <p:nvSpPr>
              <p:cNvPr id="524" name="任意多边形 523"/>
              <p:cNvSpPr/>
              <p:nvPr/>
            </p:nvSpPr>
            <p:spPr>
              <a:xfrm>
                <a:off x="6067462" y="2294083"/>
                <a:ext cx="179606" cy="330986"/>
              </a:xfrm>
              <a:custGeom>
                <a:avLst/>
                <a:gdLst/>
                <a:ahLst/>
                <a:cxnLst/>
                <a:rect l="0" t="0" r="0" b="0"/>
                <a:pathLst>
                  <a:path w="179606" h="330986">
                    <a:moveTo>
                      <a:pt x="29722" y="0"/>
                    </a:moveTo>
                    <a:cubicBezTo>
                      <a:pt x="29722" y="0"/>
                      <a:pt x="123907" y="20509"/>
                      <a:pt x="142458" y="27151"/>
                    </a:cubicBezTo>
                    <a:cubicBezTo>
                      <a:pt x="161011" y="33793"/>
                      <a:pt x="179606" y="45750"/>
                      <a:pt x="179606" y="64350"/>
                    </a:cubicBezTo>
                    <a:cubicBezTo>
                      <a:pt x="179606" y="82949"/>
                      <a:pt x="179606" y="295511"/>
                      <a:pt x="179606" y="306138"/>
                    </a:cubicBezTo>
                    <a:cubicBezTo>
                      <a:pt x="179606" y="316766"/>
                      <a:pt x="179606" y="330986"/>
                      <a:pt x="155302" y="330986"/>
                    </a:cubicBezTo>
                    <a:cubicBezTo>
                      <a:pt x="129615" y="323410"/>
                      <a:pt x="61118" y="307467"/>
                      <a:pt x="22587" y="295511"/>
                    </a:cubicBezTo>
                    <a:cubicBezTo>
                      <a:pt x="11903" y="292195"/>
                      <a:pt x="0" y="276911"/>
                      <a:pt x="0" y="254326"/>
                    </a:cubicBezTo>
                    <a:cubicBezTo>
                      <a:pt x="0" y="231741"/>
                      <a:pt x="0" y="36451"/>
                      <a:pt x="0" y="13866"/>
                    </a:cubicBezTo>
                    <a:cubicBezTo>
                      <a:pt x="0" y="-8719"/>
                      <a:pt x="33290" y="3902"/>
                      <a:pt x="2972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80"/>
                  </a:gs>
                  <a:gs pos="100000">
                    <a:srgbClr val="2E98D1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25" name="任意多边形 524"/>
              <p:cNvSpPr/>
              <p:nvPr/>
            </p:nvSpPr>
            <p:spPr>
              <a:xfrm>
                <a:off x="6072514" y="2201098"/>
                <a:ext cx="24416" cy="112716"/>
              </a:xfrm>
              <a:custGeom>
                <a:avLst/>
                <a:gdLst/>
                <a:ahLst/>
                <a:cxnLst/>
                <a:rect l="0" t="0" r="0" b="0"/>
                <a:pathLst>
                  <a:path w="24416" h="112716">
                    <a:moveTo>
                      <a:pt x="0" y="112716"/>
                    </a:moveTo>
                    <a:lnTo>
                      <a:pt x="0" y="7722"/>
                    </a:lnTo>
                    <a:cubicBezTo>
                      <a:pt x="0" y="7722"/>
                      <a:pt x="0" y="0"/>
                      <a:pt x="11260" y="0"/>
                    </a:cubicBezTo>
                    <a:cubicBezTo>
                      <a:pt x="22676" y="0"/>
                      <a:pt x="24103" y="7722"/>
                      <a:pt x="24103" y="7722"/>
                    </a:cubicBezTo>
                    <a:lnTo>
                      <a:pt x="24103" y="112716"/>
                    </a:lnTo>
                    <a:lnTo>
                      <a:pt x="0" y="112716"/>
                    </a:lnTo>
                    <a:close/>
                  </a:path>
                </a:pathLst>
              </a:custGeom>
              <a:gradFill>
                <a:gsLst>
                  <a:gs pos="0">
                    <a:srgbClr val="000080"/>
                  </a:gs>
                  <a:gs pos="100000">
                    <a:srgbClr val="A0A0FF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526" name="任意多边形 525"/>
              <p:cNvSpPr/>
              <p:nvPr/>
            </p:nvSpPr>
            <p:spPr>
              <a:xfrm>
                <a:off x="6071176" y="2202341"/>
                <a:ext cx="25754" cy="14634"/>
              </a:xfrm>
              <a:custGeom>
                <a:avLst/>
                <a:gdLst/>
                <a:ahLst/>
                <a:cxnLst/>
                <a:rect l="0" t="0" r="0" b="0"/>
                <a:pathLst>
                  <a:path w="25754" h="14634">
                    <a:moveTo>
                      <a:pt x="0" y="7141"/>
                    </a:moveTo>
                    <a:cubicBezTo>
                      <a:pt x="0" y="3105"/>
                      <a:pt x="5505" y="-166"/>
                      <a:pt x="12598" y="-166"/>
                    </a:cubicBezTo>
                    <a:cubicBezTo>
                      <a:pt x="19691" y="-166"/>
                      <a:pt x="25441" y="3105"/>
                      <a:pt x="25441" y="7141"/>
                    </a:cubicBezTo>
                    <a:cubicBezTo>
                      <a:pt x="25441" y="11176"/>
                      <a:pt x="19691" y="14448"/>
                      <a:pt x="12598" y="14448"/>
                    </a:cubicBezTo>
                    <a:cubicBezTo>
                      <a:pt x="5505" y="14448"/>
                      <a:pt x="0" y="11176"/>
                      <a:pt x="0" y="71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27" name="任意多边形 526"/>
              <p:cNvSpPr/>
              <p:nvPr/>
            </p:nvSpPr>
            <p:spPr>
              <a:xfrm>
                <a:off x="6205297" y="2332186"/>
                <a:ext cx="42811" cy="48574"/>
              </a:xfrm>
              <a:custGeom>
                <a:avLst/>
                <a:gdLst/>
                <a:ahLst/>
                <a:cxnLst/>
                <a:rect l="0" t="0" r="0" b="0"/>
                <a:pathLst>
                  <a:path w="42811" h="48574">
                    <a:moveTo>
                      <a:pt x="0" y="3840"/>
                    </a:moveTo>
                    <a:lnTo>
                      <a:pt x="28318" y="0"/>
                    </a:lnTo>
                    <a:cubicBezTo>
                      <a:pt x="28318" y="0"/>
                      <a:pt x="43402" y="10483"/>
                      <a:pt x="42811" y="21111"/>
                    </a:cubicBezTo>
                    <a:cubicBezTo>
                      <a:pt x="41774" y="31739"/>
                      <a:pt x="41774" y="33068"/>
                      <a:pt x="41774" y="31739"/>
                    </a:cubicBezTo>
                    <a:lnTo>
                      <a:pt x="13334" y="48574"/>
                    </a:lnTo>
                    <a:lnTo>
                      <a:pt x="0" y="3840"/>
                    </a:ln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28" name="任意多边形 527"/>
              <p:cNvSpPr/>
              <p:nvPr/>
            </p:nvSpPr>
            <p:spPr>
              <a:xfrm>
                <a:off x="6049772" y="2298244"/>
                <a:ext cx="179606" cy="330986"/>
              </a:xfrm>
              <a:custGeom>
                <a:avLst/>
                <a:gdLst/>
                <a:ahLst/>
                <a:cxnLst/>
                <a:rect l="0" t="0" r="0" b="0"/>
                <a:pathLst>
                  <a:path w="179606" h="330986">
                    <a:moveTo>
                      <a:pt x="29722" y="0"/>
                    </a:moveTo>
                    <a:cubicBezTo>
                      <a:pt x="29722" y="0"/>
                      <a:pt x="123907" y="20509"/>
                      <a:pt x="142458" y="27151"/>
                    </a:cubicBezTo>
                    <a:cubicBezTo>
                      <a:pt x="161011" y="33793"/>
                      <a:pt x="179606" y="45750"/>
                      <a:pt x="179606" y="64350"/>
                    </a:cubicBezTo>
                    <a:cubicBezTo>
                      <a:pt x="179606" y="82949"/>
                      <a:pt x="179606" y="295511"/>
                      <a:pt x="179606" y="306138"/>
                    </a:cubicBezTo>
                    <a:cubicBezTo>
                      <a:pt x="179606" y="316766"/>
                      <a:pt x="179606" y="330986"/>
                      <a:pt x="155302" y="330986"/>
                    </a:cubicBezTo>
                    <a:cubicBezTo>
                      <a:pt x="129615" y="323410"/>
                      <a:pt x="61118" y="307467"/>
                      <a:pt x="22587" y="295511"/>
                    </a:cubicBezTo>
                    <a:cubicBezTo>
                      <a:pt x="11903" y="292195"/>
                      <a:pt x="0" y="276911"/>
                      <a:pt x="0" y="254326"/>
                    </a:cubicBezTo>
                    <a:cubicBezTo>
                      <a:pt x="0" y="231741"/>
                      <a:pt x="0" y="36451"/>
                      <a:pt x="0" y="13866"/>
                    </a:cubicBezTo>
                    <a:cubicBezTo>
                      <a:pt x="0" y="-8719"/>
                      <a:pt x="33290" y="3902"/>
                      <a:pt x="2972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9999"/>
                  </a:gs>
                  <a:gs pos="100000">
                    <a:srgbClr val="E0E0E0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29" name="任意多边形 528"/>
              <p:cNvSpPr/>
              <p:nvPr/>
            </p:nvSpPr>
            <p:spPr>
              <a:xfrm>
                <a:off x="6064737" y="2329465"/>
                <a:ext cx="146829" cy="266532"/>
              </a:xfrm>
              <a:custGeom>
                <a:avLst/>
                <a:gdLst/>
                <a:ahLst/>
                <a:cxnLst/>
                <a:rect l="0" t="0" r="0" b="0"/>
                <a:pathLst>
                  <a:path w="146829" h="266532">
                    <a:moveTo>
                      <a:pt x="21890" y="0"/>
                    </a:moveTo>
                    <a:cubicBezTo>
                      <a:pt x="21890" y="0"/>
                      <a:pt x="105157" y="17169"/>
                      <a:pt x="118929" y="22502"/>
                    </a:cubicBezTo>
                    <a:cubicBezTo>
                      <a:pt x="132701" y="27833"/>
                      <a:pt x="146829" y="37432"/>
                      <a:pt x="146829" y="52363"/>
                    </a:cubicBezTo>
                    <a:cubicBezTo>
                      <a:pt x="146829" y="67293"/>
                      <a:pt x="146829" y="237929"/>
                      <a:pt x="146829" y="246461"/>
                    </a:cubicBezTo>
                    <a:cubicBezTo>
                      <a:pt x="146829" y="254992"/>
                      <a:pt x="146829" y="266532"/>
                      <a:pt x="128464" y="266532"/>
                    </a:cubicBezTo>
                    <a:cubicBezTo>
                      <a:pt x="109395" y="260325"/>
                      <a:pt x="45196" y="246739"/>
                      <a:pt x="16593" y="237141"/>
                    </a:cubicBezTo>
                    <a:cubicBezTo>
                      <a:pt x="8662" y="234479"/>
                      <a:pt x="0" y="222210"/>
                      <a:pt x="0" y="204080"/>
                    </a:cubicBezTo>
                    <a:cubicBezTo>
                      <a:pt x="0" y="185950"/>
                      <a:pt x="0" y="29178"/>
                      <a:pt x="0" y="11047"/>
                    </a:cubicBezTo>
                    <a:cubicBezTo>
                      <a:pt x="0" y="-7083"/>
                      <a:pt x="24539" y="3049"/>
                      <a:pt x="2189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80"/>
                  </a:gs>
                  <a:gs pos="100000">
                    <a:srgbClr val="2E98D1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30" name="任意多边形 529"/>
              <p:cNvSpPr/>
              <p:nvPr/>
            </p:nvSpPr>
            <p:spPr>
              <a:xfrm>
                <a:off x="6074826" y="2341567"/>
                <a:ext cx="126761" cy="241311"/>
              </a:xfrm>
              <a:custGeom>
                <a:avLst/>
                <a:gdLst/>
                <a:ahLst/>
                <a:cxnLst/>
                <a:rect l="0" t="0" r="0" b="0"/>
                <a:pathLst>
                  <a:path w="126761" h="241311">
                    <a:moveTo>
                      <a:pt x="21795" y="0"/>
                    </a:moveTo>
                    <a:cubicBezTo>
                      <a:pt x="21795" y="0"/>
                      <a:pt x="85085" y="11709"/>
                      <a:pt x="98856" y="17042"/>
                    </a:cubicBezTo>
                    <a:cubicBezTo>
                      <a:pt x="112628" y="22373"/>
                      <a:pt x="126761" y="31972"/>
                      <a:pt x="126761" y="46903"/>
                    </a:cubicBezTo>
                    <a:cubicBezTo>
                      <a:pt x="126761" y="61833"/>
                      <a:pt x="126761" y="212542"/>
                      <a:pt x="126761" y="221074"/>
                    </a:cubicBezTo>
                    <a:cubicBezTo>
                      <a:pt x="126761" y="229605"/>
                      <a:pt x="126761" y="241311"/>
                      <a:pt x="108391" y="241311"/>
                    </a:cubicBezTo>
                    <a:cubicBezTo>
                      <a:pt x="89321" y="234939"/>
                      <a:pt x="45102" y="226583"/>
                      <a:pt x="16499" y="216984"/>
                    </a:cubicBezTo>
                    <a:cubicBezTo>
                      <a:pt x="8567" y="214323"/>
                      <a:pt x="0" y="202054"/>
                      <a:pt x="0" y="183923"/>
                    </a:cubicBezTo>
                    <a:cubicBezTo>
                      <a:pt x="0" y="165794"/>
                      <a:pt x="0" y="28949"/>
                      <a:pt x="0" y="10819"/>
                    </a:cubicBezTo>
                    <a:cubicBezTo>
                      <a:pt x="0" y="-7311"/>
                      <a:pt x="24444" y="2820"/>
                      <a:pt x="2179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0FFFB"/>
                  </a:gs>
                  <a:gs pos="100000">
                    <a:srgbClr val="000080"/>
                  </a:gs>
                </a:gsLst>
                <a:lin ang="13500000" scaled="0"/>
              </a:gradFill>
              <a:ln w="7600" cap="flat">
                <a:noFill/>
                <a:bevel/>
              </a:ln>
            </p:spPr>
          </p:sp>
          <p:sp>
            <p:nvSpPr>
              <p:cNvPr id="531" name="任意多边形 530"/>
              <p:cNvSpPr/>
              <p:nvPr/>
            </p:nvSpPr>
            <p:spPr>
              <a:xfrm>
                <a:off x="6086899" y="2342770"/>
                <a:ext cx="116058" cy="189935"/>
              </a:xfrm>
              <a:custGeom>
                <a:avLst/>
                <a:gdLst/>
                <a:ahLst/>
                <a:cxnLst/>
                <a:rect l="0" t="0" r="0" b="0"/>
                <a:pathLst>
                  <a:path w="116058" h="189935">
                    <a:moveTo>
                      <a:pt x="0" y="0"/>
                    </a:moveTo>
                    <a:cubicBezTo>
                      <a:pt x="0" y="0"/>
                      <a:pt x="68687" y="14274"/>
                      <a:pt x="92489" y="21153"/>
                    </a:cubicBezTo>
                    <a:cubicBezTo>
                      <a:pt x="124671" y="30452"/>
                      <a:pt x="114720" y="78278"/>
                      <a:pt x="114720" y="61008"/>
                    </a:cubicBezTo>
                    <a:lnTo>
                      <a:pt x="114720" y="189935"/>
                    </a:lnTo>
                    <a:cubicBezTo>
                      <a:pt x="114720" y="189935"/>
                      <a:pt x="109614" y="134075"/>
                      <a:pt x="72511" y="79607"/>
                    </a:cubicBezTo>
                    <a:cubicBezTo>
                      <a:pt x="51364" y="48563"/>
                      <a:pt x="-5976" y="521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</a:gradFill>
              <a:ln w="7600" cap="flat">
                <a:noFill/>
                <a:bevel/>
              </a:ln>
            </p:spPr>
          </p:sp>
          <p:sp>
            <p:nvSpPr>
              <p:cNvPr id="532" name="任意多边形 531"/>
              <p:cNvSpPr/>
              <p:nvPr/>
            </p:nvSpPr>
            <p:spPr>
              <a:xfrm>
                <a:off x="6075427" y="2309143"/>
                <a:ext cx="28429" cy="18682"/>
              </a:xfrm>
              <a:custGeom>
                <a:avLst/>
                <a:gdLst/>
                <a:ahLst/>
                <a:cxnLst/>
                <a:rect l="0" t="0" r="0" b="0"/>
                <a:pathLst>
                  <a:path w="28429" h="18682">
                    <a:moveTo>
                      <a:pt x="0" y="9341"/>
                    </a:moveTo>
                    <a:cubicBezTo>
                      <a:pt x="0" y="4039"/>
                      <a:pt x="6144" y="0"/>
                      <a:pt x="14215" y="0"/>
                    </a:cubicBezTo>
                    <a:cubicBezTo>
                      <a:pt x="21906" y="0"/>
                      <a:pt x="28429" y="4039"/>
                      <a:pt x="28429" y="9341"/>
                    </a:cubicBezTo>
                    <a:cubicBezTo>
                      <a:pt x="28429" y="14311"/>
                      <a:pt x="21906" y="18475"/>
                      <a:pt x="14215" y="18475"/>
                    </a:cubicBezTo>
                    <a:cubicBezTo>
                      <a:pt x="6144" y="18475"/>
                      <a:pt x="0" y="14311"/>
                      <a:pt x="0" y="9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80"/>
                  </a:gs>
                  <a:gs pos="100000">
                    <a:srgbClr val="2E98D1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</p:grpSp>
        <p:sp>
          <p:nvSpPr>
            <p:cNvPr id="523" name="Text 1068"/>
            <p:cNvSpPr txBox="1"/>
            <p:nvPr/>
          </p:nvSpPr>
          <p:spPr>
            <a:xfrm>
              <a:off x="5579878" y="2644524"/>
              <a:ext cx="760000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应用</a:t>
              </a:r>
              <a:endParaRPr lang="en-US" sz="1600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服务器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54" name="数据库服务器"/>
          <p:cNvGrpSpPr/>
          <p:nvPr/>
        </p:nvGrpSpPr>
        <p:grpSpPr>
          <a:xfrm>
            <a:off x="6689485" y="3462782"/>
            <a:ext cx="1069188" cy="1504367"/>
            <a:chOff x="5579879" y="3301631"/>
            <a:chExt cx="760000" cy="981346"/>
          </a:xfrm>
        </p:grpSpPr>
        <p:grpSp>
          <p:nvGrpSpPr>
            <p:cNvPr id="482" name="组合 481"/>
            <p:cNvGrpSpPr/>
            <p:nvPr/>
          </p:nvGrpSpPr>
          <p:grpSpPr>
            <a:xfrm>
              <a:off x="5652710" y="3301631"/>
              <a:ext cx="614338" cy="745616"/>
              <a:chOff x="5652710" y="3301631"/>
              <a:chExt cx="614338" cy="745616"/>
            </a:xfrm>
          </p:grpSpPr>
          <p:sp>
            <p:nvSpPr>
              <p:cNvPr id="488" name="任意多边形 487"/>
              <p:cNvSpPr/>
              <p:nvPr/>
            </p:nvSpPr>
            <p:spPr>
              <a:xfrm>
                <a:off x="5784246" y="3342694"/>
                <a:ext cx="482583" cy="699747"/>
              </a:xfrm>
              <a:custGeom>
                <a:avLst/>
                <a:gdLst/>
                <a:ahLst/>
                <a:cxnLst/>
                <a:rect l="0" t="0" r="0" b="0"/>
                <a:pathLst>
                  <a:path w="482583" h="699747">
                    <a:moveTo>
                      <a:pt x="0" y="129784"/>
                    </a:moveTo>
                    <a:cubicBezTo>
                      <a:pt x="6869" y="126372"/>
                      <a:pt x="460606" y="0"/>
                      <a:pt x="460606" y="0"/>
                    </a:cubicBezTo>
                    <a:cubicBezTo>
                      <a:pt x="460606" y="0"/>
                      <a:pt x="466700" y="0"/>
                      <a:pt x="474143" y="12742"/>
                    </a:cubicBezTo>
                    <a:cubicBezTo>
                      <a:pt x="482583" y="27226"/>
                      <a:pt x="482583" y="58805"/>
                      <a:pt x="482583" y="94633"/>
                    </a:cubicBezTo>
                    <a:cubicBezTo>
                      <a:pt x="482583" y="109419"/>
                      <a:pt x="481248" y="511149"/>
                      <a:pt x="481248" y="521381"/>
                    </a:cubicBezTo>
                    <a:cubicBezTo>
                      <a:pt x="481248" y="531617"/>
                      <a:pt x="481248" y="562331"/>
                      <a:pt x="458859" y="574840"/>
                    </a:cubicBezTo>
                    <a:cubicBezTo>
                      <a:pt x="439343" y="587350"/>
                      <a:pt x="112508" y="699747"/>
                      <a:pt x="112508" y="699747"/>
                    </a:cubicBezTo>
                    <a:lnTo>
                      <a:pt x="0" y="129784"/>
                    </a:lnTo>
                    <a:close/>
                  </a:path>
                </a:pathLst>
              </a:custGeom>
              <a:gradFill>
                <a:gsLst>
                  <a:gs pos="18000">
                    <a:srgbClr val="262626"/>
                  </a:gs>
                  <a:gs pos="100000">
                    <a:srgbClr val="BFBFBF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89" name="任意多边形 488"/>
              <p:cNvSpPr/>
              <p:nvPr/>
            </p:nvSpPr>
            <p:spPr>
              <a:xfrm>
                <a:off x="5675332" y="3301603"/>
                <a:ext cx="571766" cy="150231"/>
              </a:xfrm>
              <a:custGeom>
                <a:avLst/>
                <a:gdLst/>
                <a:ahLst/>
                <a:cxnLst/>
                <a:rect l="0" t="0" r="0" b="0"/>
                <a:pathLst>
                  <a:path w="571766" h="150231">
                    <a:moveTo>
                      <a:pt x="0" y="112331"/>
                    </a:moveTo>
                    <a:cubicBezTo>
                      <a:pt x="0" y="112331"/>
                      <a:pt x="314021" y="19571"/>
                      <a:pt x="347844" y="5610"/>
                    </a:cubicBezTo>
                    <a:cubicBezTo>
                      <a:pt x="367731" y="-2600"/>
                      <a:pt x="386677" y="-1064"/>
                      <a:pt x="404242" y="2830"/>
                    </a:cubicBezTo>
                    <a:cubicBezTo>
                      <a:pt x="429700" y="8475"/>
                      <a:pt x="571766" y="41731"/>
                      <a:pt x="571766" y="41731"/>
                    </a:cubicBezTo>
                    <a:lnTo>
                      <a:pt x="220899" y="149978"/>
                    </a:lnTo>
                    <a:lnTo>
                      <a:pt x="0" y="112331"/>
                    </a:lnTo>
                    <a:close/>
                  </a:path>
                </a:pathLst>
              </a:custGeom>
              <a:gradFill>
                <a:gsLst>
                  <a:gs pos="0">
                    <a:srgbClr val="A5A5A5"/>
                  </a:gs>
                  <a:gs pos="100000">
                    <a:srgbClr val="E0E0E0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490" name="任意多边形 489"/>
              <p:cNvSpPr/>
              <p:nvPr/>
            </p:nvSpPr>
            <p:spPr>
              <a:xfrm>
                <a:off x="5652577" y="3413454"/>
                <a:ext cx="260463" cy="633642"/>
              </a:xfrm>
              <a:custGeom>
                <a:avLst/>
                <a:gdLst/>
                <a:ahLst/>
                <a:cxnLst/>
                <a:rect l="0" t="0" r="0" b="0"/>
                <a:pathLst>
                  <a:path w="260463" h="633642">
                    <a:moveTo>
                      <a:pt x="0" y="80728"/>
                    </a:moveTo>
                    <a:lnTo>
                      <a:pt x="0" y="23859"/>
                    </a:lnTo>
                    <a:cubicBezTo>
                      <a:pt x="0" y="23859"/>
                      <a:pt x="4125" y="0"/>
                      <a:pt x="35697" y="0"/>
                    </a:cubicBezTo>
                    <a:cubicBezTo>
                      <a:pt x="67268" y="0"/>
                      <a:pt x="192924" y="27013"/>
                      <a:pt x="218756" y="32700"/>
                    </a:cubicBezTo>
                    <a:cubicBezTo>
                      <a:pt x="244588" y="38386"/>
                      <a:pt x="260463" y="46917"/>
                      <a:pt x="260463" y="89568"/>
                    </a:cubicBezTo>
                    <a:cubicBezTo>
                      <a:pt x="260463" y="132219"/>
                      <a:pt x="260463" y="572639"/>
                      <a:pt x="260463" y="595390"/>
                    </a:cubicBezTo>
                    <a:cubicBezTo>
                      <a:pt x="260463" y="618136"/>
                      <a:pt x="251411" y="633642"/>
                      <a:pt x="218756" y="633642"/>
                    </a:cubicBezTo>
                    <a:cubicBezTo>
                      <a:pt x="176439" y="626677"/>
                      <a:pt x="41545" y="601371"/>
                      <a:pt x="27193" y="597105"/>
                    </a:cubicBezTo>
                    <a:cubicBezTo>
                      <a:pt x="12843" y="592840"/>
                      <a:pt x="2977" y="575780"/>
                      <a:pt x="2977" y="558719"/>
                    </a:cubicBezTo>
                    <a:cubicBezTo>
                      <a:pt x="2977" y="541659"/>
                      <a:pt x="0" y="86415"/>
                      <a:pt x="0" y="807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8D8D8"/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91" name="任意多边形 490"/>
              <p:cNvSpPr/>
              <p:nvPr/>
            </p:nvSpPr>
            <p:spPr>
              <a:xfrm>
                <a:off x="5669171" y="3431808"/>
                <a:ext cx="226560" cy="592055"/>
              </a:xfrm>
              <a:custGeom>
                <a:avLst/>
                <a:gdLst/>
                <a:ahLst/>
                <a:cxnLst/>
                <a:rect l="0" t="0" r="0" b="0"/>
                <a:pathLst>
                  <a:path w="226560" h="592055">
                    <a:moveTo>
                      <a:pt x="0" y="80860"/>
                    </a:moveTo>
                    <a:lnTo>
                      <a:pt x="0" y="23991"/>
                    </a:lnTo>
                    <a:cubicBezTo>
                      <a:pt x="0" y="23991"/>
                      <a:pt x="4125" y="0"/>
                      <a:pt x="35697" y="0"/>
                    </a:cubicBezTo>
                    <a:cubicBezTo>
                      <a:pt x="67268" y="5953"/>
                      <a:pt x="159112" y="23991"/>
                      <a:pt x="184943" y="29678"/>
                    </a:cubicBezTo>
                    <a:cubicBezTo>
                      <a:pt x="210774" y="35365"/>
                      <a:pt x="226560" y="43896"/>
                      <a:pt x="226560" y="86547"/>
                    </a:cubicBezTo>
                    <a:cubicBezTo>
                      <a:pt x="226560" y="129199"/>
                      <a:pt x="226560" y="528699"/>
                      <a:pt x="226560" y="551448"/>
                    </a:cubicBezTo>
                    <a:cubicBezTo>
                      <a:pt x="226560" y="574195"/>
                      <a:pt x="211772" y="592055"/>
                      <a:pt x="184943" y="592055"/>
                    </a:cubicBezTo>
                    <a:cubicBezTo>
                      <a:pt x="151809" y="585577"/>
                      <a:pt x="41130" y="561123"/>
                      <a:pt x="26779" y="556858"/>
                    </a:cubicBezTo>
                    <a:cubicBezTo>
                      <a:pt x="12429" y="552594"/>
                      <a:pt x="2563" y="535533"/>
                      <a:pt x="2563" y="518472"/>
                    </a:cubicBezTo>
                    <a:cubicBezTo>
                      <a:pt x="2563" y="501411"/>
                      <a:pt x="0" y="86547"/>
                      <a:pt x="0" y="80860"/>
                    </a:cubicBezTo>
                    <a:close/>
                  </a:path>
                </a:pathLst>
              </a:custGeom>
              <a:solidFill>
                <a:srgbClr val="262626"/>
              </a:solidFill>
              <a:ln w="7600" cap="flat">
                <a:noFill/>
                <a:bevel/>
              </a:ln>
            </p:spPr>
          </p:sp>
          <p:sp>
            <p:nvSpPr>
              <p:cNvPr id="492" name="任意多边形 491"/>
              <p:cNvSpPr/>
              <p:nvPr/>
            </p:nvSpPr>
            <p:spPr>
              <a:xfrm>
                <a:off x="5679033" y="3443314"/>
                <a:ext cx="207456" cy="565127"/>
              </a:xfrm>
              <a:custGeom>
                <a:avLst/>
                <a:gdLst/>
                <a:ahLst/>
                <a:cxnLst/>
                <a:rect l="0" t="0" r="0" b="0"/>
                <a:pathLst>
                  <a:path w="207456" h="565127">
                    <a:moveTo>
                      <a:pt x="0" y="77912"/>
                    </a:moveTo>
                    <a:lnTo>
                      <a:pt x="0" y="21045"/>
                    </a:lnTo>
                    <a:cubicBezTo>
                      <a:pt x="0" y="21045"/>
                      <a:pt x="0" y="0"/>
                      <a:pt x="31231" y="0"/>
                    </a:cubicBezTo>
                    <a:cubicBezTo>
                      <a:pt x="62802" y="0"/>
                      <a:pt x="139201" y="22437"/>
                      <a:pt x="165032" y="28124"/>
                    </a:cubicBezTo>
                    <a:cubicBezTo>
                      <a:pt x="190863" y="33811"/>
                      <a:pt x="207456" y="42341"/>
                      <a:pt x="207456" y="84992"/>
                    </a:cubicBezTo>
                    <a:cubicBezTo>
                      <a:pt x="207456" y="127643"/>
                      <a:pt x="207456" y="502651"/>
                      <a:pt x="207456" y="525402"/>
                    </a:cubicBezTo>
                    <a:cubicBezTo>
                      <a:pt x="207456" y="548147"/>
                      <a:pt x="204500" y="565127"/>
                      <a:pt x="170649" y="565127"/>
                    </a:cubicBezTo>
                    <a:cubicBezTo>
                      <a:pt x="152280" y="565127"/>
                      <a:pt x="39034" y="538525"/>
                      <a:pt x="24683" y="534261"/>
                    </a:cubicBezTo>
                    <a:cubicBezTo>
                      <a:pt x="10333" y="529996"/>
                      <a:pt x="0" y="512940"/>
                      <a:pt x="0" y="495879"/>
                    </a:cubicBezTo>
                    <a:cubicBezTo>
                      <a:pt x="0" y="478814"/>
                      <a:pt x="0" y="83600"/>
                      <a:pt x="0" y="7791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93451">
                    <a:srgbClr val="FFFFFF">
                      <a:alpha val="0"/>
                    </a:srgbClr>
                  </a:gs>
                  <a:gs pos="0">
                    <a:srgbClr val="FFFFFF">
                      <a:alpha val="6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493" name="任意多边形 492"/>
              <p:cNvSpPr/>
              <p:nvPr/>
            </p:nvSpPr>
            <p:spPr>
              <a:xfrm>
                <a:off x="5903669" y="3317139"/>
                <a:ext cx="339953" cy="130837"/>
              </a:xfrm>
              <a:custGeom>
                <a:avLst/>
                <a:gdLst/>
                <a:ahLst/>
                <a:cxnLst/>
                <a:rect l="0" t="0" r="0" b="0"/>
                <a:pathLst>
                  <a:path w="339953" h="130837">
                    <a:moveTo>
                      <a:pt x="225212" y="0"/>
                    </a:moveTo>
                    <a:cubicBezTo>
                      <a:pt x="264416" y="7526"/>
                      <a:pt x="339953" y="26196"/>
                      <a:pt x="339953" y="26196"/>
                    </a:cubicBezTo>
                    <a:lnTo>
                      <a:pt x="0" y="130619"/>
                    </a:lnTo>
                    <a:cubicBezTo>
                      <a:pt x="0" y="130619"/>
                      <a:pt x="156896" y="65419"/>
                      <a:pt x="191123" y="38297"/>
                    </a:cubicBezTo>
                    <a:cubicBezTo>
                      <a:pt x="242787" y="-2648"/>
                      <a:pt x="230377" y="0"/>
                      <a:pt x="22521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  <p:sp>
            <p:nvSpPr>
              <p:cNvPr id="494" name="任意多边形 493"/>
              <p:cNvSpPr/>
              <p:nvPr/>
            </p:nvSpPr>
            <p:spPr>
              <a:xfrm>
                <a:off x="5715068" y="3776262"/>
                <a:ext cx="46073" cy="55783"/>
              </a:xfrm>
              <a:custGeom>
                <a:avLst/>
                <a:gdLst/>
                <a:ahLst/>
                <a:cxnLst/>
                <a:rect l="0" t="0" r="0" b="0"/>
                <a:pathLst>
                  <a:path w="46073" h="55783">
                    <a:moveTo>
                      <a:pt x="0" y="27891"/>
                    </a:moveTo>
                    <a:cubicBezTo>
                      <a:pt x="0" y="12474"/>
                      <a:pt x="10312" y="0"/>
                      <a:pt x="23036" y="0"/>
                    </a:cubicBezTo>
                    <a:cubicBezTo>
                      <a:pt x="35757" y="0"/>
                      <a:pt x="46073" y="12474"/>
                      <a:pt x="46073" y="27891"/>
                    </a:cubicBezTo>
                    <a:cubicBezTo>
                      <a:pt x="46073" y="43284"/>
                      <a:pt x="35757" y="55783"/>
                      <a:pt x="23036" y="55783"/>
                    </a:cubicBezTo>
                    <a:cubicBezTo>
                      <a:pt x="10312" y="55783"/>
                      <a:pt x="0" y="43284"/>
                      <a:pt x="0" y="27891"/>
                    </a:cubicBezTo>
                    <a:close/>
                  </a:path>
                </a:pathLst>
              </a:custGeom>
              <a:solidFill>
                <a:srgbClr val="0F243E"/>
              </a:solidFill>
              <a:ln w="7600" cap="flat">
                <a:noFill/>
                <a:bevel/>
              </a:ln>
            </p:spPr>
          </p:sp>
          <p:sp>
            <p:nvSpPr>
              <p:cNvPr id="495" name="任意多边形 494"/>
              <p:cNvSpPr/>
              <p:nvPr/>
            </p:nvSpPr>
            <p:spPr>
              <a:xfrm>
                <a:off x="5719167" y="3779894"/>
                <a:ext cx="38716" cy="48509"/>
              </a:xfrm>
              <a:custGeom>
                <a:avLst/>
                <a:gdLst/>
                <a:ahLst/>
                <a:cxnLst/>
                <a:rect l="0" t="0" r="0" b="0"/>
                <a:pathLst>
                  <a:path w="38716" h="48509">
                    <a:moveTo>
                      <a:pt x="0" y="24254"/>
                    </a:moveTo>
                    <a:cubicBezTo>
                      <a:pt x="0" y="10847"/>
                      <a:pt x="8665" y="0"/>
                      <a:pt x="19358" y="0"/>
                    </a:cubicBezTo>
                    <a:cubicBezTo>
                      <a:pt x="30048" y="0"/>
                      <a:pt x="38716" y="10847"/>
                      <a:pt x="38716" y="24254"/>
                    </a:cubicBezTo>
                    <a:cubicBezTo>
                      <a:pt x="38716" y="37640"/>
                      <a:pt x="30048" y="48509"/>
                      <a:pt x="19358" y="48509"/>
                    </a:cubicBezTo>
                    <a:cubicBezTo>
                      <a:pt x="8665" y="48509"/>
                      <a:pt x="0" y="37640"/>
                      <a:pt x="0" y="24254"/>
                    </a:cubicBezTo>
                    <a:close/>
                  </a:path>
                </a:pathLst>
              </a:custGeom>
              <a:solidFill>
                <a:srgbClr val="00AEEE"/>
              </a:solidFill>
              <a:ln w="7600" cap="flat">
                <a:noFill/>
                <a:bevel/>
              </a:ln>
            </p:spPr>
          </p:sp>
          <p:sp>
            <p:nvSpPr>
              <p:cNvPr id="496" name="任意多边形 495"/>
              <p:cNvSpPr/>
              <p:nvPr/>
            </p:nvSpPr>
            <p:spPr>
              <a:xfrm>
                <a:off x="5720080" y="3781051"/>
                <a:ext cx="36888" cy="46205"/>
              </a:xfrm>
              <a:custGeom>
                <a:avLst/>
                <a:gdLst/>
                <a:ahLst/>
                <a:cxnLst/>
                <a:rect l="0" t="0" r="0" b="0"/>
                <a:pathLst>
                  <a:path w="36888" h="46205">
                    <a:moveTo>
                      <a:pt x="0" y="23102"/>
                    </a:moveTo>
                    <a:cubicBezTo>
                      <a:pt x="0" y="10332"/>
                      <a:pt x="8256" y="0"/>
                      <a:pt x="18444" y="0"/>
                    </a:cubicBezTo>
                    <a:cubicBezTo>
                      <a:pt x="28629" y="0"/>
                      <a:pt x="36888" y="10332"/>
                      <a:pt x="36888" y="23102"/>
                    </a:cubicBezTo>
                    <a:cubicBezTo>
                      <a:pt x="36888" y="35852"/>
                      <a:pt x="28629" y="46205"/>
                      <a:pt x="18444" y="46205"/>
                    </a:cubicBezTo>
                    <a:cubicBezTo>
                      <a:pt x="8256" y="46205"/>
                      <a:pt x="0" y="35852"/>
                      <a:pt x="0" y="23102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74779">
                    <a:srgbClr val="FFFFFF">
                      <a:alpha val="0"/>
                    </a:srgbClr>
                  </a:gs>
                  <a:gs pos="0">
                    <a:srgbClr val="FFFFFF">
                      <a:alpha val="4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497" name="任意多边形 496"/>
              <p:cNvSpPr/>
              <p:nvPr/>
            </p:nvSpPr>
            <p:spPr>
              <a:xfrm>
                <a:off x="5724140" y="3781666"/>
                <a:ext cx="28768" cy="18210"/>
              </a:xfrm>
              <a:custGeom>
                <a:avLst/>
                <a:gdLst/>
                <a:ahLst/>
                <a:cxnLst/>
                <a:rect l="0" t="0" r="0" b="0"/>
                <a:pathLst>
                  <a:path w="28768" h="18210">
                    <a:moveTo>
                      <a:pt x="0" y="10202"/>
                    </a:moveTo>
                    <a:cubicBezTo>
                      <a:pt x="0" y="5771"/>
                      <a:pt x="6437" y="0"/>
                      <a:pt x="14384" y="0"/>
                    </a:cubicBezTo>
                    <a:cubicBezTo>
                      <a:pt x="22327" y="0"/>
                      <a:pt x="28768" y="5771"/>
                      <a:pt x="28768" y="10202"/>
                    </a:cubicBezTo>
                    <a:cubicBezTo>
                      <a:pt x="28768" y="14620"/>
                      <a:pt x="22327" y="18210"/>
                      <a:pt x="14384" y="18210"/>
                    </a:cubicBezTo>
                    <a:cubicBezTo>
                      <a:pt x="6437" y="18210"/>
                      <a:pt x="0" y="14620"/>
                      <a:pt x="0" y="1020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98" name="任意多边形 497"/>
              <p:cNvSpPr/>
              <p:nvPr/>
            </p:nvSpPr>
            <p:spPr>
              <a:xfrm>
                <a:off x="5731240" y="3781669"/>
                <a:ext cx="14569" cy="8342"/>
              </a:xfrm>
              <a:custGeom>
                <a:avLst/>
                <a:gdLst/>
                <a:ahLst/>
                <a:cxnLst/>
                <a:rect l="0" t="0" r="0" b="0"/>
                <a:pathLst>
                  <a:path w="14569" h="8342">
                    <a:moveTo>
                      <a:pt x="0" y="4171"/>
                    </a:moveTo>
                    <a:cubicBezTo>
                      <a:pt x="0" y="1854"/>
                      <a:pt x="3258" y="0"/>
                      <a:pt x="7285" y="0"/>
                    </a:cubicBezTo>
                    <a:cubicBezTo>
                      <a:pt x="11307" y="0"/>
                      <a:pt x="14569" y="1854"/>
                      <a:pt x="14569" y="4171"/>
                    </a:cubicBezTo>
                    <a:cubicBezTo>
                      <a:pt x="14569" y="6462"/>
                      <a:pt x="11307" y="8342"/>
                      <a:pt x="7285" y="8342"/>
                    </a:cubicBezTo>
                    <a:cubicBezTo>
                      <a:pt x="3258" y="8342"/>
                      <a:pt x="0" y="6462"/>
                      <a:pt x="0" y="41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499" name="任意多边形 498"/>
              <p:cNvSpPr/>
              <p:nvPr/>
            </p:nvSpPr>
            <p:spPr>
              <a:xfrm>
                <a:off x="5730866" y="3819652"/>
                <a:ext cx="14474" cy="7550"/>
              </a:xfrm>
              <a:custGeom>
                <a:avLst/>
                <a:gdLst/>
                <a:ahLst/>
                <a:cxnLst/>
                <a:rect l="0" t="0" r="0" b="0"/>
                <a:pathLst>
                  <a:path w="14474" h="7550">
                    <a:moveTo>
                      <a:pt x="0" y="3775"/>
                    </a:moveTo>
                    <a:cubicBezTo>
                      <a:pt x="0" y="1679"/>
                      <a:pt x="3237" y="0"/>
                      <a:pt x="7237" y="0"/>
                    </a:cubicBezTo>
                    <a:cubicBezTo>
                      <a:pt x="11233" y="0"/>
                      <a:pt x="14474" y="1679"/>
                      <a:pt x="14474" y="3775"/>
                    </a:cubicBezTo>
                    <a:cubicBezTo>
                      <a:pt x="14474" y="5852"/>
                      <a:pt x="11233" y="7550"/>
                      <a:pt x="7237" y="7550"/>
                    </a:cubicBezTo>
                    <a:cubicBezTo>
                      <a:pt x="3237" y="7550"/>
                      <a:pt x="0" y="5852"/>
                      <a:pt x="0" y="37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900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00" name="任意多边形 499"/>
              <p:cNvSpPr/>
              <p:nvPr/>
            </p:nvSpPr>
            <p:spPr>
              <a:xfrm>
                <a:off x="5722884" y="3848412"/>
                <a:ext cx="18109" cy="28386"/>
              </a:xfrm>
              <a:custGeom>
                <a:avLst/>
                <a:gdLst/>
                <a:ahLst/>
                <a:cxnLst/>
                <a:rect l="0" t="0" r="0" b="0"/>
                <a:pathLst>
                  <a:path w="18109" h="28386">
                    <a:moveTo>
                      <a:pt x="0" y="14193"/>
                    </a:moveTo>
                    <a:cubicBezTo>
                      <a:pt x="0" y="6348"/>
                      <a:pt x="4053" y="0"/>
                      <a:pt x="9055" y="0"/>
                    </a:cubicBezTo>
                    <a:cubicBezTo>
                      <a:pt x="14055" y="0"/>
                      <a:pt x="18109" y="6348"/>
                      <a:pt x="18109" y="14193"/>
                    </a:cubicBezTo>
                    <a:cubicBezTo>
                      <a:pt x="18109" y="22026"/>
                      <a:pt x="14055" y="28386"/>
                      <a:pt x="9055" y="28386"/>
                    </a:cubicBezTo>
                    <a:cubicBezTo>
                      <a:pt x="4053" y="28386"/>
                      <a:pt x="0" y="22026"/>
                      <a:pt x="0" y="14193"/>
                    </a:cubicBez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01" name="任意多边形 500"/>
              <p:cNvSpPr/>
              <p:nvPr/>
            </p:nvSpPr>
            <p:spPr>
              <a:xfrm>
                <a:off x="5724496" y="3850263"/>
                <a:ext cx="15218" cy="24685"/>
              </a:xfrm>
              <a:custGeom>
                <a:avLst/>
                <a:gdLst/>
                <a:ahLst/>
                <a:cxnLst/>
                <a:rect l="0" t="0" r="0" b="0"/>
                <a:pathLst>
                  <a:path w="15218" h="24685">
                    <a:moveTo>
                      <a:pt x="0" y="12342"/>
                    </a:moveTo>
                    <a:cubicBezTo>
                      <a:pt x="0" y="5520"/>
                      <a:pt x="3406" y="0"/>
                      <a:pt x="7609" y="0"/>
                    </a:cubicBezTo>
                    <a:cubicBezTo>
                      <a:pt x="11811" y="0"/>
                      <a:pt x="15218" y="5520"/>
                      <a:pt x="15218" y="12342"/>
                    </a:cubicBezTo>
                    <a:cubicBezTo>
                      <a:pt x="15218" y="19154"/>
                      <a:pt x="11811" y="24685"/>
                      <a:pt x="7609" y="24685"/>
                    </a:cubicBezTo>
                    <a:cubicBezTo>
                      <a:pt x="3406" y="24685"/>
                      <a:pt x="0" y="19154"/>
                      <a:pt x="0" y="12342"/>
                    </a:cubicBezTo>
                    <a:close/>
                  </a:path>
                </a:pathLst>
              </a:custGeom>
              <a:solidFill>
                <a:srgbClr val="FF1418"/>
              </a:solidFill>
              <a:ln w="7600" cap="flat">
                <a:noFill/>
                <a:bevel/>
              </a:ln>
            </p:spPr>
          </p:sp>
          <p:sp>
            <p:nvSpPr>
              <p:cNvPr id="502" name="任意多边形 501"/>
              <p:cNvSpPr/>
              <p:nvPr/>
            </p:nvSpPr>
            <p:spPr>
              <a:xfrm>
                <a:off x="5724857" y="3850844"/>
                <a:ext cx="14499" cy="23513"/>
              </a:xfrm>
              <a:custGeom>
                <a:avLst/>
                <a:gdLst/>
                <a:ahLst/>
                <a:cxnLst/>
                <a:rect l="0" t="0" r="0" b="0"/>
                <a:pathLst>
                  <a:path w="14499" h="23513">
                    <a:moveTo>
                      <a:pt x="0" y="11756"/>
                    </a:moveTo>
                    <a:cubicBezTo>
                      <a:pt x="0" y="5258"/>
                      <a:pt x="3245" y="0"/>
                      <a:pt x="7250" y="0"/>
                    </a:cubicBezTo>
                    <a:cubicBezTo>
                      <a:pt x="11253" y="0"/>
                      <a:pt x="14499" y="5258"/>
                      <a:pt x="14499" y="11756"/>
                    </a:cubicBezTo>
                    <a:cubicBezTo>
                      <a:pt x="14499" y="18244"/>
                      <a:pt x="11253" y="23513"/>
                      <a:pt x="7250" y="23513"/>
                    </a:cubicBezTo>
                    <a:cubicBezTo>
                      <a:pt x="3245" y="23513"/>
                      <a:pt x="0" y="18244"/>
                      <a:pt x="0" y="11756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0"/>
                    </a:srgbClr>
                  </a:gs>
                  <a:gs pos="77571">
                    <a:srgbClr val="FFFFFF">
                      <a:alpha val="0"/>
                    </a:srgbClr>
                  </a:gs>
                  <a:gs pos="0">
                    <a:srgbClr val="FFFFFF">
                      <a:alpha val="40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03" name="任意多边形 502"/>
              <p:cNvSpPr/>
              <p:nvPr/>
            </p:nvSpPr>
            <p:spPr>
              <a:xfrm>
                <a:off x="5726453" y="3851165"/>
                <a:ext cx="11308" cy="9266"/>
              </a:xfrm>
              <a:custGeom>
                <a:avLst/>
                <a:gdLst/>
                <a:ahLst/>
                <a:cxnLst/>
                <a:rect l="0" t="0" r="0" b="0"/>
                <a:pathLst>
                  <a:path w="11308" h="9266">
                    <a:moveTo>
                      <a:pt x="0" y="5192"/>
                    </a:moveTo>
                    <a:cubicBezTo>
                      <a:pt x="0" y="2937"/>
                      <a:pt x="2530" y="0"/>
                      <a:pt x="5654" y="0"/>
                    </a:cubicBezTo>
                    <a:cubicBezTo>
                      <a:pt x="8776" y="0"/>
                      <a:pt x="11308" y="2937"/>
                      <a:pt x="11308" y="5192"/>
                    </a:cubicBezTo>
                    <a:cubicBezTo>
                      <a:pt x="11308" y="7440"/>
                      <a:pt x="8776" y="9266"/>
                      <a:pt x="5654" y="9266"/>
                    </a:cubicBezTo>
                    <a:cubicBezTo>
                      <a:pt x="2530" y="9266"/>
                      <a:pt x="0" y="7440"/>
                      <a:pt x="0" y="51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04" name="任意多边形 503"/>
              <p:cNvSpPr/>
              <p:nvPr/>
            </p:nvSpPr>
            <p:spPr>
              <a:xfrm>
                <a:off x="5732111" y="3853287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sp>
            <p:nvSpPr>
              <p:cNvPr id="505" name="任意多边形 504"/>
              <p:cNvSpPr/>
              <p:nvPr/>
            </p:nvSpPr>
            <p:spPr>
              <a:xfrm>
                <a:off x="5731939" y="3872418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9000"/>
                    </a:srgbClr>
                  </a:gs>
                </a:gsLst>
                <a:lin ang="5400000" scaled="0"/>
              </a:gradFill>
              <a:ln w="7600" cap="flat">
                <a:noFill/>
                <a:bevel/>
              </a:ln>
            </p:spPr>
          </p:sp>
          <p:grpSp>
            <p:nvGrpSpPr>
              <p:cNvPr id="506" name="组合 505"/>
              <p:cNvGrpSpPr/>
              <p:nvPr/>
            </p:nvGrpSpPr>
            <p:grpSpPr>
              <a:xfrm>
                <a:off x="5705196" y="3553899"/>
                <a:ext cx="157282" cy="85302"/>
                <a:chOff x="5705196" y="3553899"/>
                <a:chExt cx="157282" cy="85302"/>
              </a:xfrm>
            </p:grpSpPr>
            <p:sp>
              <p:nvSpPr>
                <p:cNvPr id="517" name="任意多边形 516"/>
                <p:cNvSpPr/>
                <p:nvPr/>
              </p:nvSpPr>
              <p:spPr>
                <a:xfrm>
                  <a:off x="5705196" y="3553899"/>
                  <a:ext cx="157282" cy="853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282" h="85302">
                      <a:moveTo>
                        <a:pt x="0" y="0"/>
                      </a:moveTo>
                      <a:lnTo>
                        <a:pt x="157282" y="31846"/>
                      </a:lnTo>
                      <a:lnTo>
                        <a:pt x="157282" y="85302"/>
                      </a:lnTo>
                      <a:lnTo>
                        <a:pt x="0" y="511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7600" cap="flat">
                  <a:noFill/>
                  <a:bevel/>
                </a:ln>
              </p:spPr>
            </p:sp>
            <p:sp>
              <p:nvSpPr>
                <p:cNvPr id="518" name="任意多边形 517"/>
                <p:cNvSpPr/>
                <p:nvPr/>
              </p:nvSpPr>
              <p:spPr>
                <a:xfrm>
                  <a:off x="5709009" y="3557671"/>
                  <a:ext cx="149656" cy="754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656" h="75437">
                      <a:moveTo>
                        <a:pt x="0" y="0"/>
                      </a:moveTo>
                      <a:lnTo>
                        <a:pt x="149656" y="30755"/>
                      </a:lnTo>
                      <a:lnTo>
                        <a:pt x="149656" y="75437"/>
                      </a:lnTo>
                      <a:lnTo>
                        <a:pt x="0" y="446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808080">
                        <a:alpha val="20000"/>
                      </a:srgbClr>
                    </a:gs>
                    <a:gs pos="87896">
                      <a:srgbClr val="808080">
                        <a:alpha val="20000"/>
                      </a:srgbClr>
                    </a:gs>
                    <a:gs pos="0">
                      <a:srgbClr val="E0E0E0"/>
                    </a:gs>
                  </a:gsLst>
                  <a:path path="circle">
                    <a:fillToRect l="50000" t="50000" r="50000" b="50000"/>
                  </a:path>
                </a:gradFill>
                <a:ln w="7600" cap="flat">
                  <a:noFill/>
                  <a:bevel/>
                </a:ln>
              </p:spPr>
            </p:sp>
            <p:sp>
              <p:nvSpPr>
                <p:cNvPr id="519" name="任意多边形 518"/>
                <p:cNvSpPr/>
                <p:nvPr/>
              </p:nvSpPr>
              <p:spPr>
                <a:xfrm>
                  <a:off x="5709298" y="3557707"/>
                  <a:ext cx="149079" cy="5223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079" h="52235">
                      <a:moveTo>
                        <a:pt x="0" y="0"/>
                      </a:moveTo>
                      <a:lnTo>
                        <a:pt x="0" y="27818"/>
                      </a:lnTo>
                      <a:cubicBezTo>
                        <a:pt x="0" y="27818"/>
                        <a:pt x="24857" y="23756"/>
                        <a:pt x="64102" y="29268"/>
                      </a:cubicBezTo>
                      <a:cubicBezTo>
                        <a:pt x="103346" y="34781"/>
                        <a:pt x="149079" y="52235"/>
                        <a:pt x="149079" y="52235"/>
                      </a:cubicBezTo>
                      <a:lnTo>
                        <a:pt x="149079" y="307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0E0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7600" cap="flat">
                  <a:noFill/>
                  <a:bevel/>
                </a:ln>
              </p:spPr>
            </p:sp>
            <p:sp>
              <p:nvSpPr>
                <p:cNvPr id="520" name="任意多边形 519"/>
                <p:cNvSpPr/>
                <p:nvPr/>
              </p:nvSpPr>
              <p:spPr>
                <a:xfrm>
                  <a:off x="5708881" y="3557707"/>
                  <a:ext cx="149912" cy="3744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9912" h="37447">
                      <a:moveTo>
                        <a:pt x="0" y="0"/>
                      </a:moveTo>
                      <a:lnTo>
                        <a:pt x="149912" y="30719"/>
                      </a:lnTo>
                      <a:cubicBezTo>
                        <a:pt x="149912" y="30719"/>
                        <a:pt x="149912" y="37447"/>
                        <a:pt x="149912" y="37447"/>
                      </a:cubicBezTo>
                      <a:cubicBezTo>
                        <a:pt x="149912" y="37447"/>
                        <a:pt x="0" y="6057"/>
                        <a:pt x="0" y="605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600" cap="flat">
                  <a:noFill/>
                  <a:bevel/>
                </a:ln>
              </p:spPr>
            </p:sp>
          </p:grpSp>
          <p:sp>
            <p:nvSpPr>
              <p:cNvPr id="507" name="任意多边形 506"/>
              <p:cNvSpPr/>
              <p:nvPr/>
            </p:nvSpPr>
            <p:spPr>
              <a:xfrm>
                <a:off x="5705196" y="3487124"/>
                <a:ext cx="157282" cy="85302"/>
              </a:xfrm>
              <a:custGeom>
                <a:avLst/>
                <a:gdLst/>
                <a:ahLst/>
                <a:cxnLst/>
                <a:rect l="0" t="0" r="0" b="0"/>
                <a:pathLst>
                  <a:path w="157282" h="85302">
                    <a:moveTo>
                      <a:pt x="0" y="0"/>
                    </a:moveTo>
                    <a:lnTo>
                      <a:pt x="157282" y="31846"/>
                    </a:lnTo>
                    <a:lnTo>
                      <a:pt x="157282" y="85302"/>
                    </a:lnTo>
                    <a:lnTo>
                      <a:pt x="0" y="57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08" name="任意多边形 507"/>
              <p:cNvSpPr/>
              <p:nvPr/>
            </p:nvSpPr>
            <p:spPr>
              <a:xfrm>
                <a:off x="5709010" y="3490897"/>
                <a:ext cx="149655" cy="75437"/>
              </a:xfrm>
              <a:custGeom>
                <a:avLst/>
                <a:gdLst/>
                <a:ahLst/>
                <a:cxnLst/>
                <a:rect l="0" t="0" r="0" b="0"/>
                <a:pathLst>
                  <a:path w="149655" h="75437">
                    <a:moveTo>
                      <a:pt x="0" y="0"/>
                    </a:moveTo>
                    <a:lnTo>
                      <a:pt x="149655" y="30755"/>
                    </a:lnTo>
                    <a:lnTo>
                      <a:pt x="149655" y="75437"/>
                    </a:lnTo>
                    <a:lnTo>
                      <a:pt x="0" y="4468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808080">
                      <a:alpha val="20000"/>
                    </a:srgbClr>
                  </a:gs>
                  <a:gs pos="87896">
                    <a:srgbClr val="808080">
                      <a:alpha val="20000"/>
                    </a:srgbClr>
                  </a:gs>
                  <a:gs pos="0">
                    <a:srgbClr val="E0E0E0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09" name="任意多边形 508"/>
              <p:cNvSpPr/>
              <p:nvPr/>
            </p:nvSpPr>
            <p:spPr>
              <a:xfrm>
                <a:off x="5709298" y="3490935"/>
                <a:ext cx="149079" cy="52235"/>
              </a:xfrm>
              <a:custGeom>
                <a:avLst/>
                <a:gdLst/>
                <a:ahLst/>
                <a:cxnLst/>
                <a:rect l="0" t="0" r="0" b="0"/>
                <a:pathLst>
                  <a:path w="149079" h="52235">
                    <a:moveTo>
                      <a:pt x="0" y="0"/>
                    </a:moveTo>
                    <a:lnTo>
                      <a:pt x="0" y="27817"/>
                    </a:lnTo>
                    <a:cubicBezTo>
                      <a:pt x="0" y="27817"/>
                      <a:pt x="24857" y="23755"/>
                      <a:pt x="64101" y="29268"/>
                    </a:cubicBezTo>
                    <a:cubicBezTo>
                      <a:pt x="103346" y="34781"/>
                      <a:pt x="149079" y="52235"/>
                      <a:pt x="149079" y="52235"/>
                    </a:cubicBezTo>
                    <a:lnTo>
                      <a:pt x="149079" y="3071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10" name="任意多边形 509"/>
              <p:cNvSpPr/>
              <p:nvPr/>
            </p:nvSpPr>
            <p:spPr>
              <a:xfrm>
                <a:off x="5708880" y="3490934"/>
                <a:ext cx="149913" cy="37447"/>
              </a:xfrm>
              <a:custGeom>
                <a:avLst/>
                <a:gdLst/>
                <a:ahLst/>
                <a:cxnLst/>
                <a:rect l="0" t="0" r="0" b="0"/>
                <a:pathLst>
                  <a:path w="149913" h="37447">
                    <a:moveTo>
                      <a:pt x="0" y="0"/>
                    </a:moveTo>
                    <a:lnTo>
                      <a:pt x="149913" y="30719"/>
                    </a:lnTo>
                    <a:cubicBezTo>
                      <a:pt x="149913" y="30719"/>
                      <a:pt x="149913" y="37447"/>
                      <a:pt x="149913" y="37447"/>
                    </a:cubicBezTo>
                    <a:cubicBezTo>
                      <a:pt x="149913" y="37447"/>
                      <a:pt x="0" y="6057"/>
                      <a:pt x="0" y="605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noFill/>
                <a:bevel/>
              </a:ln>
            </p:spPr>
          </p:sp>
          <p:sp>
            <p:nvSpPr>
              <p:cNvPr id="511" name="任意多边形 510"/>
              <p:cNvSpPr/>
              <p:nvPr/>
            </p:nvSpPr>
            <p:spPr>
              <a:xfrm>
                <a:off x="5653875" y="3412192"/>
                <a:ext cx="259925" cy="182335"/>
              </a:xfrm>
              <a:custGeom>
                <a:avLst/>
                <a:gdLst/>
                <a:ahLst/>
                <a:cxnLst/>
                <a:rect l="0" t="0" r="0" b="0"/>
                <a:pathLst>
                  <a:path w="259925" h="182335">
                    <a:moveTo>
                      <a:pt x="4431" y="182335"/>
                    </a:moveTo>
                    <a:cubicBezTo>
                      <a:pt x="4431" y="182335"/>
                      <a:pt x="0" y="65043"/>
                      <a:pt x="0" y="37746"/>
                    </a:cubicBezTo>
                    <a:cubicBezTo>
                      <a:pt x="0" y="10449"/>
                      <a:pt x="13051" y="-6309"/>
                      <a:pt x="55350" y="1866"/>
                    </a:cubicBezTo>
                    <a:cubicBezTo>
                      <a:pt x="103567" y="11185"/>
                      <a:pt x="187167" y="29216"/>
                      <a:pt x="208209" y="34334"/>
                    </a:cubicBezTo>
                    <a:cubicBezTo>
                      <a:pt x="229251" y="39452"/>
                      <a:pt x="259925" y="27509"/>
                      <a:pt x="259925" y="95752"/>
                    </a:cubicBezTo>
                    <a:cubicBezTo>
                      <a:pt x="259925" y="163994"/>
                      <a:pt x="259925" y="125323"/>
                      <a:pt x="259925" y="121911"/>
                    </a:cubicBezTo>
                    <a:cubicBezTo>
                      <a:pt x="259925" y="118499"/>
                      <a:pt x="149085" y="110822"/>
                      <a:pt x="93979" y="133285"/>
                    </a:cubicBezTo>
                    <a:cubicBezTo>
                      <a:pt x="32444" y="158369"/>
                      <a:pt x="4431" y="187400"/>
                      <a:pt x="4431" y="1823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80000"/>
                    </a:srgbClr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12" name="任意多边形 511"/>
              <p:cNvSpPr/>
              <p:nvPr/>
            </p:nvSpPr>
            <p:spPr>
              <a:xfrm>
                <a:off x="5707224" y="3919573"/>
                <a:ext cx="153598" cy="76509"/>
              </a:xfrm>
              <a:custGeom>
                <a:avLst/>
                <a:gdLst/>
                <a:ahLst/>
                <a:cxnLst/>
                <a:rect l="0" t="0" r="0" b="0"/>
                <a:pathLst>
                  <a:path w="153598" h="76509">
                    <a:moveTo>
                      <a:pt x="0" y="0"/>
                    </a:moveTo>
                    <a:lnTo>
                      <a:pt x="153598" y="28434"/>
                    </a:lnTo>
                    <a:lnTo>
                      <a:pt x="153598" y="76509"/>
                    </a:lnTo>
                    <a:lnTo>
                      <a:pt x="0" y="45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0D0D"/>
              </a:solidFill>
              <a:ln w="7600" cap="flat">
                <a:noFill/>
                <a:bevel/>
              </a:ln>
            </p:spPr>
          </p:sp>
          <p:sp>
            <p:nvSpPr>
              <p:cNvPr id="513" name="任意多边形 512"/>
              <p:cNvSpPr/>
              <p:nvPr/>
            </p:nvSpPr>
            <p:spPr>
              <a:xfrm>
                <a:off x="5710770" y="3927535"/>
                <a:ext cx="143907" cy="60280"/>
              </a:xfrm>
              <a:custGeom>
                <a:avLst/>
                <a:gdLst/>
                <a:ahLst/>
                <a:cxnLst/>
                <a:rect l="0" t="0" r="0" b="0"/>
                <a:pathLst>
                  <a:path w="143907" h="60280">
                    <a:moveTo>
                      <a:pt x="0" y="0"/>
                    </a:moveTo>
                    <a:lnTo>
                      <a:pt x="143907" y="24964"/>
                    </a:lnTo>
                    <a:lnTo>
                      <a:pt x="143907" y="60280"/>
                    </a:lnTo>
                    <a:lnTo>
                      <a:pt x="0" y="301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808080">
                      <a:alpha val="20000"/>
                    </a:srgbClr>
                  </a:gs>
                  <a:gs pos="90682">
                    <a:srgbClr val="808080">
                      <a:alpha val="20000"/>
                    </a:srgbClr>
                  </a:gs>
                  <a:gs pos="0">
                    <a:srgbClr val="E0E0E0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noFill/>
                <a:bevel/>
              </a:ln>
            </p:spPr>
          </p:sp>
          <p:sp>
            <p:nvSpPr>
              <p:cNvPr id="514" name="任意多边形 513"/>
              <p:cNvSpPr/>
              <p:nvPr/>
            </p:nvSpPr>
            <p:spPr>
              <a:xfrm>
                <a:off x="5710874" y="3927706"/>
                <a:ext cx="140725" cy="49849"/>
              </a:xfrm>
              <a:custGeom>
                <a:avLst/>
                <a:gdLst/>
                <a:ahLst/>
                <a:cxnLst/>
                <a:rect l="0" t="0" r="0" b="0"/>
                <a:pathLst>
                  <a:path w="140725" h="49849">
                    <a:moveTo>
                      <a:pt x="0" y="0"/>
                    </a:moveTo>
                    <a:lnTo>
                      <a:pt x="0" y="27645"/>
                    </a:lnTo>
                    <a:cubicBezTo>
                      <a:pt x="0" y="27645"/>
                      <a:pt x="27008" y="23569"/>
                      <a:pt x="66483" y="27125"/>
                    </a:cubicBezTo>
                    <a:cubicBezTo>
                      <a:pt x="116997" y="31674"/>
                      <a:pt x="140725" y="49849"/>
                      <a:pt x="140725" y="49849"/>
                    </a:cubicBezTo>
                    <a:lnTo>
                      <a:pt x="140725" y="2786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E0E0FF">
                      <a:alpha val="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7600" cap="flat">
                <a:noFill/>
                <a:bevel/>
              </a:ln>
            </p:spPr>
          </p:sp>
          <p:sp>
            <p:nvSpPr>
              <p:cNvPr id="515" name="任意多边形 514"/>
              <p:cNvSpPr/>
              <p:nvPr/>
            </p:nvSpPr>
            <p:spPr>
              <a:xfrm>
                <a:off x="5712068" y="3932498"/>
                <a:ext cx="142609" cy="29323"/>
              </a:xfrm>
              <a:custGeom>
                <a:avLst/>
                <a:gdLst/>
                <a:ahLst/>
                <a:cxnLst/>
                <a:rect l="0" t="0" r="0" b="0"/>
                <a:pathLst>
                  <a:path w="142609" h="29323">
                    <a:moveTo>
                      <a:pt x="0" y="0"/>
                    </a:moveTo>
                    <a:lnTo>
                      <a:pt x="142609" y="22325"/>
                    </a:lnTo>
                    <a:cubicBezTo>
                      <a:pt x="142609" y="22325"/>
                      <a:pt x="142609" y="29323"/>
                      <a:pt x="142609" y="29323"/>
                    </a:cubicBezTo>
                    <a:cubicBezTo>
                      <a:pt x="142609" y="29323"/>
                      <a:pt x="0" y="6004"/>
                      <a:pt x="0" y="60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noFill/>
                <a:bevel/>
              </a:ln>
            </p:spPr>
          </p:sp>
          <p:sp>
            <p:nvSpPr>
              <p:cNvPr id="516" name="任意多边形 515"/>
              <p:cNvSpPr/>
              <p:nvPr/>
            </p:nvSpPr>
            <p:spPr>
              <a:xfrm>
                <a:off x="5881465" y="3339315"/>
                <a:ext cx="379124" cy="135684"/>
              </a:xfrm>
              <a:custGeom>
                <a:avLst/>
                <a:gdLst/>
                <a:ahLst/>
                <a:cxnLst/>
                <a:rect l="0" t="0" r="0" b="0"/>
                <a:pathLst>
                  <a:path w="379124" h="135684">
                    <a:moveTo>
                      <a:pt x="0" y="112226"/>
                    </a:moveTo>
                    <a:lnTo>
                      <a:pt x="359304" y="0"/>
                    </a:lnTo>
                    <a:cubicBezTo>
                      <a:pt x="359304" y="0"/>
                      <a:pt x="366502" y="3001"/>
                      <a:pt x="373079" y="11271"/>
                    </a:cubicBezTo>
                    <a:cubicBezTo>
                      <a:pt x="379124" y="19309"/>
                      <a:pt x="379124" y="27194"/>
                      <a:pt x="379124" y="27194"/>
                    </a:cubicBezTo>
                    <a:lnTo>
                      <a:pt x="27913" y="135684"/>
                    </a:lnTo>
                    <a:lnTo>
                      <a:pt x="0" y="112226"/>
                    </a:lnTo>
                    <a:close/>
                  </a:path>
                </a:pathLst>
              </a:custGeom>
              <a:gradFill>
                <a:gsLst>
                  <a:gs pos="40000">
                    <a:srgbClr val="FFFFFF">
                      <a:alpha val="7000"/>
                    </a:srgbClr>
                  </a:gs>
                  <a:gs pos="100000">
                    <a:srgbClr val="FFFFFF"/>
                  </a:gs>
                </a:gsLst>
                <a:lin ang="15000000" scaled="0"/>
              </a:gradFill>
              <a:ln w="7600" cap="flat">
                <a:noFill/>
                <a:bevel/>
              </a:ln>
            </p:spPr>
          </p:sp>
        </p:grpSp>
        <p:grpSp>
          <p:nvGrpSpPr>
            <p:cNvPr id="483" name="组合 482"/>
            <p:cNvGrpSpPr/>
            <p:nvPr/>
          </p:nvGrpSpPr>
          <p:grpSpPr>
            <a:xfrm>
              <a:off x="6039762" y="3727432"/>
              <a:ext cx="190518" cy="327289"/>
              <a:chOff x="6039762" y="3727432"/>
              <a:chExt cx="190518" cy="327289"/>
            </a:xfrm>
          </p:grpSpPr>
          <p:sp>
            <p:nvSpPr>
              <p:cNvPr id="485" name="任意多边形 484"/>
              <p:cNvSpPr/>
              <p:nvPr/>
            </p:nvSpPr>
            <p:spPr>
              <a:xfrm>
                <a:off x="6039762" y="3777150"/>
                <a:ext cx="190518" cy="277452"/>
              </a:xfrm>
              <a:custGeom>
                <a:avLst/>
                <a:gdLst/>
                <a:ahLst/>
                <a:cxnLst/>
                <a:rect l="0" t="0" r="0" b="0"/>
                <a:pathLst>
                  <a:path w="190518" h="277452">
                    <a:moveTo>
                      <a:pt x="0" y="230388"/>
                    </a:moveTo>
                    <a:cubicBezTo>
                      <a:pt x="0" y="230388"/>
                      <a:pt x="2716" y="277452"/>
                      <a:pt x="95259" y="277452"/>
                    </a:cubicBezTo>
                    <a:cubicBezTo>
                      <a:pt x="187715" y="277452"/>
                      <a:pt x="190518" y="230388"/>
                      <a:pt x="190518" y="230388"/>
                    </a:cubicBezTo>
                    <a:lnTo>
                      <a:pt x="190518" y="0"/>
                    </a:lnTo>
                    <a:lnTo>
                      <a:pt x="0" y="0"/>
                    </a:lnTo>
                    <a:lnTo>
                      <a:pt x="0" y="230388"/>
                    </a:lnTo>
                    <a:close/>
                  </a:path>
                </a:pathLst>
              </a:custGeom>
              <a:gradFill>
                <a:gsLst>
                  <a:gs pos="0">
                    <a:srgbClr val="3F71AC"/>
                  </a:gs>
                  <a:gs pos="100000">
                    <a:srgbClr val="82A5D0"/>
                  </a:gs>
                </a:gsLst>
                <a:lin ang="10800000" scaled="0"/>
              </a:gradFill>
              <a:ln w="7600" cap="flat">
                <a:noFill/>
                <a:bevel/>
              </a:ln>
            </p:spPr>
          </p:sp>
          <p:sp>
            <p:nvSpPr>
              <p:cNvPr id="486" name="任意多边形 485"/>
              <p:cNvSpPr/>
              <p:nvPr/>
            </p:nvSpPr>
            <p:spPr>
              <a:xfrm>
                <a:off x="6039721" y="3778813"/>
                <a:ext cx="51865" cy="270314"/>
              </a:xfrm>
              <a:custGeom>
                <a:avLst/>
                <a:gdLst/>
                <a:ahLst/>
                <a:cxnLst/>
                <a:rect l="0" t="0" r="0" b="0"/>
                <a:pathLst>
                  <a:path w="51865" h="270314">
                    <a:moveTo>
                      <a:pt x="0" y="231118"/>
                    </a:moveTo>
                    <a:cubicBezTo>
                      <a:pt x="0" y="230386"/>
                      <a:pt x="9223" y="262614"/>
                      <a:pt x="51865" y="270314"/>
                    </a:cubicBezTo>
                    <a:cubicBezTo>
                      <a:pt x="51865" y="270314"/>
                      <a:pt x="51865" y="0"/>
                      <a:pt x="51865" y="0"/>
                    </a:cubicBezTo>
                    <a:lnTo>
                      <a:pt x="0" y="0"/>
                    </a:lnTo>
                    <a:lnTo>
                      <a:pt x="0" y="230386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7600" cap="flat">
                <a:noFill/>
                <a:bevel/>
              </a:ln>
            </p:spPr>
          </p:sp>
          <p:sp>
            <p:nvSpPr>
              <p:cNvPr id="487" name="任意多边形 486"/>
              <p:cNvSpPr/>
              <p:nvPr/>
            </p:nvSpPr>
            <p:spPr>
              <a:xfrm>
                <a:off x="6039762" y="3727319"/>
                <a:ext cx="190518" cy="91984"/>
              </a:xfrm>
              <a:custGeom>
                <a:avLst/>
                <a:gdLst/>
                <a:ahLst/>
                <a:cxnLst/>
                <a:rect l="0" t="0" r="0" b="0"/>
                <a:pathLst>
                  <a:path w="190518" h="91984">
                    <a:moveTo>
                      <a:pt x="0" y="45992"/>
                    </a:moveTo>
                    <a:cubicBezTo>
                      <a:pt x="0" y="20591"/>
                      <a:pt x="42595" y="0"/>
                      <a:pt x="95259" y="0"/>
                    </a:cubicBezTo>
                    <a:cubicBezTo>
                      <a:pt x="147791" y="0"/>
                      <a:pt x="190518" y="20591"/>
                      <a:pt x="190518" y="45992"/>
                    </a:cubicBezTo>
                    <a:cubicBezTo>
                      <a:pt x="190518" y="71393"/>
                      <a:pt x="147791" y="91984"/>
                      <a:pt x="95259" y="91984"/>
                    </a:cubicBezTo>
                    <a:cubicBezTo>
                      <a:pt x="42595" y="91984"/>
                      <a:pt x="0" y="71393"/>
                      <a:pt x="0" y="459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95B3D7"/>
                  </a:gs>
                  <a:gs pos="100000">
                    <a:srgbClr val="B9CDE5"/>
                  </a:gs>
                </a:gsLst>
                <a:lin ang="0" scaled="0"/>
              </a:gradFill>
              <a:ln w="7600" cap="flat">
                <a:noFill/>
                <a:bevel/>
              </a:ln>
            </p:spPr>
          </p:sp>
        </p:grpSp>
        <p:sp>
          <p:nvSpPr>
            <p:cNvPr id="484" name="Text 1069"/>
            <p:cNvSpPr txBox="1"/>
            <p:nvPr/>
          </p:nvSpPr>
          <p:spPr>
            <a:xfrm>
              <a:off x="5579879" y="4130977"/>
              <a:ext cx="760000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数据库</a:t>
              </a:r>
              <a:endParaRPr lang="en-US" sz="1600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服务器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56" name="ConnectLine"/>
          <p:cNvSpPr/>
          <p:nvPr/>
        </p:nvSpPr>
        <p:spPr>
          <a:xfrm>
            <a:off x="7224078" y="2432160"/>
            <a:ext cx="0" cy="1030404"/>
          </a:xfrm>
          <a:custGeom>
            <a:avLst/>
            <a:gdLst/>
            <a:ahLst/>
            <a:cxnLst/>
            <a:rect l="0" t="0" r="0" b="0"/>
            <a:pathLst>
              <a:path h="672165" fill="none">
                <a:moveTo>
                  <a:pt x="0" y="0"/>
                </a:moveTo>
                <a:lnTo>
                  <a:pt x="0" y="672165"/>
                </a:lnTo>
              </a:path>
            </a:pathLst>
          </a:custGeom>
          <a:noFill/>
          <a:ln w="7600" cap="flat">
            <a:solidFill>
              <a:srgbClr val="4B4B4B"/>
            </a:solidFill>
            <a:bevel/>
          </a:ln>
        </p:spPr>
      </p:sp>
      <p:sp>
        <p:nvSpPr>
          <p:cNvPr id="457" name="ConnectLine"/>
          <p:cNvSpPr/>
          <p:nvPr/>
        </p:nvSpPr>
        <p:spPr>
          <a:xfrm>
            <a:off x="5762415" y="2707847"/>
            <a:ext cx="1029528" cy="821805"/>
          </a:xfrm>
          <a:custGeom>
            <a:avLst/>
            <a:gdLst/>
            <a:ahLst/>
            <a:cxnLst/>
            <a:rect l="0" t="0" r="0" b="0"/>
            <a:pathLst>
              <a:path w="731809" h="536089" fill="none">
                <a:moveTo>
                  <a:pt x="0" y="0"/>
                </a:moveTo>
                <a:lnTo>
                  <a:pt x="488609" y="0"/>
                </a:lnTo>
                <a:lnTo>
                  <a:pt x="488609" y="-536089"/>
                </a:lnTo>
                <a:lnTo>
                  <a:pt x="731809" y="-536089"/>
                </a:lnTo>
              </a:path>
            </a:pathLst>
          </a:custGeom>
          <a:noFill/>
          <a:ln w="7600" cap="flat">
            <a:solidFill>
              <a:srgbClr val="4B4B4B"/>
            </a:solidFill>
            <a:bevel/>
          </a:ln>
        </p:spPr>
      </p:sp>
      <p:sp>
        <p:nvSpPr>
          <p:cNvPr id="458" name="ConnectLine"/>
          <p:cNvSpPr/>
          <p:nvPr/>
        </p:nvSpPr>
        <p:spPr>
          <a:xfrm>
            <a:off x="7224078" y="2432160"/>
            <a:ext cx="1148287" cy="2376709"/>
          </a:xfrm>
          <a:custGeom>
            <a:avLst/>
            <a:gdLst/>
            <a:ahLst/>
            <a:cxnLst/>
            <a:rect l="0" t="0" r="0" b="0"/>
            <a:pathLst>
              <a:path w="816225" h="1550402" fill="none">
                <a:moveTo>
                  <a:pt x="0" y="0"/>
                </a:moveTo>
                <a:lnTo>
                  <a:pt x="0" y="395200"/>
                </a:lnTo>
                <a:lnTo>
                  <a:pt x="-816225" y="395200"/>
                </a:lnTo>
                <a:lnTo>
                  <a:pt x="-816225" y="1550402"/>
                </a:lnTo>
              </a:path>
            </a:pathLst>
          </a:custGeom>
          <a:noFill/>
          <a:ln w="7600" cap="flat">
            <a:solidFill>
              <a:srgbClr val="4B4B4B"/>
            </a:solidFill>
            <a:bevel/>
          </a:ln>
        </p:spPr>
      </p:sp>
      <p:grpSp>
        <p:nvGrpSpPr>
          <p:cNvPr id="459" name="网关"/>
          <p:cNvGrpSpPr/>
          <p:nvPr/>
        </p:nvGrpSpPr>
        <p:grpSpPr>
          <a:xfrm>
            <a:off x="3519478" y="2128539"/>
            <a:ext cx="1069188" cy="1517620"/>
            <a:chOff x="3326575" y="2431262"/>
            <a:chExt cx="760000" cy="989991"/>
          </a:xfrm>
        </p:grpSpPr>
        <p:sp>
          <p:nvSpPr>
            <p:cNvPr id="472" name="任意多边形 471"/>
            <p:cNvSpPr/>
            <p:nvPr/>
          </p:nvSpPr>
          <p:spPr>
            <a:xfrm>
              <a:off x="3707026" y="2565321"/>
              <a:ext cx="273745" cy="619225"/>
            </a:xfrm>
            <a:custGeom>
              <a:avLst/>
              <a:gdLst/>
              <a:ahLst/>
              <a:cxnLst/>
              <a:rect l="0" t="0" r="0" b="0"/>
              <a:pathLst>
                <a:path w="273745" h="619225">
                  <a:moveTo>
                    <a:pt x="0" y="117653"/>
                  </a:moveTo>
                  <a:lnTo>
                    <a:pt x="273745" y="0"/>
                  </a:lnTo>
                  <a:lnTo>
                    <a:pt x="273745" y="501573"/>
                  </a:lnTo>
                  <a:lnTo>
                    <a:pt x="0" y="619225"/>
                  </a:lnTo>
                  <a:lnTo>
                    <a:pt x="0" y="117653"/>
                  </a:lnTo>
                  <a:close/>
                </a:path>
              </a:pathLst>
            </a:custGeom>
            <a:solidFill>
              <a:srgbClr val="E0E0E0"/>
            </a:solidFill>
            <a:ln w="7600" cap="flat">
              <a:solidFill>
                <a:srgbClr val="0D0D0D"/>
              </a:solidFill>
              <a:bevel/>
            </a:ln>
          </p:spPr>
        </p:sp>
        <p:sp>
          <p:nvSpPr>
            <p:cNvPr id="473" name="任意多边形 472"/>
            <p:cNvSpPr/>
            <p:nvPr/>
          </p:nvSpPr>
          <p:spPr>
            <a:xfrm>
              <a:off x="3430098" y="2432694"/>
              <a:ext cx="550673" cy="256645"/>
            </a:xfrm>
            <a:custGeom>
              <a:avLst/>
              <a:gdLst/>
              <a:ahLst/>
              <a:cxnLst/>
              <a:rect l="0" t="0" r="0" b="0"/>
              <a:pathLst>
                <a:path w="550673" h="256645">
                  <a:moveTo>
                    <a:pt x="280626" y="0"/>
                  </a:moveTo>
                  <a:lnTo>
                    <a:pt x="550673" y="132627"/>
                  </a:lnTo>
                  <a:lnTo>
                    <a:pt x="276929" y="256645"/>
                  </a:lnTo>
                  <a:lnTo>
                    <a:pt x="0" y="131031"/>
                  </a:lnTo>
                  <a:lnTo>
                    <a:pt x="280626" y="0"/>
                  </a:lnTo>
                  <a:close/>
                </a:path>
              </a:pathLst>
            </a:custGeom>
            <a:solidFill>
              <a:srgbClr val="E0E0E0"/>
            </a:solidFill>
            <a:ln w="7600" cap="flat">
              <a:solidFill>
                <a:srgbClr val="0D0D0D"/>
              </a:solidFill>
              <a:bevel/>
            </a:ln>
          </p:spPr>
        </p:sp>
        <p:sp>
          <p:nvSpPr>
            <p:cNvPr id="474" name="任意多边形 473"/>
            <p:cNvSpPr/>
            <p:nvPr/>
          </p:nvSpPr>
          <p:spPr>
            <a:xfrm>
              <a:off x="3977980" y="2979182"/>
              <a:ext cx="41758" cy="67357"/>
            </a:xfrm>
            <a:custGeom>
              <a:avLst/>
              <a:gdLst/>
              <a:ahLst/>
              <a:cxnLst/>
              <a:rect l="0" t="0" r="0" b="0"/>
              <a:pathLst>
                <a:path w="41758" h="67357">
                  <a:moveTo>
                    <a:pt x="435" y="0"/>
                  </a:moveTo>
                  <a:lnTo>
                    <a:pt x="41323" y="20789"/>
                  </a:lnTo>
                  <a:lnTo>
                    <a:pt x="41758" y="67357"/>
                  </a:lnTo>
                  <a:lnTo>
                    <a:pt x="0" y="46152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4200"/>
            </a:solidFill>
            <a:ln w="7600" cap="flat">
              <a:solidFill>
                <a:srgbClr val="C80F12"/>
              </a:solidFill>
              <a:miter lim="800000"/>
            </a:ln>
          </p:spPr>
        </p:sp>
        <p:sp>
          <p:nvSpPr>
            <p:cNvPr id="475" name="任意多边形 474"/>
            <p:cNvSpPr/>
            <p:nvPr/>
          </p:nvSpPr>
          <p:spPr>
            <a:xfrm>
              <a:off x="3430097" y="2563724"/>
              <a:ext cx="280112" cy="624012"/>
            </a:xfrm>
            <a:custGeom>
              <a:avLst/>
              <a:gdLst/>
              <a:ahLst/>
              <a:cxnLst/>
              <a:rect l="0" t="0" r="0" b="0"/>
              <a:pathLst>
                <a:path w="280112" h="624012">
                  <a:moveTo>
                    <a:pt x="0" y="0"/>
                  </a:moveTo>
                  <a:lnTo>
                    <a:pt x="280112" y="124803"/>
                  </a:lnTo>
                  <a:lnTo>
                    <a:pt x="280112" y="624012"/>
                  </a:lnTo>
                  <a:lnTo>
                    <a:pt x="0" y="499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 w="7600" cap="flat">
              <a:solidFill>
                <a:srgbClr val="0D0D0D"/>
              </a:solidFill>
              <a:bevel/>
            </a:ln>
          </p:spPr>
        </p:sp>
        <p:sp>
          <p:nvSpPr>
            <p:cNvPr id="476" name="任意多边形 475"/>
            <p:cNvSpPr/>
            <p:nvPr/>
          </p:nvSpPr>
          <p:spPr>
            <a:xfrm>
              <a:off x="3444878" y="2584331"/>
              <a:ext cx="250549" cy="583443"/>
            </a:xfrm>
            <a:custGeom>
              <a:avLst/>
              <a:gdLst/>
              <a:ahLst/>
              <a:cxnLst/>
              <a:rect l="0" t="0" r="0" b="0"/>
              <a:pathLst>
                <a:path w="250549" h="583443">
                  <a:moveTo>
                    <a:pt x="0" y="0"/>
                  </a:moveTo>
                  <a:lnTo>
                    <a:pt x="250549" y="117140"/>
                  </a:lnTo>
                  <a:lnTo>
                    <a:pt x="250549" y="583443"/>
                  </a:lnTo>
                  <a:lnTo>
                    <a:pt x="1770" y="466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E0E0"/>
            </a:solidFill>
            <a:ln w="7600" cap="flat">
              <a:noFill/>
              <a:bevel/>
            </a:ln>
          </p:spPr>
        </p:sp>
        <p:sp>
          <p:nvSpPr>
            <p:cNvPr id="477" name="任意多边形 476"/>
            <p:cNvSpPr/>
            <p:nvPr/>
          </p:nvSpPr>
          <p:spPr>
            <a:xfrm>
              <a:off x="3393366" y="2750176"/>
              <a:ext cx="176669" cy="171761"/>
            </a:xfrm>
            <a:custGeom>
              <a:avLst/>
              <a:gdLst/>
              <a:ahLst/>
              <a:cxnLst/>
              <a:rect l="0" t="0" r="0" b="0"/>
              <a:pathLst>
                <a:path w="176669" h="171761">
                  <a:moveTo>
                    <a:pt x="1724" y="57271"/>
                  </a:moveTo>
                  <a:cubicBezTo>
                    <a:pt x="10390" y="37258"/>
                    <a:pt x="33377" y="27269"/>
                    <a:pt x="54293" y="34427"/>
                  </a:cubicBezTo>
                  <a:lnTo>
                    <a:pt x="99107" y="53887"/>
                  </a:lnTo>
                  <a:lnTo>
                    <a:pt x="99969" y="-264"/>
                  </a:lnTo>
                  <a:lnTo>
                    <a:pt x="176669" y="112269"/>
                  </a:lnTo>
                  <a:lnTo>
                    <a:pt x="98245" y="152036"/>
                  </a:lnTo>
                  <a:lnTo>
                    <a:pt x="98245" y="99577"/>
                  </a:lnTo>
                  <a:lnTo>
                    <a:pt x="52570" y="78424"/>
                  </a:lnTo>
                  <a:cubicBezTo>
                    <a:pt x="33504" y="69480"/>
                    <a:pt x="10648" y="76960"/>
                    <a:pt x="862" y="95347"/>
                  </a:cubicBezTo>
                  <a:cubicBezTo>
                    <a:pt x="6843" y="109937"/>
                    <a:pt x="19181" y="121119"/>
                    <a:pt x="34472" y="125807"/>
                  </a:cubicBezTo>
                  <a:lnTo>
                    <a:pt x="34472" y="171496"/>
                  </a:lnTo>
                  <a:cubicBezTo>
                    <a:pt x="16036" y="163630"/>
                    <a:pt x="3015" y="147010"/>
                    <a:pt x="0" y="127498"/>
                  </a:cubicBezTo>
                  <a:lnTo>
                    <a:pt x="862" y="94501"/>
                  </a:lnTo>
                  <a:lnTo>
                    <a:pt x="1724" y="57271"/>
                  </a:lnTo>
                  <a:close/>
                </a:path>
              </a:pathLst>
            </a:custGeom>
            <a:gradFill>
              <a:gsLst>
                <a:gs pos="0">
                  <a:srgbClr val="FF4200"/>
                </a:gs>
                <a:gs pos="100000">
                  <a:srgbClr val="FF6000"/>
                </a:gs>
              </a:gsLst>
              <a:lin ang="16200000" scaled="0"/>
            </a:gradFill>
            <a:ln w="7600" cap="flat">
              <a:solidFill>
                <a:srgbClr val="C80F12"/>
              </a:solidFill>
              <a:miter lim="800000"/>
            </a:ln>
          </p:spPr>
        </p:sp>
        <p:sp>
          <p:nvSpPr>
            <p:cNvPr id="478" name="任意多边形 477"/>
            <p:cNvSpPr/>
            <p:nvPr/>
          </p:nvSpPr>
          <p:spPr>
            <a:xfrm>
              <a:off x="3454221" y="2589468"/>
              <a:ext cx="245589" cy="474048"/>
            </a:xfrm>
            <a:custGeom>
              <a:avLst/>
              <a:gdLst/>
              <a:ahLst/>
              <a:cxnLst/>
              <a:rect l="0" t="0" r="0" b="0"/>
              <a:pathLst>
                <a:path w="245589" h="474048">
                  <a:moveTo>
                    <a:pt x="0" y="0"/>
                  </a:moveTo>
                  <a:lnTo>
                    <a:pt x="242918" y="113805"/>
                  </a:lnTo>
                  <a:cubicBezTo>
                    <a:pt x="242918" y="113805"/>
                    <a:pt x="245272" y="472028"/>
                    <a:pt x="245272" y="474048"/>
                  </a:cubicBezTo>
                  <a:cubicBezTo>
                    <a:pt x="245272" y="475678"/>
                    <a:pt x="199840" y="254666"/>
                    <a:pt x="145360" y="180690"/>
                  </a:cubicBezTo>
                  <a:cubicBezTo>
                    <a:pt x="90880" y="106714"/>
                    <a:pt x="-1979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7600" cap="flat">
              <a:noFill/>
              <a:bevel/>
            </a:ln>
          </p:spPr>
        </p:sp>
        <p:sp>
          <p:nvSpPr>
            <p:cNvPr id="479" name="任意多边形 478"/>
            <p:cNvSpPr/>
            <p:nvPr/>
          </p:nvSpPr>
          <p:spPr>
            <a:xfrm>
              <a:off x="3570039" y="2659239"/>
              <a:ext cx="430430" cy="319946"/>
            </a:xfrm>
            <a:custGeom>
              <a:avLst/>
              <a:gdLst/>
              <a:ahLst/>
              <a:cxnLst/>
              <a:rect l="0" t="0" r="0" b="0"/>
              <a:pathLst>
                <a:path w="430430" h="319946">
                  <a:moveTo>
                    <a:pt x="0" y="201884"/>
                  </a:moveTo>
                  <a:lnTo>
                    <a:pt x="75042" y="157021"/>
                  </a:lnTo>
                  <a:lnTo>
                    <a:pt x="75042" y="216052"/>
                  </a:lnTo>
                  <a:cubicBezTo>
                    <a:pt x="162394" y="275955"/>
                    <a:pt x="290452" y="269249"/>
                    <a:pt x="368130" y="200704"/>
                  </a:cubicBezTo>
                  <a:cubicBezTo>
                    <a:pt x="397655" y="175275"/>
                    <a:pt x="417804" y="143313"/>
                    <a:pt x="426182" y="108615"/>
                  </a:cubicBezTo>
                  <a:lnTo>
                    <a:pt x="426182" y="93268"/>
                  </a:lnTo>
                  <a:lnTo>
                    <a:pt x="410607" y="50766"/>
                  </a:lnTo>
                  <a:lnTo>
                    <a:pt x="412023" y="0"/>
                  </a:lnTo>
                  <a:lnTo>
                    <a:pt x="423350" y="25973"/>
                  </a:lnTo>
                  <a:lnTo>
                    <a:pt x="430430" y="62573"/>
                  </a:lnTo>
                  <a:lnTo>
                    <a:pt x="427598" y="93268"/>
                  </a:lnTo>
                  <a:lnTo>
                    <a:pt x="426182" y="109796"/>
                  </a:lnTo>
                  <a:lnTo>
                    <a:pt x="429014" y="151118"/>
                  </a:lnTo>
                  <a:cubicBezTo>
                    <a:pt x="420430" y="210111"/>
                    <a:pt x="377527" y="261785"/>
                    <a:pt x="314327" y="289250"/>
                  </a:cubicBezTo>
                  <a:cubicBezTo>
                    <a:pt x="254190" y="314027"/>
                    <a:pt x="183753" y="314462"/>
                    <a:pt x="123182" y="290430"/>
                  </a:cubicBezTo>
                  <a:lnTo>
                    <a:pt x="73626" y="263276"/>
                  </a:lnTo>
                  <a:lnTo>
                    <a:pt x="70794" y="319946"/>
                  </a:lnTo>
                  <a:lnTo>
                    <a:pt x="0" y="201884"/>
                  </a:lnTo>
                  <a:close/>
                </a:path>
              </a:pathLst>
            </a:custGeom>
            <a:gradFill>
              <a:gsLst>
                <a:gs pos="0">
                  <a:srgbClr val="FF4200"/>
                </a:gs>
                <a:gs pos="100000">
                  <a:srgbClr val="FF6000"/>
                </a:gs>
              </a:gsLst>
              <a:lin ang="16200000" scaled="0"/>
            </a:gradFill>
            <a:ln w="7600" cap="flat">
              <a:solidFill>
                <a:srgbClr val="C80F12"/>
              </a:solidFill>
              <a:miter lim="800000"/>
            </a:ln>
          </p:spPr>
        </p:sp>
        <p:sp>
          <p:nvSpPr>
            <p:cNvPr id="480" name="任意多边形 479"/>
            <p:cNvSpPr/>
            <p:nvPr/>
          </p:nvSpPr>
          <p:spPr>
            <a:xfrm>
              <a:off x="3426913" y="2431262"/>
              <a:ext cx="553857" cy="134059"/>
            </a:xfrm>
            <a:custGeom>
              <a:avLst/>
              <a:gdLst/>
              <a:ahLst/>
              <a:cxnLst/>
              <a:rect l="0" t="0" r="0" b="0"/>
              <a:pathLst>
                <a:path w="553857" h="134059">
                  <a:moveTo>
                    <a:pt x="0" y="126822"/>
                  </a:moveTo>
                  <a:lnTo>
                    <a:pt x="286249" y="-336"/>
                  </a:lnTo>
                  <a:lnTo>
                    <a:pt x="553857" y="133693"/>
                  </a:lnTo>
                  <a:cubicBezTo>
                    <a:pt x="553857" y="133693"/>
                    <a:pt x="428695" y="95008"/>
                    <a:pt x="276928" y="95008"/>
                  </a:cubicBezTo>
                  <a:cubicBezTo>
                    <a:pt x="125303" y="95008"/>
                    <a:pt x="0" y="129077"/>
                    <a:pt x="0" y="12682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7600" cap="flat">
              <a:noFill/>
              <a:bevel/>
            </a:ln>
          </p:spPr>
        </p:sp>
        <p:sp>
          <p:nvSpPr>
            <p:cNvPr id="481" name="Text 1070"/>
            <p:cNvSpPr txBox="1"/>
            <p:nvPr/>
          </p:nvSpPr>
          <p:spPr>
            <a:xfrm>
              <a:off x="3326575" y="3269253"/>
              <a:ext cx="760000" cy="152000"/>
            </a:xfrm>
            <a:prstGeom prst="rect">
              <a:avLst/>
            </a:prstGeom>
            <a:noFill/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微信</a:t>
              </a:r>
              <a:endParaRPr lang="en-US" sz="1600" dirty="0" smtClean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sz="1600" dirty="0" err="1" smtClean="0">
                  <a:solidFill>
                    <a:schemeClr val="tx1">
                      <a:lumMod val="75000"/>
                    </a:schemeClr>
                  </a:solidFill>
                  <a:latin typeface="+mj-ea"/>
                  <a:ea typeface="+mj-ea"/>
                </a:rPr>
                <a:t>消息网关</a:t>
              </a:r>
              <a:endParaRPr sz="1600" dirty="0">
                <a:solidFill>
                  <a:schemeClr val="tx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61" name="Line"/>
          <p:cNvCxnSpPr/>
          <p:nvPr/>
        </p:nvCxnSpPr>
        <p:spPr>
          <a:xfrm rot="5">
            <a:off x="3154930" y="2707847"/>
            <a:ext cx="461798" cy="0"/>
          </a:xfrm>
          <a:prstGeom prst="line">
            <a:avLst/>
          </a:prstGeom>
          <a:ln w="7600" cap="flat">
            <a:solidFill>
              <a:srgbClr val="00AF54"/>
            </a:solidFill>
            <a:bevel/>
          </a:ln>
        </p:spPr>
      </p:cxnSp>
    </p:spTree>
    <p:extLst>
      <p:ext uri="{BB962C8B-B14F-4D97-AF65-F5344CB8AC3E}">
        <p14:creationId xmlns:p14="http://schemas.microsoft.com/office/powerpoint/2010/main" val="50030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需求实现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 smtClean="0">
                  <a:solidFill>
                    <a:schemeClr val="accent1"/>
                  </a:solidFill>
                  <a:latin typeface="Engravers MT" panose="02090707080505020304" pitchFamily="18" charset="0"/>
                </a:rPr>
                <a:t>2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63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51</a:t>
            </a:r>
            <a:r>
              <a:rPr lang="zh-CN" altLang="en-US" dirty="0" smtClean="0"/>
              <a:t>公众号</a:t>
            </a:r>
            <a:endParaRPr lang="zh-CN" altLang="en-US" dirty="0"/>
          </a:p>
        </p:txBody>
      </p:sp>
      <p:grpSp>
        <p:nvGrpSpPr>
          <p:cNvPr id="4" name="Group142"/>
          <p:cNvGrpSpPr/>
          <p:nvPr/>
        </p:nvGrpSpPr>
        <p:grpSpPr>
          <a:xfrm>
            <a:off x="1157191" y="1887333"/>
            <a:ext cx="7109111" cy="4219363"/>
            <a:chOff x="1860984" y="2144599"/>
            <a:chExt cx="5421841" cy="2568801"/>
          </a:xfrm>
        </p:grpSpPr>
        <p:sp>
          <p:nvSpPr>
            <p:cNvPr id="5" name="任意多边形 4"/>
            <p:cNvSpPr/>
            <p:nvPr/>
          </p:nvSpPr>
          <p:spPr>
            <a:xfrm>
              <a:off x="1860984" y="2144600"/>
              <a:ext cx="1469841" cy="2568800"/>
            </a:xfrm>
            <a:custGeom>
              <a:avLst/>
              <a:gdLst>
                <a:gd name="rtl" fmla="*/ 30400 w 1469841"/>
                <a:gd name="rtt" fmla="*/ 30400 h 2568800"/>
                <a:gd name="rtr" fmla="*/ 1439441 w 1469841"/>
                <a:gd name="rtb" fmla="*/ 2538400 h 2568800"/>
              </a:gdLst>
              <a:ahLst/>
              <a:cxnLst/>
              <a:rect l="rtl" t="rtt" r="rtr" b="rtb"/>
              <a:pathLst>
                <a:path w="1469841" h="2568800">
                  <a:moveTo>
                    <a:pt x="91200" y="0"/>
                  </a:moveTo>
                  <a:lnTo>
                    <a:pt x="1378641" y="0"/>
                  </a:lnTo>
                  <a:cubicBezTo>
                    <a:pt x="1429011" y="0"/>
                    <a:pt x="1469841" y="40830"/>
                    <a:pt x="1469841" y="91200"/>
                  </a:cubicBezTo>
                  <a:lnTo>
                    <a:pt x="1469841" y="2477600"/>
                  </a:lnTo>
                  <a:cubicBezTo>
                    <a:pt x="1469841" y="2527970"/>
                    <a:pt x="1429011" y="2568800"/>
                    <a:pt x="1378641" y="2568800"/>
                  </a:cubicBezTo>
                  <a:lnTo>
                    <a:pt x="91200" y="2568800"/>
                  </a:lnTo>
                  <a:cubicBezTo>
                    <a:pt x="40830" y="2568800"/>
                    <a:pt x="0" y="2527970"/>
                    <a:pt x="0" y="2477600"/>
                  </a:cubicBezTo>
                  <a:lnTo>
                    <a:pt x="0" y="91200"/>
                  </a:lnTo>
                  <a:cubicBezTo>
                    <a:pt x="0" y="40830"/>
                    <a:pt x="40830" y="0"/>
                    <a:pt x="91200" y="0"/>
                  </a:cubicBezTo>
                  <a:close/>
                </a:path>
              </a:pathLst>
            </a:custGeom>
            <a:gradFill>
              <a:gsLst>
                <a:gs pos="0">
                  <a:srgbClr val="FF9933"/>
                </a:gs>
                <a:gs pos="100000">
                  <a:srgbClr val="CC6600"/>
                </a:gs>
              </a:gsLst>
              <a:lin ang="5400000" scaled="0"/>
            </a:gradFill>
            <a:ln w="7600" cap="flat">
              <a:solidFill>
                <a:srgbClr val="CC6600"/>
              </a:solidFill>
              <a:bevel/>
            </a:ln>
          </p:spPr>
          <p:txBody>
            <a:bodyPr wrap="square" lIns="36000" tIns="18000" rIns="36000" bIns="18000" rtlCol="0" anchor="t"/>
            <a:lstStyle/>
            <a:p>
              <a:pPr algn="ctr"/>
              <a:r>
                <a:rPr b="1" dirty="0" err="1">
                  <a:solidFill>
                    <a:srgbClr val="FFFFFF"/>
                  </a:solidFill>
                  <a:latin typeface="+mj-ea"/>
                  <a:ea typeface="+mj-ea"/>
                </a:rPr>
                <a:t>首页</a:t>
              </a:r>
              <a:endParaRPr b="1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6" name="圆角矩形"/>
            <p:cNvSpPr/>
            <p:nvPr/>
          </p:nvSpPr>
          <p:spPr>
            <a:xfrm>
              <a:off x="1972704" y="2509399"/>
              <a:ext cx="1246400" cy="532001"/>
            </a:xfrm>
            <a:custGeom>
              <a:avLst/>
              <a:gdLst>
                <a:gd name="connsiteX0" fmla="*/ 623200 w 1246400"/>
                <a:gd name="connsiteY0" fmla="*/ 532001 h 532001"/>
                <a:gd name="connsiteX1" fmla="*/ 623200 w 1246400"/>
                <a:gd name="connsiteY1" fmla="*/ 0 h 532001"/>
                <a:gd name="connsiteX2" fmla="*/ 1246400 w 1246400"/>
                <a:gd name="connsiteY2" fmla="*/ 266000 h 532001"/>
                <a:gd name="connsiteX3" fmla="*/ 0 w 1246400"/>
                <a:gd name="connsiteY3" fmla="*/ 266000 h 532001"/>
                <a:gd name="connsiteX4" fmla="*/ 623200 w 1246400"/>
                <a:gd name="connsiteY4" fmla="*/ 266000 h 532001"/>
                <a:gd name="connsiteX5" fmla="*/ 299729 w 1246400"/>
                <a:gd name="connsiteY5" fmla="*/ -2217 h 532001"/>
                <a:gd name="connsiteX6" fmla="*/ 925897 w 1246400"/>
                <a:gd name="connsiteY6" fmla="*/ -2217 h 532001"/>
                <a:gd name="connsiteX7" fmla="*/ 1246400 w 1246400"/>
                <a:gd name="connsiteY7" fmla="*/ 126350 h 532001"/>
                <a:gd name="connsiteX8" fmla="*/ 1243432 w 1246400"/>
                <a:gd name="connsiteY8" fmla="*/ 396784 h 532001"/>
                <a:gd name="connsiteX9" fmla="*/ 946671 w 1246400"/>
                <a:gd name="connsiteY9" fmla="*/ 529784 h 532001"/>
                <a:gd name="connsiteX10" fmla="*/ 314568 w 1246400"/>
                <a:gd name="connsiteY10" fmla="*/ 532001 h 532001"/>
                <a:gd name="connsiteX11" fmla="*/ -2968 w 1246400"/>
                <a:gd name="connsiteY11" fmla="*/ 383484 h 532001"/>
                <a:gd name="connsiteX12" fmla="*/ -2968 w 1246400"/>
                <a:gd name="connsiteY12" fmla="*/ 130783 h 53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532001">
                  <a:moveTo>
                    <a:pt x="1155200" y="532001"/>
                  </a:moveTo>
                  <a:cubicBezTo>
                    <a:pt x="1205570" y="532001"/>
                    <a:pt x="1246400" y="491170"/>
                    <a:pt x="1246400" y="440801"/>
                  </a:cubicBezTo>
                  <a:lnTo>
                    <a:pt x="1246400" y="91200"/>
                  </a:lnTo>
                  <a:cubicBezTo>
                    <a:pt x="1246400" y="40830"/>
                    <a:pt x="1205570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440801"/>
                  </a:lnTo>
                  <a:cubicBezTo>
                    <a:pt x="0" y="491170"/>
                    <a:pt x="40830" y="532001"/>
                    <a:pt x="91200" y="532001"/>
                  </a:cubicBezTo>
                  <a:lnTo>
                    <a:pt x="1155200" y="5320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E17B15"/>
                  </a:solidFill>
                  <a:latin typeface="+mj-ea"/>
                  <a:ea typeface="+mj-ea"/>
                </a:rPr>
                <a:t>精彩问答</a:t>
              </a:r>
            </a:p>
          </p:txBody>
        </p:sp>
        <p:sp>
          <p:nvSpPr>
            <p:cNvPr id="7" name="圆角矩形"/>
            <p:cNvSpPr/>
            <p:nvPr/>
          </p:nvSpPr>
          <p:spPr>
            <a:xfrm>
              <a:off x="1972704" y="3216199"/>
              <a:ext cx="1246400" cy="554801"/>
            </a:xfrm>
            <a:custGeom>
              <a:avLst/>
              <a:gdLst>
                <a:gd name="connsiteX0" fmla="*/ 623200 w 1246400"/>
                <a:gd name="connsiteY0" fmla="*/ 554801 h 554801"/>
                <a:gd name="connsiteX1" fmla="*/ 623200 w 1246400"/>
                <a:gd name="connsiteY1" fmla="*/ 0 h 554801"/>
                <a:gd name="connsiteX2" fmla="*/ 1246400 w 1246400"/>
                <a:gd name="connsiteY2" fmla="*/ 277400 h 554801"/>
                <a:gd name="connsiteX3" fmla="*/ 0 w 1246400"/>
                <a:gd name="connsiteY3" fmla="*/ 277400 h 554801"/>
                <a:gd name="connsiteX4" fmla="*/ 623200 w 1246400"/>
                <a:gd name="connsiteY4" fmla="*/ 277400 h 554801"/>
                <a:gd name="connsiteX5" fmla="*/ 299729 w 1246400"/>
                <a:gd name="connsiteY5" fmla="*/ -2312 h 554801"/>
                <a:gd name="connsiteX6" fmla="*/ 925897 w 1246400"/>
                <a:gd name="connsiteY6" fmla="*/ -2312 h 554801"/>
                <a:gd name="connsiteX7" fmla="*/ 1246400 w 1246400"/>
                <a:gd name="connsiteY7" fmla="*/ 131765 h 554801"/>
                <a:gd name="connsiteX8" fmla="*/ 1243432 w 1246400"/>
                <a:gd name="connsiteY8" fmla="*/ 413789 h 554801"/>
                <a:gd name="connsiteX9" fmla="*/ 946671 w 1246400"/>
                <a:gd name="connsiteY9" fmla="*/ 552489 h 554801"/>
                <a:gd name="connsiteX10" fmla="*/ 314568 w 1246400"/>
                <a:gd name="connsiteY10" fmla="*/ 554801 h 554801"/>
                <a:gd name="connsiteX11" fmla="*/ -2968 w 1246400"/>
                <a:gd name="connsiteY11" fmla="*/ 399919 h 554801"/>
                <a:gd name="connsiteX12" fmla="*/ -2968 w 1246400"/>
                <a:gd name="connsiteY12" fmla="*/ 136388 h 554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554801">
                  <a:moveTo>
                    <a:pt x="1155200" y="554801"/>
                  </a:moveTo>
                  <a:cubicBezTo>
                    <a:pt x="1205570" y="554801"/>
                    <a:pt x="1246400" y="513970"/>
                    <a:pt x="1246400" y="463601"/>
                  </a:cubicBezTo>
                  <a:lnTo>
                    <a:pt x="1246400" y="91200"/>
                  </a:lnTo>
                  <a:cubicBezTo>
                    <a:pt x="1246400" y="40830"/>
                    <a:pt x="1205570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463601"/>
                  </a:lnTo>
                  <a:cubicBezTo>
                    <a:pt x="0" y="513970"/>
                    <a:pt x="40830" y="554801"/>
                    <a:pt x="91200" y="554801"/>
                  </a:cubicBezTo>
                  <a:lnTo>
                    <a:pt x="1155200" y="5548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E17B15"/>
                  </a:solidFill>
                  <a:latin typeface="+mj-ea"/>
                  <a:ea typeface="+mj-ea"/>
                </a:rPr>
                <a:t>热门话题</a:t>
              </a:r>
            </a:p>
          </p:txBody>
        </p:sp>
        <p:sp>
          <p:nvSpPr>
            <p:cNvPr id="8" name="圆角矩形"/>
            <p:cNvSpPr/>
            <p:nvPr/>
          </p:nvSpPr>
          <p:spPr>
            <a:xfrm>
              <a:off x="1972704" y="3953400"/>
              <a:ext cx="1246400" cy="547200"/>
            </a:xfrm>
            <a:custGeom>
              <a:avLst/>
              <a:gdLst>
                <a:gd name="connsiteX0" fmla="*/ 623200 w 1246400"/>
                <a:gd name="connsiteY0" fmla="*/ 547200 h 547200"/>
                <a:gd name="connsiteX1" fmla="*/ 623200 w 1246400"/>
                <a:gd name="connsiteY1" fmla="*/ 0 h 547200"/>
                <a:gd name="connsiteX2" fmla="*/ 1246400 w 1246400"/>
                <a:gd name="connsiteY2" fmla="*/ 273600 h 547200"/>
                <a:gd name="connsiteX3" fmla="*/ 0 w 1246400"/>
                <a:gd name="connsiteY3" fmla="*/ 273600 h 547200"/>
                <a:gd name="connsiteX4" fmla="*/ 623200 w 1246400"/>
                <a:gd name="connsiteY4" fmla="*/ 273600 h 547200"/>
                <a:gd name="connsiteX5" fmla="*/ 299729 w 1246400"/>
                <a:gd name="connsiteY5" fmla="*/ -2280 h 547200"/>
                <a:gd name="connsiteX6" fmla="*/ 925897 w 1246400"/>
                <a:gd name="connsiteY6" fmla="*/ -2280 h 547200"/>
                <a:gd name="connsiteX7" fmla="*/ 1246400 w 1246400"/>
                <a:gd name="connsiteY7" fmla="*/ 129960 h 547200"/>
                <a:gd name="connsiteX8" fmla="*/ 1243432 w 1246400"/>
                <a:gd name="connsiteY8" fmla="*/ 408120 h 547200"/>
                <a:gd name="connsiteX9" fmla="*/ 946671 w 1246400"/>
                <a:gd name="connsiteY9" fmla="*/ 544920 h 547200"/>
                <a:gd name="connsiteX10" fmla="*/ 314568 w 1246400"/>
                <a:gd name="connsiteY10" fmla="*/ 547200 h 547200"/>
                <a:gd name="connsiteX11" fmla="*/ -2968 w 1246400"/>
                <a:gd name="connsiteY11" fmla="*/ 394440 h 547200"/>
                <a:gd name="connsiteX12" fmla="*/ -2968 w 1246400"/>
                <a:gd name="connsiteY12" fmla="*/ 134520 h 54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547200">
                  <a:moveTo>
                    <a:pt x="1155200" y="547200"/>
                  </a:moveTo>
                  <a:cubicBezTo>
                    <a:pt x="1205570" y="547200"/>
                    <a:pt x="1246400" y="506370"/>
                    <a:pt x="1246400" y="456000"/>
                  </a:cubicBezTo>
                  <a:lnTo>
                    <a:pt x="1246400" y="91200"/>
                  </a:lnTo>
                  <a:cubicBezTo>
                    <a:pt x="1246400" y="40830"/>
                    <a:pt x="1205570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456000"/>
                  </a:lnTo>
                  <a:cubicBezTo>
                    <a:pt x="0" y="506370"/>
                    <a:pt x="40830" y="547200"/>
                    <a:pt x="91200" y="547200"/>
                  </a:cubicBezTo>
                  <a:lnTo>
                    <a:pt x="1155200" y="547200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E17B15"/>
                  </a:solidFill>
                  <a:latin typeface="+mj-ea"/>
                  <a:ea typeface="+mj-ea"/>
                </a:rPr>
                <a:t>我要提问</a:t>
              </a: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726025" y="2144599"/>
              <a:ext cx="1580800" cy="2508000"/>
            </a:xfrm>
            <a:custGeom>
              <a:avLst/>
              <a:gdLst>
                <a:gd name="rtl" fmla="*/ 30400 w 1580800"/>
                <a:gd name="rtt" fmla="*/ 30400 h 2508000"/>
                <a:gd name="rtr" fmla="*/ 1550400 w 1580800"/>
                <a:gd name="rtb" fmla="*/ 2477600 h 2508000"/>
              </a:gdLst>
              <a:ahLst/>
              <a:cxnLst/>
              <a:rect l="rtl" t="rtt" r="rtr" b="rtb"/>
              <a:pathLst>
                <a:path w="1580800" h="2508000">
                  <a:moveTo>
                    <a:pt x="91200" y="0"/>
                  </a:moveTo>
                  <a:lnTo>
                    <a:pt x="1489600" y="0"/>
                  </a:lnTo>
                  <a:cubicBezTo>
                    <a:pt x="1539970" y="0"/>
                    <a:pt x="1580800" y="40830"/>
                    <a:pt x="1580800" y="91200"/>
                  </a:cubicBezTo>
                  <a:lnTo>
                    <a:pt x="1580800" y="2416800"/>
                  </a:lnTo>
                  <a:cubicBezTo>
                    <a:pt x="1580800" y="2467170"/>
                    <a:pt x="1539970" y="2508000"/>
                    <a:pt x="1489600" y="2508000"/>
                  </a:cubicBezTo>
                  <a:lnTo>
                    <a:pt x="91200" y="2508000"/>
                  </a:lnTo>
                  <a:cubicBezTo>
                    <a:pt x="40830" y="2508000"/>
                    <a:pt x="0" y="2467170"/>
                    <a:pt x="0" y="2416800"/>
                  </a:cubicBezTo>
                  <a:lnTo>
                    <a:pt x="0" y="91200"/>
                  </a:lnTo>
                  <a:cubicBezTo>
                    <a:pt x="0" y="40830"/>
                    <a:pt x="40830" y="0"/>
                    <a:pt x="91200" y="0"/>
                  </a:cubicBezTo>
                  <a:close/>
                </a:path>
              </a:pathLst>
            </a:custGeom>
            <a:gradFill>
              <a:gsLst>
                <a:gs pos="0">
                  <a:srgbClr val="6FBDD1"/>
                </a:gs>
                <a:gs pos="100000">
                  <a:srgbClr val="358EA6"/>
                </a:gs>
              </a:gsLst>
              <a:lin ang="5400000" scaled="0"/>
            </a:gradFill>
            <a:ln w="7600" cap="flat">
              <a:solidFill>
                <a:srgbClr val="358EA6"/>
              </a:solidFill>
              <a:bevel/>
            </a:ln>
          </p:spPr>
          <p:txBody>
            <a:bodyPr wrap="square" lIns="36000" tIns="18000" rIns="36000" bIns="18000" rtlCol="0" anchor="t"/>
            <a:lstStyle/>
            <a:p>
              <a:pPr algn="ctr"/>
              <a:r>
                <a:rPr b="1" dirty="0" err="1">
                  <a:solidFill>
                    <a:srgbClr val="FFFFFF"/>
                  </a:solidFill>
                  <a:latin typeface="+mj-ea"/>
                  <a:ea typeface="+mj-ea"/>
                </a:rPr>
                <a:t>互动</a:t>
              </a:r>
              <a:endParaRPr b="1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圆角矩形"/>
            <p:cNvSpPr/>
            <p:nvPr/>
          </p:nvSpPr>
          <p:spPr>
            <a:xfrm>
              <a:off x="3893225" y="25093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3C94AB"/>
                  </a:solidFill>
                  <a:latin typeface="+mj-ea"/>
                  <a:ea typeface="+mj-ea"/>
                </a:rPr>
                <a:t>问题回复</a:t>
              </a:r>
            </a:p>
          </p:txBody>
        </p:sp>
        <p:sp>
          <p:nvSpPr>
            <p:cNvPr id="11" name="圆角矩形"/>
            <p:cNvSpPr/>
            <p:nvPr/>
          </p:nvSpPr>
          <p:spPr>
            <a:xfrm>
              <a:off x="3893225" y="30565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3C94AB"/>
                  </a:solidFill>
                  <a:latin typeface="+mj-ea"/>
                  <a:ea typeface="+mj-ea"/>
                </a:rPr>
                <a:t>点赞点差</a:t>
              </a:r>
            </a:p>
          </p:txBody>
        </p:sp>
        <p:sp>
          <p:nvSpPr>
            <p:cNvPr id="12" name="圆角矩形"/>
            <p:cNvSpPr/>
            <p:nvPr/>
          </p:nvSpPr>
          <p:spPr>
            <a:xfrm>
              <a:off x="3893225" y="3611400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3C94AB"/>
                  </a:solidFill>
                  <a:latin typeface="+mj-ea"/>
                  <a:ea typeface="+mj-ea"/>
                </a:rPr>
                <a:t>分享朋友圈</a:t>
              </a:r>
            </a:p>
          </p:txBody>
        </p:sp>
        <p:sp>
          <p:nvSpPr>
            <p:cNvPr id="13" name="圆角矩形"/>
            <p:cNvSpPr/>
            <p:nvPr/>
          </p:nvSpPr>
          <p:spPr>
            <a:xfrm>
              <a:off x="3900825" y="41509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3C94AB"/>
                  </a:solidFill>
                  <a:latin typeface="+mj-ea"/>
                  <a:ea typeface="+mj-ea"/>
                </a:rPr>
                <a:t>消息通知</a:t>
              </a: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5770425" y="2144599"/>
              <a:ext cx="1512400" cy="2508001"/>
            </a:xfrm>
            <a:custGeom>
              <a:avLst/>
              <a:gdLst>
                <a:gd name="rtl" fmla="*/ 30400 w 1512400"/>
                <a:gd name="rtt" fmla="*/ 30400 h 2508001"/>
                <a:gd name="rtr" fmla="*/ 1482000 w 1512400"/>
                <a:gd name="rtb" fmla="*/ 2477601 h 2508001"/>
              </a:gdLst>
              <a:ahLst/>
              <a:cxnLst/>
              <a:rect l="rtl" t="rtt" r="rtr" b="rtb"/>
              <a:pathLst>
                <a:path w="1512400" h="2508001">
                  <a:moveTo>
                    <a:pt x="91200" y="0"/>
                  </a:moveTo>
                  <a:lnTo>
                    <a:pt x="1421200" y="0"/>
                  </a:lnTo>
                  <a:cubicBezTo>
                    <a:pt x="1471570" y="0"/>
                    <a:pt x="1512400" y="40830"/>
                    <a:pt x="1512400" y="91200"/>
                  </a:cubicBezTo>
                  <a:lnTo>
                    <a:pt x="1512400" y="2416801"/>
                  </a:lnTo>
                  <a:cubicBezTo>
                    <a:pt x="1512400" y="2467170"/>
                    <a:pt x="1471570" y="2508001"/>
                    <a:pt x="1421200" y="2508001"/>
                  </a:cubicBezTo>
                  <a:lnTo>
                    <a:pt x="91200" y="2508001"/>
                  </a:lnTo>
                  <a:cubicBezTo>
                    <a:pt x="40830" y="2508001"/>
                    <a:pt x="0" y="2467170"/>
                    <a:pt x="0" y="2416801"/>
                  </a:cubicBezTo>
                  <a:lnTo>
                    <a:pt x="0" y="91200"/>
                  </a:lnTo>
                  <a:cubicBezTo>
                    <a:pt x="0" y="40830"/>
                    <a:pt x="40830" y="0"/>
                    <a:pt x="91200" y="0"/>
                  </a:cubicBezTo>
                  <a:close/>
                </a:path>
              </a:pathLst>
            </a:custGeom>
            <a:gradFill>
              <a:gsLst>
                <a:gs pos="0">
                  <a:srgbClr val="33BF76"/>
                </a:gs>
                <a:gs pos="100000">
                  <a:srgbClr val="008C43"/>
                </a:gs>
              </a:gsLst>
              <a:lin ang="5400000" scaled="0"/>
            </a:gradFill>
            <a:ln w="7600" cap="flat">
              <a:solidFill>
                <a:srgbClr val="C1D2E8"/>
              </a:solidFill>
              <a:bevel/>
            </a:ln>
          </p:spPr>
          <p:txBody>
            <a:bodyPr wrap="square" lIns="36000" tIns="18000" rIns="36000" bIns="18000" rtlCol="0" anchor="t"/>
            <a:lstStyle/>
            <a:p>
              <a:pPr algn="ctr"/>
              <a:r>
                <a:rPr b="1" dirty="0" err="1">
                  <a:solidFill>
                    <a:srgbClr val="FFFFFF"/>
                  </a:solidFill>
                  <a:latin typeface="+mj-ea"/>
                  <a:ea typeface="+mj-ea"/>
                </a:rPr>
                <a:t>我的</a:t>
              </a:r>
              <a:endParaRPr b="1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圆角矩形"/>
            <p:cNvSpPr/>
            <p:nvPr/>
          </p:nvSpPr>
          <p:spPr>
            <a:xfrm>
              <a:off x="5903425" y="25093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129E55"/>
                  </a:solidFill>
                  <a:latin typeface="+mj-ea"/>
                  <a:ea typeface="+mj-ea"/>
                </a:rPr>
                <a:t>个性签名</a:t>
              </a:r>
            </a:p>
          </p:txBody>
        </p:sp>
        <p:sp>
          <p:nvSpPr>
            <p:cNvPr id="16" name="圆角矩形"/>
            <p:cNvSpPr/>
            <p:nvPr/>
          </p:nvSpPr>
          <p:spPr>
            <a:xfrm>
              <a:off x="5903425" y="30109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129E55"/>
                  </a:solidFill>
                  <a:latin typeface="+mj-ea"/>
                  <a:ea typeface="+mj-ea"/>
                </a:rPr>
                <a:t>提问、回答</a:t>
              </a:r>
            </a:p>
          </p:txBody>
        </p:sp>
        <p:sp>
          <p:nvSpPr>
            <p:cNvPr id="17" name="圆角矩形"/>
            <p:cNvSpPr/>
            <p:nvPr/>
          </p:nvSpPr>
          <p:spPr>
            <a:xfrm>
              <a:off x="5903425" y="35657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129E55"/>
                  </a:solidFill>
                  <a:latin typeface="+mj-ea"/>
                  <a:ea typeface="+mj-ea"/>
                </a:rPr>
                <a:t>收藏、历史</a:t>
              </a:r>
            </a:p>
          </p:txBody>
        </p:sp>
        <p:sp>
          <p:nvSpPr>
            <p:cNvPr id="18" name="圆角矩形"/>
            <p:cNvSpPr/>
            <p:nvPr/>
          </p:nvSpPr>
          <p:spPr>
            <a:xfrm>
              <a:off x="5903425" y="4120599"/>
              <a:ext cx="1246400" cy="410401"/>
            </a:xfrm>
            <a:custGeom>
              <a:avLst/>
              <a:gdLst>
                <a:gd name="connsiteX0" fmla="*/ 623200 w 1246400"/>
                <a:gd name="connsiteY0" fmla="*/ 410401 h 410401"/>
                <a:gd name="connsiteX1" fmla="*/ 623200 w 1246400"/>
                <a:gd name="connsiteY1" fmla="*/ 0 h 410401"/>
                <a:gd name="connsiteX2" fmla="*/ 1246400 w 1246400"/>
                <a:gd name="connsiteY2" fmla="*/ 205200 h 410401"/>
                <a:gd name="connsiteX3" fmla="*/ 0 w 1246400"/>
                <a:gd name="connsiteY3" fmla="*/ 205200 h 410401"/>
                <a:gd name="connsiteX4" fmla="*/ 623200 w 1246400"/>
                <a:gd name="connsiteY4" fmla="*/ 205200 h 410401"/>
                <a:gd name="connsiteX5" fmla="*/ 299730 w 1246400"/>
                <a:gd name="connsiteY5" fmla="*/ -1710 h 410401"/>
                <a:gd name="connsiteX6" fmla="*/ 925900 w 1246400"/>
                <a:gd name="connsiteY6" fmla="*/ -1710 h 410401"/>
                <a:gd name="connsiteX7" fmla="*/ 1246400 w 1246400"/>
                <a:gd name="connsiteY7" fmla="*/ 97470 h 410401"/>
                <a:gd name="connsiteX8" fmla="*/ 1243436 w 1246400"/>
                <a:gd name="connsiteY8" fmla="*/ 306091 h 410401"/>
                <a:gd name="connsiteX9" fmla="*/ 946671 w 1246400"/>
                <a:gd name="connsiteY9" fmla="*/ 408691 h 410401"/>
                <a:gd name="connsiteX10" fmla="*/ 314568 w 1246400"/>
                <a:gd name="connsiteY10" fmla="*/ 410401 h 410401"/>
                <a:gd name="connsiteX11" fmla="*/ -2968 w 1246400"/>
                <a:gd name="connsiteY11" fmla="*/ 295831 h 410401"/>
                <a:gd name="connsiteX12" fmla="*/ -2968 w 1246400"/>
                <a:gd name="connsiteY12" fmla="*/ 100890 h 41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6400" h="410401">
                  <a:moveTo>
                    <a:pt x="1155200" y="410401"/>
                  </a:moveTo>
                  <a:cubicBezTo>
                    <a:pt x="1205573" y="410401"/>
                    <a:pt x="1246400" y="369571"/>
                    <a:pt x="1246400" y="319201"/>
                  </a:cubicBezTo>
                  <a:lnTo>
                    <a:pt x="1246400" y="91200"/>
                  </a:lnTo>
                  <a:cubicBezTo>
                    <a:pt x="1246400" y="40830"/>
                    <a:pt x="1205573" y="0"/>
                    <a:pt x="1155200" y="0"/>
                  </a:cubicBezTo>
                  <a:lnTo>
                    <a:pt x="91200" y="0"/>
                  </a:lnTo>
                  <a:cubicBezTo>
                    <a:pt x="40830" y="0"/>
                    <a:pt x="0" y="40830"/>
                    <a:pt x="0" y="91200"/>
                  </a:cubicBezTo>
                  <a:lnTo>
                    <a:pt x="0" y="319201"/>
                  </a:lnTo>
                  <a:cubicBezTo>
                    <a:pt x="0" y="369571"/>
                    <a:pt x="40830" y="410401"/>
                    <a:pt x="91200" y="410401"/>
                  </a:cubicBezTo>
                  <a:lnTo>
                    <a:pt x="1155200" y="410401"/>
                  </a:lnTo>
                  <a:close/>
                </a:path>
              </a:pathLst>
            </a:custGeom>
            <a:gradFill>
              <a:gsLst>
                <a:gs pos="0">
                  <a:srgbClr val="FCFCFC"/>
                </a:gs>
                <a:gs pos="50000">
                  <a:srgbClr val="F5F5F5"/>
                </a:gs>
                <a:gs pos="100000">
                  <a:srgbClr val="EEEEEE"/>
                </a:gs>
              </a:gsLst>
              <a:lin ang="5400000" scaled="0"/>
            </a:gradFill>
            <a:ln w="7600" cap="flat">
              <a:solidFill>
                <a:srgbClr val="545454"/>
              </a:solidFill>
              <a:bevel/>
            </a:ln>
            <a:effectLst>
              <a:outerShdw dist="21496" dir="2700000" algn="tl">
                <a:srgbClr val="BEBEBE">
                  <a:alpha val="50000"/>
                </a:srgbClr>
              </a:outerShdw>
            </a:effectLst>
          </p:spPr>
          <p:txBody>
            <a:bodyPr wrap="square" lIns="36000" tIns="18000" rIns="36000" bIns="18000" rtlCol="0" anchor="ctr"/>
            <a:lstStyle/>
            <a:p>
              <a:pPr algn="ctr"/>
              <a:r>
                <a:rPr sz="1600">
                  <a:solidFill>
                    <a:srgbClr val="129E55"/>
                  </a:solidFill>
                  <a:latin typeface="+mj-ea"/>
                  <a:ea typeface="+mj-ea"/>
                </a:rPr>
                <a:t>感兴趣话题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782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实现进度</a:t>
            </a:r>
            <a:endParaRPr lang="zh-CN" altLang="en-US" dirty="0"/>
          </a:p>
        </p:txBody>
      </p:sp>
      <p:grpSp>
        <p:nvGrpSpPr>
          <p:cNvPr id="4" name="Group359"/>
          <p:cNvGrpSpPr/>
          <p:nvPr/>
        </p:nvGrpSpPr>
        <p:grpSpPr>
          <a:xfrm>
            <a:off x="765346" y="1916712"/>
            <a:ext cx="7911110" cy="3950211"/>
            <a:chOff x="1556221" y="1919420"/>
            <a:chExt cx="6151130" cy="3002714"/>
          </a:xfrm>
        </p:grpSpPr>
        <p:sp>
          <p:nvSpPr>
            <p:cNvPr id="5" name="Arc Arrow"/>
            <p:cNvSpPr/>
            <p:nvPr/>
          </p:nvSpPr>
          <p:spPr>
            <a:xfrm>
              <a:off x="1556221" y="1919420"/>
              <a:ext cx="3002714" cy="3002714"/>
            </a:xfrm>
            <a:custGeom>
              <a:avLst/>
              <a:gdLst/>
              <a:ahLst/>
              <a:cxnLst/>
              <a:rect l="0" t="0" r="0" b="0"/>
              <a:pathLst>
                <a:path w="3002714" h="3002714">
                  <a:moveTo>
                    <a:pt x="1718352" y="15764"/>
                  </a:moveTo>
                  <a:arcTo wR="1501357" hR="1501357" stAng="-4901388" swAng="18593040"/>
                  <a:lnTo>
                    <a:pt x="445429" y="320590"/>
                  </a:lnTo>
                  <a:lnTo>
                    <a:pt x="666537" y="322533"/>
                  </a:lnTo>
                  <a:lnTo>
                    <a:pt x="626473" y="523038"/>
                  </a:lnTo>
                  <a:lnTo>
                    <a:pt x="576364" y="467005"/>
                  </a:lnTo>
                  <a:arcTo wR="1387623" hR="1387623" stAng="-7908300" swAng="-18593040"/>
                  <a:close/>
                </a:path>
              </a:pathLst>
            </a:custGeom>
            <a:gradFill>
              <a:gsLst>
                <a:gs pos="0">
                  <a:srgbClr val="63C28D"/>
                </a:gs>
                <a:gs pos="100000">
                  <a:srgbClr val="36A166"/>
                </a:gs>
              </a:gsLst>
              <a:lin ang="0" scaled="0"/>
            </a:gradFill>
            <a:ln w="7600" cap="flat">
              <a:solidFill>
                <a:srgbClr val="308F5A"/>
              </a:solidFill>
              <a:bevel/>
            </a:ln>
            <a:effectLst>
              <a:outerShdw blurRad="30000" dist="21496" dir="2700000" algn="tl">
                <a:srgbClr val="000000">
                  <a:alpha val="40000"/>
                </a:srgbClr>
              </a:outerShdw>
            </a:effectLst>
          </p:spPr>
        </p:sp>
        <p:grpSp>
          <p:nvGrpSpPr>
            <p:cNvPr id="6" name="Basic List"/>
            <p:cNvGrpSpPr/>
            <p:nvPr/>
          </p:nvGrpSpPr>
          <p:grpSpPr>
            <a:xfrm>
              <a:off x="4223905" y="1981360"/>
              <a:ext cx="3483446" cy="2834800"/>
              <a:chOff x="4223905" y="1981360"/>
              <a:chExt cx="3483446" cy="2834800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4630505" y="1981360"/>
                <a:ext cx="2630945" cy="623200"/>
                <a:chOff x="4630505" y="1981360"/>
                <a:chExt cx="2630945" cy="623200"/>
              </a:xfrm>
            </p:grpSpPr>
            <p:sp>
              <p:nvSpPr>
                <p:cNvPr id="42" name="任意多边形 41"/>
                <p:cNvSpPr/>
                <p:nvPr/>
              </p:nvSpPr>
              <p:spPr>
                <a:xfrm>
                  <a:off x="4630505" y="19813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8C8A0"/>
                    </a:gs>
                    <a:gs pos="50000">
                      <a:srgbClr val="F6B680"/>
                    </a:gs>
                    <a:gs pos="100000">
                      <a:srgbClr val="F4A460"/>
                    </a:gs>
                  </a:gsLst>
                  <a:lin ang="5400000" scaled="0"/>
                </a:gradFill>
                <a:ln w="7600" cap="flat">
                  <a:solidFill>
                    <a:srgbClr val="F29240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需求评审</a:t>
                  </a:r>
                  <a:endParaRPr sz="200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160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于2016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年</a:t>
                  </a:r>
                  <a:r>
                    <a:rPr lang="en-US"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月</a:t>
                  </a:r>
                  <a:r>
                    <a:rPr lang="zh-CN" altLang="en-US"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初</a:t>
                  </a:r>
                  <a:r>
                    <a:rPr dirty="0" err="1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完成</a:t>
                  </a:r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.</a:t>
                  </a:r>
                </a:p>
              </p:txBody>
            </p:sp>
            <p:grpSp>
              <p:nvGrpSpPr>
                <p:cNvPr id="43" name="组合 42"/>
                <p:cNvGrpSpPr/>
                <p:nvPr/>
              </p:nvGrpSpPr>
              <p:grpSpPr>
                <a:xfrm>
                  <a:off x="3897738" y="1988960"/>
                  <a:ext cx="608000" cy="608000"/>
                  <a:chOff x="3897738" y="1988960"/>
                  <a:chExt cx="608000" cy="608000"/>
                </a:xfrm>
              </p:grpSpPr>
              <p:sp>
                <p:nvSpPr>
                  <p:cNvPr id="44" name="任意多边形 43"/>
                  <p:cNvSpPr/>
                  <p:nvPr/>
                </p:nvSpPr>
                <p:spPr>
                  <a:xfrm>
                    <a:off x="3897738" y="19889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5AD70"/>
                      </a:gs>
                      <a:gs pos="45000">
                        <a:srgbClr val="F18930"/>
                      </a:gs>
                      <a:gs pos="100000">
                        <a:srgbClr val="F08020"/>
                      </a:gs>
                    </a:gsLst>
                    <a:lin ang="2700000" scaled="0"/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5" name="任意多边形 44"/>
                  <p:cNvSpPr/>
                  <p:nvPr/>
                </p:nvSpPr>
                <p:spPr>
                  <a:xfrm>
                    <a:off x="3897738" y="19889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6" name="任意多边形 45"/>
                  <p:cNvSpPr/>
                  <p:nvPr/>
                </p:nvSpPr>
                <p:spPr>
                  <a:xfrm>
                    <a:off x="3937998" y="20292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39B50"/>
                      </a:gs>
                      <a:gs pos="100000">
                        <a:srgbClr val="F7BB88"/>
                      </a:gs>
                    </a:gsLst>
                    <a:lin ang="2700000" scaled="0"/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7" name="任意多边形 46"/>
                  <p:cNvSpPr/>
                  <p:nvPr/>
                </p:nvSpPr>
                <p:spPr>
                  <a:xfrm>
                    <a:off x="3937998" y="20292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8" name="任意多边形 47"/>
                  <p:cNvSpPr/>
                  <p:nvPr/>
                </p:nvSpPr>
                <p:spPr>
                  <a:xfrm>
                    <a:off x="3967583" y="20588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FAD6B7"/>
                      </a:gs>
                      <a:gs pos="70307">
                        <a:srgbClr val="FAD6B7"/>
                      </a:gs>
                      <a:gs pos="44997">
                        <a:srgbClr val="FEF3EA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F4A460"/>
                    </a:solidFill>
                    <a:bevel/>
                  </a:ln>
                </p:spPr>
              </p:sp>
              <p:sp>
                <p:nvSpPr>
                  <p:cNvPr id="49" name="任意多边形 48"/>
                  <p:cNvSpPr/>
                  <p:nvPr/>
                </p:nvSpPr>
                <p:spPr>
                  <a:xfrm>
                    <a:off x="3989440" y="20699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50" name="Text 360"/>
                  <p:cNvSpPr txBox="1"/>
                  <p:nvPr/>
                </p:nvSpPr>
                <p:spPr>
                  <a:xfrm>
                    <a:off x="4013258" y="21044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2000" dirty="0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12" name="组合 11"/>
              <p:cNvGrpSpPr/>
              <p:nvPr/>
            </p:nvGrpSpPr>
            <p:grpSpPr>
              <a:xfrm>
                <a:off x="4956672" y="2718560"/>
                <a:ext cx="2630945" cy="623200"/>
                <a:chOff x="4956672" y="2718560"/>
                <a:chExt cx="2630945" cy="623200"/>
              </a:xfrm>
            </p:grpSpPr>
            <p:sp>
              <p:nvSpPr>
                <p:cNvPr id="33" name="任意多边形 32"/>
                <p:cNvSpPr/>
                <p:nvPr/>
              </p:nvSpPr>
              <p:spPr>
                <a:xfrm>
                  <a:off x="4956672" y="27185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3CDDD"/>
                    </a:gs>
                    <a:gs pos="50000">
                      <a:srgbClr val="6FBDD1"/>
                    </a:gs>
                    <a:gs pos="100000">
                      <a:srgbClr val="4BACC6"/>
                    </a:gs>
                  </a:gsLst>
                  <a:lin ang="5400000" scaled="0"/>
                </a:gradFill>
                <a:ln w="7600" cap="flat">
                  <a:solidFill>
                    <a:srgbClr val="3BA0BB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系统开发</a:t>
                  </a:r>
                  <a:endParaRPr sz="200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endParaRPr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于2016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年</a:t>
                  </a:r>
                  <a:r>
                    <a:rPr lang="en-US"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月</a:t>
                  </a:r>
                  <a:r>
                    <a:rPr lang="zh-CN" altLang="en-US"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初</a:t>
                  </a:r>
                  <a:r>
                    <a:rPr dirty="0" err="1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完成</a:t>
                  </a:r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.</a:t>
                  </a:r>
                </a:p>
              </p:txBody>
            </p:sp>
            <p:grpSp>
              <p:nvGrpSpPr>
                <p:cNvPr id="34" name="组合 33"/>
                <p:cNvGrpSpPr/>
                <p:nvPr/>
              </p:nvGrpSpPr>
              <p:grpSpPr>
                <a:xfrm>
                  <a:off x="4223905" y="2726160"/>
                  <a:ext cx="608000" cy="608000"/>
                  <a:chOff x="4223905" y="2726160"/>
                  <a:chExt cx="608000" cy="608000"/>
                </a:xfrm>
              </p:grpSpPr>
              <p:sp>
                <p:nvSpPr>
                  <p:cNvPr id="35" name="任意多边形 34"/>
                  <p:cNvSpPr/>
                  <p:nvPr/>
                </p:nvSpPr>
                <p:spPr>
                  <a:xfrm>
                    <a:off x="4223905" y="27261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DB4CC"/>
                      </a:gs>
                      <a:gs pos="45000">
                        <a:srgbClr val="3897B0"/>
                      </a:gs>
                      <a:gs pos="100000">
                        <a:srgbClr val="358EA6"/>
                      </a:gs>
                    </a:gsLst>
                    <a:lin ang="2700000" scaled="0"/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36" name="任意多边形 35"/>
                  <p:cNvSpPr/>
                  <p:nvPr/>
                </p:nvSpPr>
                <p:spPr>
                  <a:xfrm>
                    <a:off x="4223905" y="27261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7" name="任意多边形 36"/>
                  <p:cNvSpPr/>
                  <p:nvPr/>
                </p:nvSpPr>
                <p:spPr>
                  <a:xfrm>
                    <a:off x="4264165" y="27664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41A7C3"/>
                      </a:gs>
                      <a:gs pos="100000">
                        <a:srgbClr val="78C1D4"/>
                      </a:gs>
                    </a:gsLst>
                    <a:lin ang="2700000" scaled="0"/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38" name="任意多边形 37"/>
                  <p:cNvSpPr/>
                  <p:nvPr/>
                </p:nvSpPr>
                <p:spPr>
                  <a:xfrm>
                    <a:off x="4264165" y="27664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9" name="任意多边形 38"/>
                  <p:cNvSpPr/>
                  <p:nvPr/>
                </p:nvSpPr>
                <p:spPr>
                  <a:xfrm>
                    <a:off x="4293750" y="27960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AEDAE5"/>
                      </a:gs>
                      <a:gs pos="70307">
                        <a:srgbClr val="AEDAE5"/>
                      </a:gs>
                      <a:gs pos="44997">
                        <a:srgbClr val="E8F4F8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4BACC6"/>
                    </a:solidFill>
                    <a:bevel/>
                  </a:ln>
                </p:spPr>
              </p:sp>
              <p:sp>
                <p:nvSpPr>
                  <p:cNvPr id="40" name="任意多边形 39"/>
                  <p:cNvSpPr/>
                  <p:nvPr/>
                </p:nvSpPr>
                <p:spPr>
                  <a:xfrm>
                    <a:off x="4315606" y="28071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41" name="Text 361"/>
                  <p:cNvSpPr txBox="1"/>
                  <p:nvPr/>
                </p:nvSpPr>
                <p:spPr>
                  <a:xfrm>
                    <a:off x="4339425" y="28416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2000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13" name="组合 12"/>
              <p:cNvGrpSpPr/>
              <p:nvPr/>
            </p:nvGrpSpPr>
            <p:grpSpPr>
              <a:xfrm>
                <a:off x="4223905" y="3455760"/>
                <a:ext cx="3483446" cy="623200"/>
                <a:chOff x="4223905" y="3455760"/>
                <a:chExt cx="3483446" cy="623200"/>
              </a:xfrm>
            </p:grpSpPr>
            <p:sp>
              <p:nvSpPr>
                <p:cNvPr id="24" name="任意多边形 23"/>
                <p:cNvSpPr/>
                <p:nvPr/>
              </p:nvSpPr>
              <p:spPr>
                <a:xfrm>
                  <a:off x="4956672" y="3455760"/>
                  <a:ext cx="2750679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78BCFF"/>
                    </a:gs>
                    <a:gs pos="50000">
                      <a:srgbClr val="4BA6FF"/>
                    </a:gs>
                    <a:gs pos="100000">
                      <a:srgbClr val="1E90FF"/>
                    </a:gs>
                  </a:gsLst>
                  <a:lin ang="5400000" scaled="0"/>
                </a:gradFill>
                <a:ln w="7600" cap="flat">
                  <a:solidFill>
                    <a:srgbClr val="0282FF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试运行</a:t>
                  </a:r>
                  <a:endParaRPr sz="200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76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于2016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年</a:t>
                  </a:r>
                  <a:r>
                    <a:rPr lang="en-US"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月</a:t>
                  </a:r>
                  <a:r>
                    <a:rPr lang="zh-CN" altLang="en-US" dirty="0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中</a:t>
                  </a:r>
                  <a:r>
                    <a:rPr dirty="0" err="1" smtClean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完成试运行</a:t>
                  </a:r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.</a:t>
                  </a:r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4223905" y="3463360"/>
                  <a:ext cx="608000" cy="608000"/>
                  <a:chOff x="4223905" y="3463360"/>
                  <a:chExt cx="608000" cy="608000"/>
                </a:xfrm>
              </p:grpSpPr>
              <p:sp>
                <p:nvSpPr>
                  <p:cNvPr id="26" name="任意多边形 25"/>
                  <p:cNvSpPr/>
                  <p:nvPr/>
                </p:nvSpPr>
                <p:spPr>
                  <a:xfrm>
                    <a:off x="4223905" y="34633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349BFF"/>
                      </a:gs>
                      <a:gs pos="45000">
                        <a:srgbClr val="007BF2"/>
                      </a:gs>
                      <a:gs pos="100000">
                        <a:srgbClr val="0074E4"/>
                      </a:gs>
                    </a:gsLst>
                    <a:lin ang="2700000" scaled="0"/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27" name="任意多边形 26"/>
                  <p:cNvSpPr/>
                  <p:nvPr/>
                </p:nvSpPr>
                <p:spPr>
                  <a:xfrm>
                    <a:off x="4223905" y="34633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8" name="任意多边形 27"/>
                  <p:cNvSpPr/>
                  <p:nvPr/>
                </p:nvSpPr>
                <p:spPr>
                  <a:xfrm>
                    <a:off x="4264165" y="35036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1089FF"/>
                      </a:gs>
                      <a:gs pos="100000">
                        <a:srgbClr val="56ACFF"/>
                      </a:gs>
                    </a:gsLst>
                    <a:lin ang="2700000" scaled="0"/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29" name="任意多边形 28"/>
                  <p:cNvSpPr/>
                  <p:nvPr/>
                </p:nvSpPr>
                <p:spPr>
                  <a:xfrm>
                    <a:off x="4264165" y="35036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0" name="任意多边形 29"/>
                  <p:cNvSpPr/>
                  <p:nvPr/>
                </p:nvSpPr>
                <p:spPr>
                  <a:xfrm>
                    <a:off x="4293750" y="35332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9ACDFF"/>
                      </a:gs>
                      <a:gs pos="70307">
                        <a:srgbClr val="9ACDFF"/>
                      </a:gs>
                      <a:gs pos="44997">
                        <a:srgbClr val="E2F1FF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1E90FF"/>
                    </a:solidFill>
                    <a:bevel/>
                  </a:ln>
                </p:spPr>
              </p:sp>
              <p:sp>
                <p:nvSpPr>
                  <p:cNvPr id="31" name="任意多边形 30"/>
                  <p:cNvSpPr/>
                  <p:nvPr/>
                </p:nvSpPr>
                <p:spPr>
                  <a:xfrm>
                    <a:off x="4315606" y="3544300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32" name="Text 362"/>
                  <p:cNvSpPr txBox="1"/>
                  <p:nvPr/>
                </p:nvSpPr>
                <p:spPr>
                  <a:xfrm>
                    <a:off x="4339425" y="35788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2000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3</a:t>
                    </a:r>
                  </a:p>
                </p:txBody>
              </p:sp>
            </p:grpSp>
          </p:grpSp>
          <p:grpSp>
            <p:nvGrpSpPr>
              <p:cNvPr id="14" name="组合 13"/>
              <p:cNvGrpSpPr/>
              <p:nvPr/>
            </p:nvGrpSpPr>
            <p:grpSpPr>
              <a:xfrm>
                <a:off x="4630505" y="4192960"/>
                <a:ext cx="2630945" cy="623200"/>
                <a:chOff x="4630505" y="4192960"/>
                <a:chExt cx="2630945" cy="623200"/>
              </a:xfrm>
            </p:grpSpPr>
            <p:sp>
              <p:nvSpPr>
                <p:cNvPr id="15" name="任意多边形 14"/>
                <p:cNvSpPr/>
                <p:nvPr/>
              </p:nvSpPr>
              <p:spPr>
                <a:xfrm>
                  <a:off x="4630505" y="4192960"/>
                  <a:ext cx="2630945" cy="623200"/>
                </a:xfrm>
                <a:custGeom>
                  <a:avLst/>
                  <a:gdLst>
                    <a:gd name="rtl" fmla="*/ 249280 w 2630945"/>
                    <a:gd name="rtr" fmla="*/ 2381665 w 2630945"/>
                  </a:gdLst>
                  <a:ahLst/>
                  <a:cxnLst/>
                  <a:rect l="rtl" t="t" r="rtr" b="b"/>
                  <a:pathLst>
                    <a:path w="2630945" h="623200">
                      <a:moveTo>
                        <a:pt x="311600" y="623200"/>
                      </a:moveTo>
                      <a:lnTo>
                        <a:pt x="2319345" y="623200"/>
                      </a:lnTo>
                      <a:cubicBezTo>
                        <a:pt x="2491442" y="623200"/>
                        <a:pt x="2630945" y="483697"/>
                        <a:pt x="2630945" y="311600"/>
                      </a:cubicBezTo>
                      <a:cubicBezTo>
                        <a:pt x="2630945" y="139503"/>
                        <a:pt x="2491442" y="0"/>
                        <a:pt x="2319345" y="0"/>
                      </a:cubicBezTo>
                      <a:lnTo>
                        <a:pt x="311600" y="0"/>
                      </a:lnTo>
                      <a:cubicBezTo>
                        <a:pt x="139503" y="0"/>
                        <a:pt x="0" y="139503"/>
                        <a:pt x="0" y="311600"/>
                      </a:cubicBezTo>
                      <a:cubicBezTo>
                        <a:pt x="0" y="483697"/>
                        <a:pt x="139503" y="623200"/>
                        <a:pt x="311600" y="62320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09D9D"/>
                    </a:gs>
                    <a:gs pos="50000">
                      <a:srgbClr val="D77D7D"/>
                    </a:gs>
                    <a:gs pos="100000">
                      <a:srgbClr val="CC5C5C"/>
                    </a:gs>
                  </a:gsLst>
                  <a:lin ang="5400000" scaled="0"/>
                </a:gradFill>
                <a:ln w="7600" cap="flat">
                  <a:solidFill>
                    <a:srgbClr val="C64545"/>
                  </a:solidFill>
                  <a:bevel/>
                </a:ln>
                <a:effectLst>
                  <a:outerShdw blurRad="30000" dist="21496" dir="2700000" algn="tl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36000" tIns="18000" rIns="36000" bIns="18000" rtlCol="0" anchor="ctr"/>
                <a:lstStyle/>
                <a:p>
                  <a:pPr algn="l"/>
                  <a:r>
                    <a:rPr sz="2000" dirty="0" err="1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维护阶段</a:t>
                  </a:r>
                  <a:endParaRPr sz="200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endParaRPr sz="760" dirty="0">
                    <a:solidFill>
                      <a:schemeClr val="tx1">
                        <a:lumMod val="75000"/>
                      </a:schemeClr>
                    </a:solidFill>
                    <a:latin typeface="+mj-ea"/>
                    <a:ea typeface="+mj-ea"/>
                  </a:endParaRPr>
                </a:p>
                <a:p>
                  <a:pPr algn="l"/>
                  <a:r>
                    <a:rPr dirty="0" err="1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至今进行运行维护</a:t>
                  </a:r>
                  <a:r>
                    <a:rPr dirty="0">
                      <a:solidFill>
                        <a:schemeClr val="tx1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.</a:t>
                  </a:r>
                </a:p>
              </p:txBody>
            </p:sp>
            <p:grpSp>
              <p:nvGrpSpPr>
                <p:cNvPr id="16" name="组合 15"/>
                <p:cNvGrpSpPr/>
                <p:nvPr/>
              </p:nvGrpSpPr>
              <p:grpSpPr>
                <a:xfrm>
                  <a:off x="3897738" y="4200560"/>
                  <a:ext cx="608000" cy="608000"/>
                  <a:chOff x="3897738" y="4200560"/>
                  <a:chExt cx="608000" cy="608000"/>
                </a:xfrm>
              </p:grpSpPr>
              <p:sp>
                <p:nvSpPr>
                  <p:cNvPr id="17" name="任意多边形 16"/>
                  <p:cNvSpPr/>
                  <p:nvPr/>
                </p:nvSpPr>
                <p:spPr>
                  <a:xfrm>
                    <a:off x="3897738" y="42005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26C6C"/>
                      </a:gs>
                      <a:gs pos="45000">
                        <a:srgbClr val="C13B3B"/>
                      </a:gs>
                      <a:gs pos="100000">
                        <a:srgbClr val="B63838"/>
                      </a:gs>
                    </a:gsLst>
                    <a:lin ang="2700000" scaled="0"/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18" name="任意多边形 17"/>
                  <p:cNvSpPr/>
                  <p:nvPr/>
                </p:nvSpPr>
                <p:spPr>
                  <a:xfrm>
                    <a:off x="3897738" y="4200560"/>
                    <a:ext cx="608000" cy="6080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8000" h="608000">
                        <a:moveTo>
                          <a:pt x="0" y="304000"/>
                        </a:moveTo>
                        <a:cubicBezTo>
                          <a:pt x="0" y="136106"/>
                          <a:pt x="136106" y="0"/>
                          <a:pt x="304000" y="0"/>
                        </a:cubicBezTo>
                        <a:cubicBezTo>
                          <a:pt x="471894" y="0"/>
                          <a:pt x="608000" y="136106"/>
                          <a:pt x="608000" y="304000"/>
                        </a:cubicBezTo>
                        <a:cubicBezTo>
                          <a:pt x="608000" y="471894"/>
                          <a:pt x="471894" y="608000"/>
                          <a:pt x="304000" y="608000"/>
                        </a:cubicBezTo>
                        <a:cubicBezTo>
                          <a:pt x="136106" y="608000"/>
                          <a:pt x="0" y="471894"/>
                          <a:pt x="0" y="30400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50000"/>
                        </a:srgbClr>
                      </a:gs>
                      <a:gs pos="25000">
                        <a:srgbClr val="FFFFFF">
                          <a:alpha val="49000"/>
                        </a:srgbClr>
                      </a:gs>
                      <a:gs pos="65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19" name="任意多边形 18"/>
                  <p:cNvSpPr/>
                  <p:nvPr/>
                </p:nvSpPr>
                <p:spPr>
                  <a:xfrm>
                    <a:off x="3937998" y="42408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A5151"/>
                      </a:gs>
                      <a:gs pos="100000">
                        <a:srgbClr val="DA8585"/>
                      </a:gs>
                    </a:gsLst>
                    <a:lin ang="2700000" scaled="0"/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20" name="任意多边形 19"/>
                  <p:cNvSpPr/>
                  <p:nvPr/>
                </p:nvSpPr>
                <p:spPr>
                  <a:xfrm>
                    <a:off x="3937998" y="4240819"/>
                    <a:ext cx="527481" cy="5274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27481" h="527481">
                        <a:moveTo>
                          <a:pt x="0" y="263740"/>
                        </a:moveTo>
                        <a:cubicBezTo>
                          <a:pt x="0" y="118081"/>
                          <a:pt x="118081" y="0"/>
                          <a:pt x="263740" y="0"/>
                        </a:cubicBezTo>
                        <a:cubicBezTo>
                          <a:pt x="409400" y="0"/>
                          <a:pt x="527481" y="118081"/>
                          <a:pt x="527481" y="263740"/>
                        </a:cubicBezTo>
                        <a:cubicBezTo>
                          <a:pt x="527481" y="409400"/>
                          <a:pt x="409400" y="527481"/>
                          <a:pt x="263740" y="527481"/>
                        </a:cubicBezTo>
                        <a:cubicBezTo>
                          <a:pt x="118081" y="527481"/>
                          <a:pt x="0" y="409400"/>
                          <a:pt x="0" y="2637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0"/>
                        </a:srgbClr>
                      </a:gs>
                      <a:gs pos="32000">
                        <a:srgbClr val="FFFFFF">
                          <a:alpha val="0"/>
                        </a:srgbClr>
                      </a:gs>
                      <a:gs pos="50000">
                        <a:srgbClr val="FFFFFF">
                          <a:alpha val="65000"/>
                        </a:srgbClr>
                      </a:gs>
                      <a:gs pos="68000">
                        <a:srgbClr val="FFFFFF">
                          <a:alpha val="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27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1" name="任意多边形 20"/>
                  <p:cNvSpPr/>
                  <p:nvPr/>
                </p:nvSpPr>
                <p:spPr>
                  <a:xfrm>
                    <a:off x="3967583" y="4270404"/>
                    <a:ext cx="468311" cy="468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8311" h="468311">
                        <a:moveTo>
                          <a:pt x="0" y="234155"/>
                        </a:moveTo>
                        <a:cubicBezTo>
                          <a:pt x="0" y="104835"/>
                          <a:pt x="104835" y="0"/>
                          <a:pt x="234155" y="0"/>
                        </a:cubicBezTo>
                        <a:cubicBezTo>
                          <a:pt x="363476" y="0"/>
                          <a:pt x="468311" y="104835"/>
                          <a:pt x="468311" y="234155"/>
                        </a:cubicBezTo>
                        <a:cubicBezTo>
                          <a:pt x="468311" y="363476"/>
                          <a:pt x="363476" y="468311"/>
                          <a:pt x="234155" y="468311"/>
                        </a:cubicBezTo>
                        <a:cubicBezTo>
                          <a:pt x="104835" y="468311"/>
                          <a:pt x="0" y="363476"/>
                          <a:pt x="0" y="234155"/>
                        </a:cubicBezTo>
                        <a:close/>
                      </a:path>
                    </a:pathLst>
                  </a:custGeom>
                  <a:gradFill>
                    <a:gsLst>
                      <a:gs pos="100000">
                        <a:srgbClr val="E9B6B6"/>
                      </a:gs>
                      <a:gs pos="70307">
                        <a:srgbClr val="E9B6B6"/>
                      </a:gs>
                      <a:gs pos="44997">
                        <a:srgbClr val="F9EAEA"/>
                      </a:gs>
                      <a:gs pos="0">
                        <a:srgbClr val="FFFFFF"/>
                      </a:gs>
                    </a:gsLst>
                    <a:path path="circle">
                      <a:fillToRect l="50000" t="50000" r="50000" b="50000"/>
                    </a:path>
                  </a:gradFill>
                  <a:ln w="7600" cap="flat">
                    <a:solidFill>
                      <a:srgbClr val="CD5C5C"/>
                    </a:solidFill>
                    <a:bevel/>
                  </a:ln>
                </p:spPr>
              </p:sp>
              <p:sp>
                <p:nvSpPr>
                  <p:cNvPr id="22" name="任意多边形 21"/>
                  <p:cNvSpPr/>
                  <p:nvPr/>
                </p:nvSpPr>
                <p:spPr>
                  <a:xfrm>
                    <a:off x="3989440" y="4281501"/>
                    <a:ext cx="424597" cy="3764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4597" h="376471">
                        <a:moveTo>
                          <a:pt x="0" y="193112"/>
                        </a:moveTo>
                        <a:cubicBezTo>
                          <a:pt x="0" y="91846"/>
                          <a:pt x="95049" y="0"/>
                          <a:pt x="212299" y="0"/>
                        </a:cubicBezTo>
                        <a:cubicBezTo>
                          <a:pt x="329548" y="0"/>
                          <a:pt x="424597" y="91846"/>
                          <a:pt x="424597" y="193112"/>
                        </a:cubicBezTo>
                        <a:cubicBezTo>
                          <a:pt x="424597" y="294378"/>
                          <a:pt x="329548" y="376471"/>
                          <a:pt x="212299" y="376471"/>
                        </a:cubicBezTo>
                        <a:cubicBezTo>
                          <a:pt x="95049" y="376471"/>
                          <a:pt x="0" y="294378"/>
                          <a:pt x="0" y="19311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E9FFFF">
                          <a:alpha val="0"/>
                        </a:srgbClr>
                      </a:gs>
                    </a:gsLst>
                    <a:lin ang="5400000" scaled="0"/>
                  </a:gradFill>
                  <a:ln w="7600" cap="flat">
                    <a:noFill/>
                    <a:bevel/>
                  </a:ln>
                </p:spPr>
              </p:sp>
              <p:sp>
                <p:nvSpPr>
                  <p:cNvPr id="23" name="Text 363"/>
                  <p:cNvSpPr txBox="1"/>
                  <p:nvPr/>
                </p:nvSpPr>
                <p:spPr>
                  <a:xfrm>
                    <a:off x="4013258" y="4316080"/>
                    <a:ext cx="376960" cy="37696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18000" rIns="36000" bIns="18000" rtlCol="0" anchor="ctr"/>
                  <a:lstStyle/>
                  <a:p>
                    <a:pPr algn="ctr"/>
                    <a:r>
                      <a:rPr sz="2000">
                        <a:solidFill>
                          <a:srgbClr val="262626"/>
                        </a:solidFill>
                        <a:latin typeface="+mj-ea"/>
                        <a:ea typeface="+mj-ea"/>
                      </a:rPr>
                      <a:t>4</a:t>
                    </a:r>
                  </a:p>
                </p:txBody>
              </p:sp>
            </p:grpSp>
          </p:grpSp>
        </p:grpSp>
        <p:grpSp>
          <p:nvGrpSpPr>
            <p:cNvPr id="7" name="圆"/>
            <p:cNvGrpSpPr/>
            <p:nvPr/>
          </p:nvGrpSpPr>
          <p:grpSpPr>
            <a:xfrm>
              <a:off x="2032650" y="2391600"/>
              <a:ext cx="2006400" cy="2006400"/>
              <a:chOff x="2032650" y="2391600"/>
              <a:chExt cx="2006400" cy="2006400"/>
            </a:xfrm>
          </p:grpSpPr>
          <p:sp>
            <p:nvSpPr>
              <p:cNvPr id="8" name="Circle"/>
              <p:cNvSpPr/>
              <p:nvPr/>
            </p:nvSpPr>
            <p:spPr>
              <a:xfrm>
                <a:off x="2032650" y="2392148"/>
                <a:ext cx="2006400" cy="2381597"/>
              </a:xfrm>
              <a:custGeom>
                <a:avLst/>
                <a:gdLst/>
                <a:ahLst/>
                <a:cxnLst/>
                <a:rect l="0" t="0" r="0" b="0"/>
                <a:pathLst>
                  <a:path w="2006400" h="2381597">
                    <a:moveTo>
                      <a:pt x="0" y="1004007"/>
                    </a:moveTo>
                    <a:cubicBezTo>
                      <a:pt x="0" y="449510"/>
                      <a:pt x="449149" y="0"/>
                      <a:pt x="1003200" y="0"/>
                    </a:cubicBezTo>
                    <a:cubicBezTo>
                      <a:pt x="1557251" y="0"/>
                      <a:pt x="2006400" y="449510"/>
                      <a:pt x="2006400" y="1004007"/>
                    </a:cubicBezTo>
                    <a:cubicBezTo>
                      <a:pt x="2006400" y="1423626"/>
                      <a:pt x="1745568" y="1786198"/>
                      <a:pt x="1364352" y="1952909"/>
                    </a:cubicBezTo>
                    <a:cubicBezTo>
                      <a:pt x="1364352" y="1952909"/>
                      <a:pt x="1003200" y="2381597"/>
                      <a:pt x="1003200" y="2381597"/>
                    </a:cubicBezTo>
                    <a:cubicBezTo>
                      <a:pt x="1003200" y="2381597"/>
                      <a:pt x="642048" y="1952909"/>
                      <a:pt x="642048" y="1952909"/>
                    </a:cubicBezTo>
                    <a:cubicBezTo>
                      <a:pt x="260832" y="1786198"/>
                      <a:pt x="0" y="1393653"/>
                      <a:pt x="0" y="1004007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7E7E7"/>
                  </a:gs>
                  <a:gs pos="76327">
                    <a:srgbClr val="E7E7E7"/>
                  </a:gs>
                  <a:gs pos="0">
                    <a:srgbClr val="F3F3F3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solidFill>
                  <a:srgbClr val="B3B3B3"/>
                </a:solidFill>
                <a:bevel/>
              </a:ln>
            </p:spPr>
          </p:sp>
          <p:sp>
            <p:nvSpPr>
              <p:cNvPr id="9" name="Circle"/>
              <p:cNvSpPr/>
              <p:nvPr/>
            </p:nvSpPr>
            <p:spPr>
              <a:xfrm>
                <a:off x="2101050" y="2460000"/>
                <a:ext cx="1869600" cy="1869600"/>
              </a:xfrm>
              <a:custGeom>
                <a:avLst/>
                <a:gdLst/>
                <a:ahLst/>
                <a:cxnLst/>
                <a:rect l="0" t="0" r="0" b="0"/>
                <a:pathLst>
                  <a:path w="1869600" h="1869600">
                    <a:moveTo>
                      <a:pt x="0" y="934800"/>
                    </a:moveTo>
                    <a:cubicBezTo>
                      <a:pt x="0" y="418525"/>
                      <a:pt x="418525" y="0"/>
                      <a:pt x="934800" y="0"/>
                    </a:cubicBezTo>
                    <a:cubicBezTo>
                      <a:pt x="1451075" y="0"/>
                      <a:pt x="1869600" y="418525"/>
                      <a:pt x="1869600" y="934800"/>
                    </a:cubicBezTo>
                    <a:cubicBezTo>
                      <a:pt x="1869600" y="1451075"/>
                      <a:pt x="1451075" y="1869600"/>
                      <a:pt x="934800" y="1869600"/>
                    </a:cubicBezTo>
                    <a:cubicBezTo>
                      <a:pt x="418525" y="1869600"/>
                      <a:pt x="0" y="1451075"/>
                      <a:pt x="0" y="9348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349BFF"/>
                  </a:gs>
                  <a:gs pos="70535">
                    <a:srgbClr val="349BFF"/>
                  </a:gs>
                  <a:gs pos="49375">
                    <a:srgbClr val="4BA6FF"/>
                  </a:gs>
                  <a:gs pos="0">
                    <a:srgbClr val="61B1FF"/>
                  </a:gs>
                </a:gsLst>
                <a:path path="circle">
                  <a:fillToRect l="50000" t="50000" r="50000" b="50000"/>
                </a:path>
              </a:gradFill>
              <a:ln w="7600" cap="flat">
                <a:solidFill>
                  <a:srgbClr val="1F90FF"/>
                </a:solidFill>
                <a:bevel/>
              </a:ln>
            </p:spPr>
          </p:sp>
          <p:sp>
            <p:nvSpPr>
              <p:cNvPr id="10" name="Text 364"/>
              <p:cNvSpPr txBox="1"/>
              <p:nvPr/>
            </p:nvSpPr>
            <p:spPr>
              <a:xfrm>
                <a:off x="2108650" y="2467600"/>
                <a:ext cx="1854400" cy="1854400"/>
              </a:xfrm>
              <a:prstGeom prst="rect">
                <a:avLst/>
              </a:prstGeom>
              <a:noFill/>
            </p:spPr>
            <p:txBody>
              <a:bodyPr wrap="square" lIns="36000" tIns="18000" rIns="36000" bIns="18000" rtlCol="0" anchor="ctr"/>
              <a:lstStyle/>
              <a:p>
                <a:pPr algn="ctr"/>
                <a:r>
                  <a:rPr sz="2800" dirty="0" err="1">
                    <a:solidFill>
                      <a:srgbClr val="FFFFFF"/>
                    </a:solidFill>
                    <a:latin typeface="+mj-ea"/>
                    <a:ea typeface="+mj-ea"/>
                  </a:rPr>
                  <a:t>e云通</a:t>
                </a:r>
                <a:endParaRPr sz="2800" dirty="0">
                  <a:solidFill>
                    <a:srgbClr val="FFFFFF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63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框 2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47825" y="32131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第</a:t>
            </a:r>
          </a:p>
        </p:txBody>
      </p:sp>
      <p:sp>
        <p:nvSpPr>
          <p:cNvPr id="2051" name="文本框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41688" y="1878013"/>
            <a:ext cx="110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7200">
                <a:solidFill>
                  <a:schemeClr val="accent2"/>
                </a:solidFill>
                <a:latin typeface="汉仪雪君体简"/>
                <a:ea typeface="汉仪雪君体简"/>
                <a:cs typeface="汉仪雪君体简"/>
              </a:rPr>
              <a:t>章</a:t>
            </a: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3622675" y="3549650"/>
            <a:ext cx="3722688" cy="571500"/>
          </a:xfrm>
          <a:prstGeom prst="rect">
            <a:avLst/>
          </a:prstGeom>
          <a:noFill/>
        </p:spPr>
        <p:txBody>
          <a:bodyPr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功能示例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053" name="组合 2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2230438" y="2232025"/>
            <a:ext cx="1255712" cy="1335088"/>
            <a:chOff x="2027513" y="2778845"/>
            <a:chExt cx="813578" cy="865200"/>
          </a:xfrm>
        </p:grpSpPr>
        <p:sp>
          <p:nvSpPr>
            <p:cNvPr id="29" name="椭圆 28"/>
            <p:cNvSpPr/>
            <p:nvPr/>
          </p:nvSpPr>
          <p:spPr>
            <a:xfrm>
              <a:off x="2200308" y="2938305"/>
              <a:ext cx="466959" cy="467064"/>
            </a:xfrm>
            <a:prstGeom prst="ellipse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8000" kern="0" dirty="0">
                  <a:solidFill>
                    <a:schemeClr val="accent1"/>
                  </a:solidFill>
                  <a:latin typeface="Engravers MT" panose="02090707080505020304" pitchFamily="18" charset="0"/>
                </a:rPr>
                <a:t>3</a:t>
              </a:r>
              <a:endParaRPr lang="zh-CN" altLang="en-US" sz="8000" kern="0" dirty="0">
                <a:solidFill>
                  <a:schemeClr val="accent1"/>
                </a:solidFill>
                <a:latin typeface="Engravers MT" panose="02090707080505020304" pitchFamily="18" charset="0"/>
                <a:ea typeface="+mn-ea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2027513" y="2778845"/>
              <a:ext cx="813578" cy="865200"/>
            </a:xfrm>
            <a:custGeom>
              <a:avLst/>
              <a:gdLst>
                <a:gd name="T0" fmla="*/ 66 w 788"/>
                <a:gd name="T1" fmla="*/ 471 h 838"/>
                <a:gd name="T2" fmla="*/ 122 w 788"/>
                <a:gd name="T3" fmla="*/ 470 h 838"/>
                <a:gd name="T4" fmla="*/ 29 w 788"/>
                <a:gd name="T5" fmla="*/ 524 h 838"/>
                <a:gd name="T6" fmla="*/ 26 w 788"/>
                <a:gd name="T7" fmla="*/ 592 h 838"/>
                <a:gd name="T8" fmla="*/ 659 w 788"/>
                <a:gd name="T9" fmla="*/ 573 h 838"/>
                <a:gd name="T10" fmla="*/ 55 w 788"/>
                <a:gd name="T11" fmla="*/ 663 h 838"/>
                <a:gd name="T12" fmla="*/ 51 w 788"/>
                <a:gd name="T13" fmla="*/ 632 h 838"/>
                <a:gd name="T14" fmla="*/ 492 w 788"/>
                <a:gd name="T15" fmla="*/ 775 h 838"/>
                <a:gd name="T16" fmla="*/ 392 w 788"/>
                <a:gd name="T17" fmla="*/ 778 h 838"/>
                <a:gd name="T18" fmla="*/ 757 w 788"/>
                <a:gd name="T19" fmla="*/ 248 h 838"/>
                <a:gd name="T20" fmla="*/ 656 w 788"/>
                <a:gd name="T21" fmla="*/ 116 h 838"/>
                <a:gd name="T22" fmla="*/ 486 w 788"/>
                <a:gd name="T23" fmla="*/ 10 h 838"/>
                <a:gd name="T24" fmla="*/ 220 w 788"/>
                <a:gd name="T25" fmla="*/ 53 h 838"/>
                <a:gd name="T26" fmla="*/ 101 w 788"/>
                <a:gd name="T27" fmla="*/ 153 h 838"/>
                <a:gd name="T28" fmla="*/ 58 w 788"/>
                <a:gd name="T29" fmla="*/ 236 h 838"/>
                <a:gd name="T30" fmla="*/ 34 w 788"/>
                <a:gd name="T31" fmla="*/ 315 h 838"/>
                <a:gd name="T32" fmla="*/ 3 w 788"/>
                <a:gd name="T33" fmla="*/ 436 h 838"/>
                <a:gd name="T34" fmla="*/ 23 w 788"/>
                <a:gd name="T35" fmla="*/ 502 h 838"/>
                <a:gd name="T36" fmla="*/ 45 w 788"/>
                <a:gd name="T37" fmla="*/ 489 h 838"/>
                <a:gd name="T38" fmla="*/ 53 w 788"/>
                <a:gd name="T39" fmla="*/ 463 h 838"/>
                <a:gd name="T40" fmla="*/ 60 w 788"/>
                <a:gd name="T41" fmla="*/ 401 h 838"/>
                <a:gd name="T42" fmla="*/ 63 w 788"/>
                <a:gd name="T43" fmla="*/ 312 h 838"/>
                <a:gd name="T44" fmla="*/ 105 w 788"/>
                <a:gd name="T45" fmla="*/ 187 h 838"/>
                <a:gd name="T46" fmla="*/ 159 w 788"/>
                <a:gd name="T47" fmla="*/ 111 h 838"/>
                <a:gd name="T48" fmla="*/ 404 w 788"/>
                <a:gd name="T49" fmla="*/ 53 h 838"/>
                <a:gd name="T50" fmla="*/ 600 w 788"/>
                <a:gd name="T51" fmla="*/ 151 h 838"/>
                <a:gd name="T52" fmla="*/ 616 w 788"/>
                <a:gd name="T53" fmla="*/ 222 h 838"/>
                <a:gd name="T54" fmla="*/ 536 w 788"/>
                <a:gd name="T55" fmla="*/ 177 h 838"/>
                <a:gd name="T56" fmla="*/ 579 w 788"/>
                <a:gd name="T57" fmla="*/ 227 h 838"/>
                <a:gd name="T58" fmla="*/ 667 w 788"/>
                <a:gd name="T59" fmla="*/ 320 h 838"/>
                <a:gd name="T60" fmla="*/ 613 w 788"/>
                <a:gd name="T61" fmla="*/ 273 h 838"/>
                <a:gd name="T62" fmla="*/ 574 w 788"/>
                <a:gd name="T63" fmla="*/ 273 h 838"/>
                <a:gd name="T64" fmla="*/ 692 w 788"/>
                <a:gd name="T65" fmla="*/ 431 h 838"/>
                <a:gd name="T66" fmla="*/ 679 w 788"/>
                <a:gd name="T67" fmla="*/ 558 h 838"/>
                <a:gd name="T68" fmla="*/ 555 w 788"/>
                <a:gd name="T69" fmla="*/ 688 h 838"/>
                <a:gd name="T70" fmla="*/ 423 w 788"/>
                <a:gd name="T71" fmla="*/ 721 h 838"/>
                <a:gd name="T72" fmla="*/ 248 w 788"/>
                <a:gd name="T73" fmla="*/ 682 h 838"/>
                <a:gd name="T74" fmla="*/ 101 w 788"/>
                <a:gd name="T75" fmla="*/ 537 h 838"/>
                <a:gd name="T76" fmla="*/ 108 w 788"/>
                <a:gd name="T77" fmla="*/ 618 h 838"/>
                <a:gd name="T78" fmla="*/ 125 w 788"/>
                <a:gd name="T79" fmla="*/ 666 h 838"/>
                <a:gd name="T80" fmla="*/ 153 w 788"/>
                <a:gd name="T81" fmla="*/ 693 h 838"/>
                <a:gd name="T82" fmla="*/ 190 w 788"/>
                <a:gd name="T83" fmla="*/ 714 h 838"/>
                <a:gd name="T84" fmla="*/ 211 w 788"/>
                <a:gd name="T85" fmla="*/ 685 h 838"/>
                <a:gd name="T86" fmla="*/ 243 w 788"/>
                <a:gd name="T87" fmla="*/ 732 h 838"/>
                <a:gd name="T88" fmla="*/ 299 w 788"/>
                <a:gd name="T89" fmla="*/ 769 h 838"/>
                <a:gd name="T90" fmla="*/ 384 w 788"/>
                <a:gd name="T91" fmla="*/ 758 h 838"/>
                <a:gd name="T92" fmla="*/ 428 w 788"/>
                <a:gd name="T93" fmla="*/ 750 h 838"/>
                <a:gd name="T94" fmla="*/ 492 w 788"/>
                <a:gd name="T95" fmla="*/ 754 h 838"/>
                <a:gd name="T96" fmla="*/ 573 w 788"/>
                <a:gd name="T97" fmla="*/ 733 h 838"/>
                <a:gd name="T98" fmla="*/ 716 w 788"/>
                <a:gd name="T99" fmla="*/ 594 h 838"/>
                <a:gd name="T100" fmla="*/ 743 w 788"/>
                <a:gd name="T101" fmla="*/ 614 h 838"/>
                <a:gd name="T102" fmla="*/ 769 w 788"/>
                <a:gd name="T103" fmla="*/ 505 h 838"/>
                <a:gd name="T104" fmla="*/ 114 w 788"/>
                <a:gd name="T105" fmla="*/ 640 h 838"/>
                <a:gd name="T106" fmla="*/ 209 w 788"/>
                <a:gd name="T107" fmla="*/ 674 h 838"/>
                <a:gd name="T108" fmla="*/ 211 w 788"/>
                <a:gd name="T109" fmla="*/ 671 h 838"/>
                <a:gd name="T110" fmla="*/ 341 w 788"/>
                <a:gd name="T111" fmla="*/ 741 h 838"/>
                <a:gd name="T112" fmla="*/ 80 w 788"/>
                <a:gd name="T113" fmla="*/ 510 h 838"/>
                <a:gd name="T114" fmla="*/ 145 w 788"/>
                <a:gd name="T115" fmla="*/ 759 h 838"/>
                <a:gd name="T116" fmla="*/ 158 w 788"/>
                <a:gd name="T117" fmla="*/ 783 h 838"/>
                <a:gd name="T118" fmla="*/ 244 w 788"/>
                <a:gd name="T119" fmla="*/ 8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8" h="838">
                  <a:moveTo>
                    <a:pt x="0" y="207"/>
                  </a:moveTo>
                  <a:lnTo>
                    <a:pt x="0" y="207"/>
                  </a:lnTo>
                  <a:lnTo>
                    <a:pt x="2" y="209"/>
                  </a:lnTo>
                  <a:lnTo>
                    <a:pt x="5" y="212"/>
                  </a:lnTo>
                  <a:lnTo>
                    <a:pt x="10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14" y="211"/>
                  </a:lnTo>
                  <a:lnTo>
                    <a:pt x="14" y="207"/>
                  </a:lnTo>
                  <a:lnTo>
                    <a:pt x="10" y="204"/>
                  </a:lnTo>
                  <a:lnTo>
                    <a:pt x="6" y="203"/>
                  </a:lnTo>
                  <a:lnTo>
                    <a:pt x="3" y="203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7"/>
                  </a:lnTo>
                  <a:close/>
                  <a:moveTo>
                    <a:pt x="66" y="471"/>
                  </a:moveTo>
                  <a:lnTo>
                    <a:pt x="66" y="471"/>
                  </a:lnTo>
                  <a:lnTo>
                    <a:pt x="68" y="468"/>
                  </a:lnTo>
                  <a:lnTo>
                    <a:pt x="66" y="465"/>
                  </a:lnTo>
                  <a:lnTo>
                    <a:pt x="64" y="465"/>
                  </a:lnTo>
                  <a:lnTo>
                    <a:pt x="64" y="465"/>
                  </a:lnTo>
                  <a:lnTo>
                    <a:pt x="64" y="470"/>
                  </a:lnTo>
                  <a:lnTo>
                    <a:pt x="64" y="471"/>
                  </a:lnTo>
                  <a:lnTo>
                    <a:pt x="66" y="471"/>
                  </a:lnTo>
                  <a:lnTo>
                    <a:pt x="66" y="471"/>
                  </a:lnTo>
                  <a:close/>
                  <a:moveTo>
                    <a:pt x="125" y="470"/>
                  </a:moveTo>
                  <a:lnTo>
                    <a:pt x="125" y="466"/>
                  </a:lnTo>
                  <a:lnTo>
                    <a:pt x="125" y="466"/>
                  </a:lnTo>
                  <a:lnTo>
                    <a:pt x="124" y="466"/>
                  </a:lnTo>
                  <a:lnTo>
                    <a:pt x="122" y="466"/>
                  </a:lnTo>
                  <a:lnTo>
                    <a:pt x="121" y="465"/>
                  </a:lnTo>
                  <a:lnTo>
                    <a:pt x="121" y="465"/>
                  </a:lnTo>
                  <a:lnTo>
                    <a:pt x="121" y="468"/>
                  </a:lnTo>
                  <a:lnTo>
                    <a:pt x="122" y="470"/>
                  </a:lnTo>
                  <a:lnTo>
                    <a:pt x="124" y="471"/>
                  </a:lnTo>
                  <a:lnTo>
                    <a:pt x="125" y="470"/>
                  </a:lnTo>
                  <a:lnTo>
                    <a:pt x="125" y="470"/>
                  </a:lnTo>
                  <a:close/>
                  <a:moveTo>
                    <a:pt x="24" y="550"/>
                  </a:moveTo>
                  <a:lnTo>
                    <a:pt x="24" y="550"/>
                  </a:lnTo>
                  <a:lnTo>
                    <a:pt x="26" y="550"/>
                  </a:lnTo>
                  <a:lnTo>
                    <a:pt x="27" y="548"/>
                  </a:lnTo>
                  <a:lnTo>
                    <a:pt x="27" y="548"/>
                  </a:lnTo>
                  <a:lnTo>
                    <a:pt x="27" y="542"/>
                  </a:lnTo>
                  <a:lnTo>
                    <a:pt x="27" y="534"/>
                  </a:lnTo>
                  <a:lnTo>
                    <a:pt x="26" y="528"/>
                  </a:lnTo>
                  <a:lnTo>
                    <a:pt x="21" y="523"/>
                  </a:lnTo>
                  <a:lnTo>
                    <a:pt x="21" y="523"/>
                  </a:lnTo>
                  <a:lnTo>
                    <a:pt x="23" y="523"/>
                  </a:lnTo>
                  <a:lnTo>
                    <a:pt x="24" y="524"/>
                  </a:lnTo>
                  <a:lnTo>
                    <a:pt x="26" y="526"/>
                  </a:lnTo>
                  <a:lnTo>
                    <a:pt x="29" y="524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6" y="518"/>
                  </a:lnTo>
                  <a:lnTo>
                    <a:pt x="23" y="516"/>
                  </a:lnTo>
                  <a:lnTo>
                    <a:pt x="18" y="516"/>
                  </a:lnTo>
                  <a:lnTo>
                    <a:pt x="18" y="516"/>
                  </a:lnTo>
                  <a:lnTo>
                    <a:pt x="18" y="513"/>
                  </a:lnTo>
                  <a:lnTo>
                    <a:pt x="14" y="511"/>
                  </a:lnTo>
                  <a:lnTo>
                    <a:pt x="13" y="508"/>
                  </a:lnTo>
                  <a:lnTo>
                    <a:pt x="14" y="503"/>
                  </a:lnTo>
                  <a:lnTo>
                    <a:pt x="11" y="503"/>
                  </a:lnTo>
                  <a:lnTo>
                    <a:pt x="11" y="503"/>
                  </a:lnTo>
                  <a:lnTo>
                    <a:pt x="11" y="526"/>
                  </a:lnTo>
                  <a:lnTo>
                    <a:pt x="14" y="548"/>
                  </a:lnTo>
                  <a:lnTo>
                    <a:pt x="19" y="571"/>
                  </a:lnTo>
                  <a:lnTo>
                    <a:pt x="26" y="592"/>
                  </a:lnTo>
                  <a:lnTo>
                    <a:pt x="26" y="592"/>
                  </a:lnTo>
                  <a:lnTo>
                    <a:pt x="31" y="590"/>
                  </a:lnTo>
                  <a:lnTo>
                    <a:pt x="32" y="585"/>
                  </a:lnTo>
                  <a:lnTo>
                    <a:pt x="32" y="581"/>
                  </a:lnTo>
                  <a:lnTo>
                    <a:pt x="31" y="574"/>
                  </a:lnTo>
                  <a:lnTo>
                    <a:pt x="27" y="561"/>
                  </a:lnTo>
                  <a:lnTo>
                    <a:pt x="24" y="550"/>
                  </a:lnTo>
                  <a:lnTo>
                    <a:pt x="24" y="550"/>
                  </a:lnTo>
                  <a:close/>
                  <a:moveTo>
                    <a:pt x="659" y="573"/>
                  </a:moveTo>
                  <a:lnTo>
                    <a:pt x="659" y="573"/>
                  </a:lnTo>
                  <a:lnTo>
                    <a:pt x="658" y="574"/>
                  </a:lnTo>
                  <a:lnTo>
                    <a:pt x="659" y="577"/>
                  </a:lnTo>
                  <a:lnTo>
                    <a:pt x="664" y="577"/>
                  </a:lnTo>
                  <a:lnTo>
                    <a:pt x="664" y="577"/>
                  </a:lnTo>
                  <a:lnTo>
                    <a:pt x="664" y="574"/>
                  </a:lnTo>
                  <a:lnTo>
                    <a:pt x="663" y="573"/>
                  </a:lnTo>
                  <a:lnTo>
                    <a:pt x="659" y="573"/>
                  </a:lnTo>
                  <a:lnTo>
                    <a:pt x="659" y="573"/>
                  </a:lnTo>
                  <a:close/>
                  <a:moveTo>
                    <a:pt x="39" y="611"/>
                  </a:moveTo>
                  <a:lnTo>
                    <a:pt x="39" y="611"/>
                  </a:lnTo>
                  <a:lnTo>
                    <a:pt x="39" y="606"/>
                  </a:lnTo>
                  <a:lnTo>
                    <a:pt x="37" y="602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31" y="594"/>
                  </a:lnTo>
                  <a:lnTo>
                    <a:pt x="27" y="594"/>
                  </a:lnTo>
                  <a:lnTo>
                    <a:pt x="27" y="594"/>
                  </a:lnTo>
                  <a:lnTo>
                    <a:pt x="31" y="603"/>
                  </a:lnTo>
                  <a:lnTo>
                    <a:pt x="32" y="613"/>
                  </a:lnTo>
                  <a:lnTo>
                    <a:pt x="35" y="621"/>
                  </a:lnTo>
                  <a:lnTo>
                    <a:pt x="40" y="629"/>
                  </a:lnTo>
                  <a:lnTo>
                    <a:pt x="40" y="629"/>
                  </a:lnTo>
                  <a:lnTo>
                    <a:pt x="42" y="639"/>
                  </a:lnTo>
                  <a:lnTo>
                    <a:pt x="47" y="647"/>
                  </a:lnTo>
                  <a:lnTo>
                    <a:pt x="55" y="663"/>
                  </a:lnTo>
                  <a:lnTo>
                    <a:pt x="66" y="679"/>
                  </a:lnTo>
                  <a:lnTo>
                    <a:pt x="74" y="695"/>
                  </a:lnTo>
                  <a:lnTo>
                    <a:pt x="74" y="695"/>
                  </a:lnTo>
                  <a:lnTo>
                    <a:pt x="80" y="701"/>
                  </a:lnTo>
                  <a:lnTo>
                    <a:pt x="85" y="708"/>
                  </a:lnTo>
                  <a:lnTo>
                    <a:pt x="92" y="713"/>
                  </a:lnTo>
                  <a:lnTo>
                    <a:pt x="98" y="719"/>
                  </a:lnTo>
                  <a:lnTo>
                    <a:pt x="98" y="719"/>
                  </a:lnTo>
                  <a:lnTo>
                    <a:pt x="95" y="713"/>
                  </a:lnTo>
                  <a:lnTo>
                    <a:pt x="92" y="708"/>
                  </a:lnTo>
                  <a:lnTo>
                    <a:pt x="88" y="703"/>
                  </a:lnTo>
                  <a:lnTo>
                    <a:pt x="87" y="696"/>
                  </a:lnTo>
                  <a:lnTo>
                    <a:pt x="87" y="696"/>
                  </a:lnTo>
                  <a:lnTo>
                    <a:pt x="79" y="688"/>
                  </a:lnTo>
                  <a:lnTo>
                    <a:pt x="72" y="677"/>
                  </a:lnTo>
                  <a:lnTo>
                    <a:pt x="61" y="656"/>
                  </a:lnTo>
                  <a:lnTo>
                    <a:pt x="51" y="632"/>
                  </a:lnTo>
                  <a:lnTo>
                    <a:pt x="39" y="611"/>
                  </a:lnTo>
                  <a:lnTo>
                    <a:pt x="39" y="611"/>
                  </a:lnTo>
                  <a:close/>
                  <a:moveTo>
                    <a:pt x="706" y="666"/>
                  </a:moveTo>
                  <a:lnTo>
                    <a:pt x="706" y="666"/>
                  </a:lnTo>
                  <a:lnTo>
                    <a:pt x="712" y="666"/>
                  </a:lnTo>
                  <a:lnTo>
                    <a:pt x="719" y="664"/>
                  </a:lnTo>
                  <a:lnTo>
                    <a:pt x="724" y="663"/>
                  </a:lnTo>
                  <a:lnTo>
                    <a:pt x="728" y="659"/>
                  </a:lnTo>
                  <a:lnTo>
                    <a:pt x="728" y="659"/>
                  </a:lnTo>
                  <a:lnTo>
                    <a:pt x="722" y="658"/>
                  </a:lnTo>
                  <a:lnTo>
                    <a:pt x="716" y="659"/>
                  </a:lnTo>
                  <a:lnTo>
                    <a:pt x="711" y="663"/>
                  </a:lnTo>
                  <a:lnTo>
                    <a:pt x="706" y="666"/>
                  </a:lnTo>
                  <a:lnTo>
                    <a:pt x="706" y="666"/>
                  </a:lnTo>
                  <a:close/>
                  <a:moveTo>
                    <a:pt x="490" y="774"/>
                  </a:moveTo>
                  <a:lnTo>
                    <a:pt x="490" y="774"/>
                  </a:lnTo>
                  <a:lnTo>
                    <a:pt x="492" y="775"/>
                  </a:lnTo>
                  <a:lnTo>
                    <a:pt x="494" y="777"/>
                  </a:lnTo>
                  <a:lnTo>
                    <a:pt x="497" y="777"/>
                  </a:lnTo>
                  <a:lnTo>
                    <a:pt x="499" y="777"/>
                  </a:lnTo>
                  <a:lnTo>
                    <a:pt x="499" y="777"/>
                  </a:lnTo>
                  <a:lnTo>
                    <a:pt x="497" y="775"/>
                  </a:lnTo>
                  <a:lnTo>
                    <a:pt x="495" y="774"/>
                  </a:lnTo>
                  <a:lnTo>
                    <a:pt x="494" y="774"/>
                  </a:lnTo>
                  <a:lnTo>
                    <a:pt x="490" y="774"/>
                  </a:lnTo>
                  <a:lnTo>
                    <a:pt x="490" y="774"/>
                  </a:lnTo>
                  <a:close/>
                  <a:moveTo>
                    <a:pt x="389" y="787"/>
                  </a:moveTo>
                  <a:lnTo>
                    <a:pt x="389" y="787"/>
                  </a:lnTo>
                  <a:lnTo>
                    <a:pt x="392" y="787"/>
                  </a:lnTo>
                  <a:lnTo>
                    <a:pt x="396" y="785"/>
                  </a:lnTo>
                  <a:lnTo>
                    <a:pt x="397" y="782"/>
                  </a:lnTo>
                  <a:lnTo>
                    <a:pt x="396" y="778"/>
                  </a:lnTo>
                  <a:lnTo>
                    <a:pt x="396" y="778"/>
                  </a:lnTo>
                  <a:lnTo>
                    <a:pt x="392" y="778"/>
                  </a:lnTo>
                  <a:lnTo>
                    <a:pt x="391" y="780"/>
                  </a:lnTo>
                  <a:lnTo>
                    <a:pt x="389" y="787"/>
                  </a:lnTo>
                  <a:lnTo>
                    <a:pt x="389" y="787"/>
                  </a:lnTo>
                  <a:close/>
                  <a:moveTo>
                    <a:pt x="777" y="421"/>
                  </a:moveTo>
                  <a:lnTo>
                    <a:pt x="777" y="421"/>
                  </a:lnTo>
                  <a:lnTo>
                    <a:pt x="783" y="410"/>
                  </a:lnTo>
                  <a:lnTo>
                    <a:pt x="786" y="399"/>
                  </a:lnTo>
                  <a:lnTo>
                    <a:pt x="788" y="386"/>
                  </a:lnTo>
                  <a:lnTo>
                    <a:pt x="788" y="373"/>
                  </a:lnTo>
                  <a:lnTo>
                    <a:pt x="783" y="346"/>
                  </a:lnTo>
                  <a:lnTo>
                    <a:pt x="778" y="318"/>
                  </a:lnTo>
                  <a:lnTo>
                    <a:pt x="778" y="318"/>
                  </a:lnTo>
                  <a:lnTo>
                    <a:pt x="774" y="299"/>
                  </a:lnTo>
                  <a:lnTo>
                    <a:pt x="767" y="281"/>
                  </a:lnTo>
                  <a:lnTo>
                    <a:pt x="762" y="264"/>
                  </a:lnTo>
                  <a:lnTo>
                    <a:pt x="757" y="248"/>
                  </a:lnTo>
                  <a:lnTo>
                    <a:pt x="757" y="248"/>
                  </a:lnTo>
                  <a:lnTo>
                    <a:pt x="753" y="243"/>
                  </a:lnTo>
                  <a:lnTo>
                    <a:pt x="749" y="240"/>
                  </a:lnTo>
                  <a:lnTo>
                    <a:pt x="749" y="240"/>
                  </a:lnTo>
                  <a:lnTo>
                    <a:pt x="743" y="222"/>
                  </a:lnTo>
                  <a:lnTo>
                    <a:pt x="737" y="204"/>
                  </a:lnTo>
                  <a:lnTo>
                    <a:pt x="728" y="188"/>
                  </a:lnTo>
                  <a:lnTo>
                    <a:pt x="719" y="172"/>
                  </a:lnTo>
                  <a:lnTo>
                    <a:pt x="709" y="158"/>
                  </a:lnTo>
                  <a:lnTo>
                    <a:pt x="700" y="145"/>
                  </a:lnTo>
                  <a:lnTo>
                    <a:pt x="675" y="119"/>
                  </a:lnTo>
                  <a:lnTo>
                    <a:pt x="675" y="119"/>
                  </a:lnTo>
                  <a:lnTo>
                    <a:pt x="666" y="121"/>
                  </a:lnTo>
                  <a:lnTo>
                    <a:pt x="659" y="122"/>
                  </a:lnTo>
                  <a:lnTo>
                    <a:pt x="659" y="122"/>
                  </a:lnTo>
                  <a:lnTo>
                    <a:pt x="658" y="119"/>
                  </a:lnTo>
                  <a:lnTo>
                    <a:pt x="656" y="117"/>
                  </a:lnTo>
                  <a:lnTo>
                    <a:pt x="656" y="116"/>
                  </a:lnTo>
                  <a:lnTo>
                    <a:pt x="656" y="116"/>
                  </a:lnTo>
                  <a:lnTo>
                    <a:pt x="650" y="116"/>
                  </a:lnTo>
                  <a:lnTo>
                    <a:pt x="648" y="114"/>
                  </a:lnTo>
                  <a:lnTo>
                    <a:pt x="646" y="111"/>
                  </a:lnTo>
                  <a:lnTo>
                    <a:pt x="646" y="111"/>
                  </a:lnTo>
                  <a:lnTo>
                    <a:pt x="664" y="113"/>
                  </a:lnTo>
                  <a:lnTo>
                    <a:pt x="664" y="113"/>
                  </a:lnTo>
                  <a:lnTo>
                    <a:pt x="663" y="109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43" y="85"/>
                  </a:lnTo>
                  <a:lnTo>
                    <a:pt x="621" y="68"/>
                  </a:lnTo>
                  <a:lnTo>
                    <a:pt x="597" y="51"/>
                  </a:lnTo>
                  <a:lnTo>
                    <a:pt x="571" y="39"/>
                  </a:lnTo>
                  <a:lnTo>
                    <a:pt x="544" y="27"/>
                  </a:lnTo>
                  <a:lnTo>
                    <a:pt x="515" y="18"/>
                  </a:lnTo>
                  <a:lnTo>
                    <a:pt x="486" y="10"/>
                  </a:lnTo>
                  <a:lnTo>
                    <a:pt x="455" y="6"/>
                  </a:lnTo>
                  <a:lnTo>
                    <a:pt x="455" y="6"/>
                  </a:lnTo>
                  <a:lnTo>
                    <a:pt x="429" y="2"/>
                  </a:lnTo>
                  <a:lnTo>
                    <a:pt x="402" y="0"/>
                  </a:lnTo>
                  <a:lnTo>
                    <a:pt x="376" y="2"/>
                  </a:lnTo>
                  <a:lnTo>
                    <a:pt x="351" y="5"/>
                  </a:lnTo>
                  <a:lnTo>
                    <a:pt x="351" y="5"/>
                  </a:lnTo>
                  <a:lnTo>
                    <a:pt x="339" y="6"/>
                  </a:lnTo>
                  <a:lnTo>
                    <a:pt x="330" y="11"/>
                  </a:lnTo>
                  <a:lnTo>
                    <a:pt x="318" y="13"/>
                  </a:lnTo>
                  <a:lnTo>
                    <a:pt x="314" y="14"/>
                  </a:lnTo>
                  <a:lnTo>
                    <a:pt x="307" y="14"/>
                  </a:lnTo>
                  <a:lnTo>
                    <a:pt x="307" y="14"/>
                  </a:lnTo>
                  <a:lnTo>
                    <a:pt x="262" y="32"/>
                  </a:lnTo>
                  <a:lnTo>
                    <a:pt x="240" y="42"/>
                  </a:lnTo>
                  <a:lnTo>
                    <a:pt x="230" y="47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9" y="53"/>
                  </a:lnTo>
                  <a:lnTo>
                    <a:pt x="217" y="53"/>
                  </a:lnTo>
                  <a:lnTo>
                    <a:pt x="217" y="53"/>
                  </a:lnTo>
                  <a:lnTo>
                    <a:pt x="204" y="63"/>
                  </a:lnTo>
                  <a:lnTo>
                    <a:pt x="193" y="69"/>
                  </a:lnTo>
                  <a:lnTo>
                    <a:pt x="180" y="7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53" y="100"/>
                  </a:lnTo>
                  <a:lnTo>
                    <a:pt x="135" y="116"/>
                  </a:lnTo>
                  <a:lnTo>
                    <a:pt x="119" y="132"/>
                  </a:lnTo>
                  <a:lnTo>
                    <a:pt x="101" y="146"/>
                  </a:lnTo>
                  <a:lnTo>
                    <a:pt x="101" y="146"/>
                  </a:lnTo>
                  <a:lnTo>
                    <a:pt x="103" y="150"/>
                  </a:lnTo>
                  <a:lnTo>
                    <a:pt x="103" y="151"/>
                  </a:lnTo>
                  <a:lnTo>
                    <a:pt x="101" y="153"/>
                  </a:lnTo>
                  <a:lnTo>
                    <a:pt x="101" y="153"/>
                  </a:lnTo>
                  <a:lnTo>
                    <a:pt x="98" y="154"/>
                  </a:lnTo>
                  <a:lnTo>
                    <a:pt x="93" y="158"/>
                  </a:lnTo>
                  <a:lnTo>
                    <a:pt x="88" y="166"/>
                  </a:lnTo>
                  <a:lnTo>
                    <a:pt x="85" y="174"/>
                  </a:lnTo>
                  <a:lnTo>
                    <a:pt x="80" y="183"/>
                  </a:lnTo>
                  <a:lnTo>
                    <a:pt x="80" y="183"/>
                  </a:lnTo>
                  <a:lnTo>
                    <a:pt x="82" y="183"/>
                  </a:lnTo>
                  <a:lnTo>
                    <a:pt x="84" y="185"/>
                  </a:lnTo>
                  <a:lnTo>
                    <a:pt x="85" y="188"/>
                  </a:lnTo>
                  <a:lnTo>
                    <a:pt x="85" y="188"/>
                  </a:lnTo>
                  <a:lnTo>
                    <a:pt x="80" y="195"/>
                  </a:lnTo>
                  <a:lnTo>
                    <a:pt x="77" y="203"/>
                  </a:lnTo>
                  <a:lnTo>
                    <a:pt x="71" y="219"/>
                  </a:lnTo>
                  <a:lnTo>
                    <a:pt x="68" y="227"/>
                  </a:lnTo>
                  <a:lnTo>
                    <a:pt x="63" y="233"/>
                  </a:lnTo>
                  <a:lnTo>
                    <a:pt x="58" y="236"/>
                  </a:lnTo>
                  <a:lnTo>
                    <a:pt x="50" y="240"/>
                  </a:lnTo>
                  <a:lnTo>
                    <a:pt x="50" y="240"/>
                  </a:lnTo>
                  <a:lnTo>
                    <a:pt x="53" y="244"/>
                  </a:lnTo>
                  <a:lnTo>
                    <a:pt x="55" y="249"/>
                  </a:lnTo>
                  <a:lnTo>
                    <a:pt x="55" y="256"/>
                  </a:lnTo>
                  <a:lnTo>
                    <a:pt x="53" y="262"/>
                  </a:lnTo>
                  <a:lnTo>
                    <a:pt x="47" y="272"/>
                  </a:lnTo>
                  <a:lnTo>
                    <a:pt x="39" y="281"/>
                  </a:lnTo>
                  <a:lnTo>
                    <a:pt x="39" y="281"/>
                  </a:lnTo>
                  <a:lnTo>
                    <a:pt x="40" y="285"/>
                  </a:lnTo>
                  <a:lnTo>
                    <a:pt x="40" y="288"/>
                  </a:lnTo>
                  <a:lnTo>
                    <a:pt x="35" y="294"/>
                  </a:lnTo>
                  <a:lnTo>
                    <a:pt x="35" y="294"/>
                  </a:lnTo>
                  <a:lnTo>
                    <a:pt x="35" y="301"/>
                  </a:lnTo>
                  <a:lnTo>
                    <a:pt x="34" y="306"/>
                  </a:lnTo>
                  <a:lnTo>
                    <a:pt x="34" y="310"/>
                  </a:lnTo>
                  <a:lnTo>
                    <a:pt x="34" y="315"/>
                  </a:lnTo>
                  <a:lnTo>
                    <a:pt x="34" y="315"/>
                  </a:lnTo>
                  <a:lnTo>
                    <a:pt x="29" y="327"/>
                  </a:lnTo>
                  <a:lnTo>
                    <a:pt x="21" y="335"/>
                  </a:lnTo>
                  <a:lnTo>
                    <a:pt x="19" y="339"/>
                  </a:lnTo>
                  <a:lnTo>
                    <a:pt x="16" y="344"/>
                  </a:lnTo>
                  <a:lnTo>
                    <a:pt x="16" y="349"/>
                  </a:lnTo>
                  <a:lnTo>
                    <a:pt x="16" y="355"/>
                  </a:lnTo>
                  <a:lnTo>
                    <a:pt x="16" y="355"/>
                  </a:lnTo>
                  <a:lnTo>
                    <a:pt x="13" y="355"/>
                  </a:lnTo>
                  <a:lnTo>
                    <a:pt x="10" y="354"/>
                  </a:lnTo>
                  <a:lnTo>
                    <a:pt x="10" y="354"/>
                  </a:lnTo>
                  <a:lnTo>
                    <a:pt x="8" y="357"/>
                  </a:lnTo>
                  <a:lnTo>
                    <a:pt x="5" y="359"/>
                  </a:lnTo>
                  <a:lnTo>
                    <a:pt x="5" y="359"/>
                  </a:lnTo>
                  <a:lnTo>
                    <a:pt x="3" y="376"/>
                  </a:lnTo>
                  <a:lnTo>
                    <a:pt x="3" y="396"/>
                  </a:lnTo>
                  <a:lnTo>
                    <a:pt x="3" y="436"/>
                  </a:lnTo>
                  <a:lnTo>
                    <a:pt x="3" y="436"/>
                  </a:lnTo>
                  <a:lnTo>
                    <a:pt x="6" y="454"/>
                  </a:lnTo>
                  <a:lnTo>
                    <a:pt x="8" y="471"/>
                  </a:lnTo>
                  <a:lnTo>
                    <a:pt x="8" y="471"/>
                  </a:lnTo>
                  <a:lnTo>
                    <a:pt x="8" y="487"/>
                  </a:lnTo>
                  <a:lnTo>
                    <a:pt x="10" y="495"/>
                  </a:lnTo>
                  <a:lnTo>
                    <a:pt x="11" y="499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500"/>
                  </a:lnTo>
                  <a:lnTo>
                    <a:pt x="14" y="497"/>
                  </a:lnTo>
                  <a:lnTo>
                    <a:pt x="14" y="495"/>
                  </a:lnTo>
                  <a:lnTo>
                    <a:pt x="18" y="495"/>
                  </a:lnTo>
                  <a:lnTo>
                    <a:pt x="18" y="495"/>
                  </a:lnTo>
                  <a:lnTo>
                    <a:pt x="21" y="497"/>
                  </a:lnTo>
                  <a:lnTo>
                    <a:pt x="23" y="502"/>
                  </a:lnTo>
                  <a:lnTo>
                    <a:pt x="23" y="502"/>
                  </a:lnTo>
                  <a:lnTo>
                    <a:pt x="21" y="505"/>
                  </a:lnTo>
                  <a:lnTo>
                    <a:pt x="19" y="507"/>
                  </a:lnTo>
                  <a:lnTo>
                    <a:pt x="18" y="508"/>
                  </a:lnTo>
                  <a:lnTo>
                    <a:pt x="18" y="513"/>
                  </a:lnTo>
                  <a:lnTo>
                    <a:pt x="18" y="513"/>
                  </a:lnTo>
                  <a:lnTo>
                    <a:pt x="21" y="513"/>
                  </a:lnTo>
                  <a:lnTo>
                    <a:pt x="24" y="511"/>
                  </a:lnTo>
                  <a:lnTo>
                    <a:pt x="29" y="508"/>
                  </a:lnTo>
                  <a:lnTo>
                    <a:pt x="32" y="503"/>
                  </a:lnTo>
                  <a:lnTo>
                    <a:pt x="39" y="499"/>
                  </a:lnTo>
                  <a:lnTo>
                    <a:pt x="39" y="499"/>
                  </a:lnTo>
                  <a:lnTo>
                    <a:pt x="37" y="495"/>
                  </a:lnTo>
                  <a:lnTo>
                    <a:pt x="39" y="492"/>
                  </a:lnTo>
                  <a:lnTo>
                    <a:pt x="39" y="492"/>
                  </a:lnTo>
                  <a:lnTo>
                    <a:pt x="40" y="491"/>
                  </a:lnTo>
                  <a:lnTo>
                    <a:pt x="43" y="489"/>
                  </a:lnTo>
                  <a:lnTo>
                    <a:pt x="45" y="489"/>
                  </a:lnTo>
                  <a:lnTo>
                    <a:pt x="47" y="486"/>
                  </a:lnTo>
                  <a:lnTo>
                    <a:pt x="47" y="486"/>
                  </a:lnTo>
                  <a:lnTo>
                    <a:pt x="42" y="486"/>
                  </a:lnTo>
                  <a:lnTo>
                    <a:pt x="39" y="486"/>
                  </a:lnTo>
                  <a:lnTo>
                    <a:pt x="39" y="486"/>
                  </a:lnTo>
                  <a:lnTo>
                    <a:pt x="42" y="479"/>
                  </a:lnTo>
                  <a:lnTo>
                    <a:pt x="45" y="473"/>
                  </a:lnTo>
                  <a:lnTo>
                    <a:pt x="50" y="468"/>
                  </a:lnTo>
                  <a:lnTo>
                    <a:pt x="53" y="468"/>
                  </a:lnTo>
                  <a:lnTo>
                    <a:pt x="56" y="468"/>
                  </a:lnTo>
                  <a:lnTo>
                    <a:pt x="56" y="468"/>
                  </a:lnTo>
                  <a:lnTo>
                    <a:pt x="56" y="465"/>
                  </a:lnTo>
                  <a:lnTo>
                    <a:pt x="53" y="465"/>
                  </a:lnTo>
                  <a:lnTo>
                    <a:pt x="51" y="465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3" y="463"/>
                  </a:lnTo>
                  <a:lnTo>
                    <a:pt x="55" y="462"/>
                  </a:lnTo>
                  <a:lnTo>
                    <a:pt x="55" y="462"/>
                  </a:lnTo>
                  <a:lnTo>
                    <a:pt x="53" y="462"/>
                  </a:lnTo>
                  <a:lnTo>
                    <a:pt x="53" y="462"/>
                  </a:lnTo>
                  <a:lnTo>
                    <a:pt x="53" y="460"/>
                  </a:lnTo>
                  <a:lnTo>
                    <a:pt x="56" y="457"/>
                  </a:lnTo>
                  <a:lnTo>
                    <a:pt x="61" y="454"/>
                  </a:lnTo>
                  <a:lnTo>
                    <a:pt x="66" y="454"/>
                  </a:lnTo>
                  <a:lnTo>
                    <a:pt x="66" y="454"/>
                  </a:lnTo>
                  <a:lnTo>
                    <a:pt x="63" y="449"/>
                  </a:lnTo>
                  <a:lnTo>
                    <a:pt x="63" y="449"/>
                  </a:lnTo>
                  <a:lnTo>
                    <a:pt x="63" y="442"/>
                  </a:lnTo>
                  <a:lnTo>
                    <a:pt x="63" y="436"/>
                  </a:lnTo>
                  <a:lnTo>
                    <a:pt x="60" y="421"/>
                  </a:lnTo>
                  <a:lnTo>
                    <a:pt x="58" y="413"/>
                  </a:lnTo>
                  <a:lnTo>
                    <a:pt x="58" y="407"/>
                  </a:lnTo>
                  <a:lnTo>
                    <a:pt x="60" y="401"/>
                  </a:lnTo>
                  <a:lnTo>
                    <a:pt x="64" y="397"/>
                  </a:lnTo>
                  <a:lnTo>
                    <a:pt x="64" y="397"/>
                  </a:lnTo>
                  <a:lnTo>
                    <a:pt x="63" y="380"/>
                  </a:lnTo>
                  <a:lnTo>
                    <a:pt x="61" y="364"/>
                  </a:lnTo>
                  <a:lnTo>
                    <a:pt x="61" y="346"/>
                  </a:lnTo>
                  <a:lnTo>
                    <a:pt x="63" y="327"/>
                  </a:lnTo>
                  <a:lnTo>
                    <a:pt x="63" y="327"/>
                  </a:lnTo>
                  <a:lnTo>
                    <a:pt x="63" y="325"/>
                  </a:lnTo>
                  <a:lnTo>
                    <a:pt x="60" y="323"/>
                  </a:lnTo>
                  <a:lnTo>
                    <a:pt x="58" y="323"/>
                  </a:lnTo>
                  <a:lnTo>
                    <a:pt x="58" y="320"/>
                  </a:lnTo>
                  <a:lnTo>
                    <a:pt x="58" y="320"/>
                  </a:lnTo>
                  <a:lnTo>
                    <a:pt x="60" y="318"/>
                  </a:lnTo>
                  <a:lnTo>
                    <a:pt x="61" y="317"/>
                  </a:lnTo>
                  <a:lnTo>
                    <a:pt x="63" y="315"/>
                  </a:lnTo>
                  <a:lnTo>
                    <a:pt x="63" y="312"/>
                  </a:lnTo>
                  <a:lnTo>
                    <a:pt x="63" y="312"/>
                  </a:lnTo>
                  <a:lnTo>
                    <a:pt x="66" y="299"/>
                  </a:lnTo>
                  <a:lnTo>
                    <a:pt x="69" y="286"/>
                  </a:lnTo>
                  <a:lnTo>
                    <a:pt x="71" y="262"/>
                  </a:lnTo>
                  <a:lnTo>
                    <a:pt x="71" y="262"/>
                  </a:lnTo>
                  <a:lnTo>
                    <a:pt x="72" y="256"/>
                  </a:lnTo>
                  <a:lnTo>
                    <a:pt x="76" y="249"/>
                  </a:lnTo>
                  <a:lnTo>
                    <a:pt x="80" y="238"/>
                  </a:lnTo>
                  <a:lnTo>
                    <a:pt x="87" y="225"/>
                  </a:lnTo>
                  <a:lnTo>
                    <a:pt x="87" y="219"/>
                  </a:lnTo>
                  <a:lnTo>
                    <a:pt x="87" y="212"/>
                  </a:lnTo>
                  <a:lnTo>
                    <a:pt x="87" y="212"/>
                  </a:lnTo>
                  <a:lnTo>
                    <a:pt x="92" y="207"/>
                  </a:lnTo>
                  <a:lnTo>
                    <a:pt x="96" y="199"/>
                  </a:lnTo>
                  <a:lnTo>
                    <a:pt x="98" y="193"/>
                  </a:lnTo>
                  <a:lnTo>
                    <a:pt x="98" y="185"/>
                  </a:lnTo>
                  <a:lnTo>
                    <a:pt x="98" y="185"/>
                  </a:lnTo>
                  <a:lnTo>
                    <a:pt x="105" y="187"/>
                  </a:lnTo>
                  <a:lnTo>
                    <a:pt x="111" y="185"/>
                  </a:lnTo>
                  <a:lnTo>
                    <a:pt x="117" y="182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7" y="170"/>
                  </a:lnTo>
                  <a:lnTo>
                    <a:pt x="116" y="169"/>
                  </a:lnTo>
                  <a:lnTo>
                    <a:pt x="114" y="164"/>
                  </a:lnTo>
                  <a:lnTo>
                    <a:pt x="114" y="164"/>
                  </a:lnTo>
                  <a:lnTo>
                    <a:pt x="119" y="158"/>
                  </a:lnTo>
                  <a:lnTo>
                    <a:pt x="124" y="151"/>
                  </a:lnTo>
                  <a:lnTo>
                    <a:pt x="135" y="138"/>
                  </a:lnTo>
                  <a:lnTo>
                    <a:pt x="146" y="127"/>
                  </a:lnTo>
                  <a:lnTo>
                    <a:pt x="151" y="119"/>
                  </a:lnTo>
                  <a:lnTo>
                    <a:pt x="156" y="113"/>
                  </a:lnTo>
                  <a:lnTo>
                    <a:pt x="156" y="113"/>
                  </a:lnTo>
                  <a:lnTo>
                    <a:pt x="159" y="111"/>
                  </a:lnTo>
                  <a:lnTo>
                    <a:pt x="162" y="109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87" y="90"/>
                  </a:lnTo>
                  <a:lnTo>
                    <a:pt x="211" y="77"/>
                  </a:lnTo>
                  <a:lnTo>
                    <a:pt x="235" y="66"/>
                  </a:lnTo>
                  <a:lnTo>
                    <a:pt x="261" y="56"/>
                  </a:lnTo>
                  <a:lnTo>
                    <a:pt x="289" y="50"/>
                  </a:lnTo>
                  <a:lnTo>
                    <a:pt x="317" y="43"/>
                  </a:lnTo>
                  <a:lnTo>
                    <a:pt x="347" y="42"/>
                  </a:lnTo>
                  <a:lnTo>
                    <a:pt x="378" y="42"/>
                  </a:lnTo>
                  <a:lnTo>
                    <a:pt x="378" y="42"/>
                  </a:lnTo>
                  <a:lnTo>
                    <a:pt x="381" y="45"/>
                  </a:lnTo>
                  <a:lnTo>
                    <a:pt x="383" y="48"/>
                  </a:lnTo>
                  <a:lnTo>
                    <a:pt x="383" y="48"/>
                  </a:lnTo>
                  <a:lnTo>
                    <a:pt x="392" y="50"/>
                  </a:lnTo>
                  <a:lnTo>
                    <a:pt x="404" y="53"/>
                  </a:lnTo>
                  <a:lnTo>
                    <a:pt x="404" y="53"/>
                  </a:lnTo>
                  <a:lnTo>
                    <a:pt x="408" y="56"/>
                  </a:lnTo>
                  <a:lnTo>
                    <a:pt x="413" y="60"/>
                  </a:lnTo>
                  <a:lnTo>
                    <a:pt x="425" y="63"/>
                  </a:lnTo>
                  <a:lnTo>
                    <a:pt x="436" y="66"/>
                  </a:lnTo>
                  <a:lnTo>
                    <a:pt x="447" y="69"/>
                  </a:lnTo>
                  <a:lnTo>
                    <a:pt x="447" y="69"/>
                  </a:lnTo>
                  <a:lnTo>
                    <a:pt x="478" y="84"/>
                  </a:lnTo>
                  <a:lnTo>
                    <a:pt x="508" y="97"/>
                  </a:lnTo>
                  <a:lnTo>
                    <a:pt x="508" y="97"/>
                  </a:lnTo>
                  <a:lnTo>
                    <a:pt x="550" y="114"/>
                  </a:lnTo>
                  <a:lnTo>
                    <a:pt x="569" y="124"/>
                  </a:lnTo>
                  <a:lnTo>
                    <a:pt x="577" y="129"/>
                  </a:lnTo>
                  <a:lnTo>
                    <a:pt x="585" y="135"/>
                  </a:lnTo>
                  <a:lnTo>
                    <a:pt x="585" y="135"/>
                  </a:lnTo>
                  <a:lnTo>
                    <a:pt x="593" y="143"/>
                  </a:lnTo>
                  <a:lnTo>
                    <a:pt x="600" y="151"/>
                  </a:lnTo>
                  <a:lnTo>
                    <a:pt x="609" y="170"/>
                  </a:lnTo>
                  <a:lnTo>
                    <a:pt x="618" y="191"/>
                  </a:lnTo>
                  <a:lnTo>
                    <a:pt x="627" y="212"/>
                  </a:lnTo>
                  <a:lnTo>
                    <a:pt x="627" y="212"/>
                  </a:lnTo>
                  <a:lnTo>
                    <a:pt x="635" y="227"/>
                  </a:lnTo>
                  <a:lnTo>
                    <a:pt x="643" y="243"/>
                  </a:lnTo>
                  <a:lnTo>
                    <a:pt x="643" y="243"/>
                  </a:lnTo>
                  <a:lnTo>
                    <a:pt x="635" y="238"/>
                  </a:lnTo>
                  <a:lnTo>
                    <a:pt x="630" y="233"/>
                  </a:lnTo>
                  <a:lnTo>
                    <a:pt x="629" y="228"/>
                  </a:lnTo>
                  <a:lnTo>
                    <a:pt x="629" y="228"/>
                  </a:lnTo>
                  <a:lnTo>
                    <a:pt x="626" y="228"/>
                  </a:lnTo>
                  <a:lnTo>
                    <a:pt x="624" y="228"/>
                  </a:lnTo>
                  <a:lnTo>
                    <a:pt x="624" y="227"/>
                  </a:lnTo>
                  <a:lnTo>
                    <a:pt x="621" y="228"/>
                  </a:lnTo>
                  <a:lnTo>
                    <a:pt x="621" y="228"/>
                  </a:lnTo>
                  <a:lnTo>
                    <a:pt x="616" y="222"/>
                  </a:lnTo>
                  <a:lnTo>
                    <a:pt x="609" y="217"/>
                  </a:lnTo>
                  <a:lnTo>
                    <a:pt x="603" y="212"/>
                  </a:lnTo>
                  <a:lnTo>
                    <a:pt x="595" y="209"/>
                  </a:lnTo>
                  <a:lnTo>
                    <a:pt x="595" y="209"/>
                  </a:lnTo>
                  <a:lnTo>
                    <a:pt x="592" y="206"/>
                  </a:lnTo>
                  <a:lnTo>
                    <a:pt x="589" y="203"/>
                  </a:lnTo>
                  <a:lnTo>
                    <a:pt x="579" y="196"/>
                  </a:lnTo>
                  <a:lnTo>
                    <a:pt x="558" y="188"/>
                  </a:lnTo>
                  <a:lnTo>
                    <a:pt x="558" y="188"/>
                  </a:lnTo>
                  <a:lnTo>
                    <a:pt x="552" y="185"/>
                  </a:lnTo>
                  <a:lnTo>
                    <a:pt x="545" y="179"/>
                  </a:lnTo>
                  <a:lnTo>
                    <a:pt x="539" y="174"/>
                  </a:lnTo>
                  <a:lnTo>
                    <a:pt x="536" y="172"/>
                  </a:lnTo>
                  <a:lnTo>
                    <a:pt x="531" y="172"/>
                  </a:lnTo>
                  <a:lnTo>
                    <a:pt x="531" y="172"/>
                  </a:lnTo>
                  <a:lnTo>
                    <a:pt x="532" y="175"/>
                  </a:lnTo>
                  <a:lnTo>
                    <a:pt x="536" y="177"/>
                  </a:lnTo>
                  <a:lnTo>
                    <a:pt x="539" y="177"/>
                  </a:lnTo>
                  <a:lnTo>
                    <a:pt x="540" y="177"/>
                  </a:lnTo>
                  <a:lnTo>
                    <a:pt x="540" y="177"/>
                  </a:lnTo>
                  <a:lnTo>
                    <a:pt x="540" y="179"/>
                  </a:lnTo>
                  <a:lnTo>
                    <a:pt x="539" y="180"/>
                  </a:lnTo>
                  <a:lnTo>
                    <a:pt x="537" y="182"/>
                  </a:lnTo>
                  <a:lnTo>
                    <a:pt x="537" y="183"/>
                  </a:lnTo>
                  <a:lnTo>
                    <a:pt x="537" y="183"/>
                  </a:lnTo>
                  <a:lnTo>
                    <a:pt x="542" y="188"/>
                  </a:lnTo>
                  <a:lnTo>
                    <a:pt x="545" y="191"/>
                  </a:lnTo>
                  <a:lnTo>
                    <a:pt x="553" y="199"/>
                  </a:lnTo>
                  <a:lnTo>
                    <a:pt x="553" y="199"/>
                  </a:lnTo>
                  <a:lnTo>
                    <a:pt x="556" y="204"/>
                  </a:lnTo>
                  <a:lnTo>
                    <a:pt x="560" y="211"/>
                  </a:lnTo>
                  <a:lnTo>
                    <a:pt x="560" y="211"/>
                  </a:lnTo>
                  <a:lnTo>
                    <a:pt x="568" y="219"/>
                  </a:lnTo>
                  <a:lnTo>
                    <a:pt x="579" y="227"/>
                  </a:lnTo>
                  <a:lnTo>
                    <a:pt x="589" y="235"/>
                  </a:lnTo>
                  <a:lnTo>
                    <a:pt x="597" y="243"/>
                  </a:lnTo>
                  <a:lnTo>
                    <a:pt x="597" y="243"/>
                  </a:lnTo>
                  <a:lnTo>
                    <a:pt x="605" y="253"/>
                  </a:lnTo>
                  <a:lnTo>
                    <a:pt x="608" y="259"/>
                  </a:lnTo>
                  <a:lnTo>
                    <a:pt x="613" y="264"/>
                  </a:lnTo>
                  <a:lnTo>
                    <a:pt x="613" y="264"/>
                  </a:lnTo>
                  <a:lnTo>
                    <a:pt x="621" y="269"/>
                  </a:lnTo>
                  <a:lnTo>
                    <a:pt x="629" y="272"/>
                  </a:lnTo>
                  <a:lnTo>
                    <a:pt x="629" y="272"/>
                  </a:lnTo>
                  <a:lnTo>
                    <a:pt x="635" y="278"/>
                  </a:lnTo>
                  <a:lnTo>
                    <a:pt x="640" y="286"/>
                  </a:lnTo>
                  <a:lnTo>
                    <a:pt x="646" y="294"/>
                  </a:lnTo>
                  <a:lnTo>
                    <a:pt x="653" y="301"/>
                  </a:lnTo>
                  <a:lnTo>
                    <a:pt x="653" y="301"/>
                  </a:lnTo>
                  <a:lnTo>
                    <a:pt x="661" y="310"/>
                  </a:lnTo>
                  <a:lnTo>
                    <a:pt x="667" y="320"/>
                  </a:lnTo>
                  <a:lnTo>
                    <a:pt x="677" y="328"/>
                  </a:lnTo>
                  <a:lnTo>
                    <a:pt x="687" y="335"/>
                  </a:lnTo>
                  <a:lnTo>
                    <a:pt x="687" y="335"/>
                  </a:lnTo>
                  <a:lnTo>
                    <a:pt x="690" y="344"/>
                  </a:lnTo>
                  <a:lnTo>
                    <a:pt x="690" y="349"/>
                  </a:lnTo>
                  <a:lnTo>
                    <a:pt x="688" y="354"/>
                  </a:lnTo>
                  <a:lnTo>
                    <a:pt x="688" y="354"/>
                  </a:lnTo>
                  <a:lnTo>
                    <a:pt x="680" y="349"/>
                  </a:lnTo>
                  <a:lnTo>
                    <a:pt x="674" y="341"/>
                  </a:lnTo>
                  <a:lnTo>
                    <a:pt x="669" y="331"/>
                  </a:lnTo>
                  <a:lnTo>
                    <a:pt x="663" y="325"/>
                  </a:lnTo>
                  <a:lnTo>
                    <a:pt x="663" y="325"/>
                  </a:lnTo>
                  <a:lnTo>
                    <a:pt x="658" y="317"/>
                  </a:lnTo>
                  <a:lnTo>
                    <a:pt x="653" y="310"/>
                  </a:lnTo>
                  <a:lnTo>
                    <a:pt x="640" y="298"/>
                  </a:lnTo>
                  <a:lnTo>
                    <a:pt x="626" y="286"/>
                  </a:lnTo>
                  <a:lnTo>
                    <a:pt x="613" y="273"/>
                  </a:lnTo>
                  <a:lnTo>
                    <a:pt x="613" y="273"/>
                  </a:lnTo>
                  <a:lnTo>
                    <a:pt x="609" y="272"/>
                  </a:lnTo>
                  <a:lnTo>
                    <a:pt x="606" y="272"/>
                  </a:lnTo>
                  <a:lnTo>
                    <a:pt x="606" y="272"/>
                  </a:lnTo>
                  <a:lnTo>
                    <a:pt x="590" y="257"/>
                  </a:lnTo>
                  <a:lnTo>
                    <a:pt x="571" y="246"/>
                  </a:lnTo>
                  <a:lnTo>
                    <a:pt x="561" y="241"/>
                  </a:lnTo>
                  <a:lnTo>
                    <a:pt x="550" y="236"/>
                  </a:lnTo>
                  <a:lnTo>
                    <a:pt x="539" y="233"/>
                  </a:lnTo>
                  <a:lnTo>
                    <a:pt x="526" y="232"/>
                  </a:lnTo>
                  <a:lnTo>
                    <a:pt x="526" y="232"/>
                  </a:lnTo>
                  <a:lnTo>
                    <a:pt x="536" y="243"/>
                  </a:lnTo>
                  <a:lnTo>
                    <a:pt x="547" y="251"/>
                  </a:lnTo>
                  <a:lnTo>
                    <a:pt x="573" y="267"/>
                  </a:lnTo>
                  <a:lnTo>
                    <a:pt x="573" y="267"/>
                  </a:lnTo>
                  <a:lnTo>
                    <a:pt x="573" y="270"/>
                  </a:lnTo>
                  <a:lnTo>
                    <a:pt x="574" y="273"/>
                  </a:lnTo>
                  <a:lnTo>
                    <a:pt x="579" y="277"/>
                  </a:lnTo>
                  <a:lnTo>
                    <a:pt x="590" y="281"/>
                  </a:lnTo>
                  <a:lnTo>
                    <a:pt x="590" y="281"/>
                  </a:lnTo>
                  <a:lnTo>
                    <a:pt x="590" y="283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600" y="296"/>
                  </a:lnTo>
                  <a:lnTo>
                    <a:pt x="609" y="307"/>
                  </a:lnTo>
                  <a:lnTo>
                    <a:pt x="629" y="330"/>
                  </a:lnTo>
                  <a:lnTo>
                    <a:pt x="646" y="352"/>
                  </a:lnTo>
                  <a:lnTo>
                    <a:pt x="666" y="375"/>
                  </a:lnTo>
                  <a:lnTo>
                    <a:pt x="666" y="375"/>
                  </a:lnTo>
                  <a:lnTo>
                    <a:pt x="672" y="388"/>
                  </a:lnTo>
                  <a:lnTo>
                    <a:pt x="680" y="402"/>
                  </a:lnTo>
                  <a:lnTo>
                    <a:pt x="688" y="417"/>
                  </a:lnTo>
                  <a:lnTo>
                    <a:pt x="692" y="425"/>
                  </a:lnTo>
                  <a:lnTo>
                    <a:pt x="692" y="431"/>
                  </a:lnTo>
                  <a:lnTo>
                    <a:pt x="692" y="431"/>
                  </a:lnTo>
                  <a:lnTo>
                    <a:pt x="692" y="437"/>
                  </a:lnTo>
                  <a:lnTo>
                    <a:pt x="688" y="442"/>
                  </a:lnTo>
                  <a:lnTo>
                    <a:pt x="685" y="449"/>
                  </a:lnTo>
                  <a:lnTo>
                    <a:pt x="683" y="457"/>
                  </a:lnTo>
                  <a:lnTo>
                    <a:pt x="683" y="457"/>
                  </a:lnTo>
                  <a:lnTo>
                    <a:pt x="680" y="474"/>
                  </a:lnTo>
                  <a:lnTo>
                    <a:pt x="680" y="474"/>
                  </a:lnTo>
                  <a:lnTo>
                    <a:pt x="677" y="495"/>
                  </a:lnTo>
                  <a:lnTo>
                    <a:pt x="677" y="495"/>
                  </a:lnTo>
                  <a:lnTo>
                    <a:pt x="679" y="505"/>
                  </a:lnTo>
                  <a:lnTo>
                    <a:pt x="680" y="516"/>
                  </a:lnTo>
                  <a:lnTo>
                    <a:pt x="682" y="526"/>
                  </a:lnTo>
                  <a:lnTo>
                    <a:pt x="683" y="537"/>
                  </a:lnTo>
                  <a:lnTo>
                    <a:pt x="683" y="537"/>
                  </a:lnTo>
                  <a:lnTo>
                    <a:pt x="682" y="548"/>
                  </a:lnTo>
                  <a:lnTo>
                    <a:pt x="679" y="558"/>
                  </a:lnTo>
                  <a:lnTo>
                    <a:pt x="674" y="568"/>
                  </a:lnTo>
                  <a:lnTo>
                    <a:pt x="669" y="577"/>
                  </a:lnTo>
                  <a:lnTo>
                    <a:pt x="658" y="595"/>
                  </a:lnTo>
                  <a:lnTo>
                    <a:pt x="653" y="603"/>
                  </a:lnTo>
                  <a:lnTo>
                    <a:pt x="650" y="611"/>
                  </a:lnTo>
                  <a:lnTo>
                    <a:pt x="650" y="611"/>
                  </a:lnTo>
                  <a:lnTo>
                    <a:pt x="635" y="624"/>
                  </a:lnTo>
                  <a:lnTo>
                    <a:pt x="622" y="637"/>
                  </a:lnTo>
                  <a:lnTo>
                    <a:pt x="609" y="651"/>
                  </a:lnTo>
                  <a:lnTo>
                    <a:pt x="601" y="658"/>
                  </a:lnTo>
                  <a:lnTo>
                    <a:pt x="593" y="663"/>
                  </a:lnTo>
                  <a:lnTo>
                    <a:pt x="593" y="663"/>
                  </a:lnTo>
                  <a:lnTo>
                    <a:pt x="590" y="666"/>
                  </a:lnTo>
                  <a:lnTo>
                    <a:pt x="589" y="671"/>
                  </a:lnTo>
                  <a:lnTo>
                    <a:pt x="589" y="671"/>
                  </a:lnTo>
                  <a:lnTo>
                    <a:pt x="571" y="679"/>
                  </a:lnTo>
                  <a:lnTo>
                    <a:pt x="555" y="688"/>
                  </a:lnTo>
                  <a:lnTo>
                    <a:pt x="547" y="692"/>
                  </a:lnTo>
                  <a:lnTo>
                    <a:pt x="537" y="695"/>
                  </a:lnTo>
                  <a:lnTo>
                    <a:pt x="527" y="696"/>
                  </a:lnTo>
                  <a:lnTo>
                    <a:pt x="516" y="698"/>
                  </a:lnTo>
                  <a:lnTo>
                    <a:pt x="516" y="698"/>
                  </a:lnTo>
                  <a:lnTo>
                    <a:pt x="510" y="703"/>
                  </a:lnTo>
                  <a:lnTo>
                    <a:pt x="503" y="708"/>
                  </a:lnTo>
                  <a:lnTo>
                    <a:pt x="503" y="708"/>
                  </a:lnTo>
                  <a:lnTo>
                    <a:pt x="495" y="708"/>
                  </a:lnTo>
                  <a:lnTo>
                    <a:pt x="487" y="709"/>
                  </a:lnTo>
                  <a:lnTo>
                    <a:pt x="474" y="716"/>
                  </a:lnTo>
                  <a:lnTo>
                    <a:pt x="474" y="716"/>
                  </a:lnTo>
                  <a:lnTo>
                    <a:pt x="466" y="717"/>
                  </a:lnTo>
                  <a:lnTo>
                    <a:pt x="457" y="719"/>
                  </a:lnTo>
                  <a:lnTo>
                    <a:pt x="437" y="719"/>
                  </a:lnTo>
                  <a:lnTo>
                    <a:pt x="437" y="719"/>
                  </a:lnTo>
                  <a:lnTo>
                    <a:pt x="423" y="721"/>
                  </a:lnTo>
                  <a:lnTo>
                    <a:pt x="407" y="721"/>
                  </a:lnTo>
                  <a:lnTo>
                    <a:pt x="375" y="719"/>
                  </a:lnTo>
                  <a:lnTo>
                    <a:pt x="343" y="714"/>
                  </a:lnTo>
                  <a:lnTo>
                    <a:pt x="315" y="706"/>
                  </a:lnTo>
                  <a:lnTo>
                    <a:pt x="315" y="706"/>
                  </a:lnTo>
                  <a:lnTo>
                    <a:pt x="301" y="701"/>
                  </a:lnTo>
                  <a:lnTo>
                    <a:pt x="288" y="695"/>
                  </a:lnTo>
                  <a:lnTo>
                    <a:pt x="288" y="695"/>
                  </a:lnTo>
                  <a:lnTo>
                    <a:pt x="278" y="693"/>
                  </a:lnTo>
                  <a:lnTo>
                    <a:pt x="269" y="690"/>
                  </a:lnTo>
                  <a:lnTo>
                    <a:pt x="262" y="687"/>
                  </a:lnTo>
                  <a:lnTo>
                    <a:pt x="259" y="685"/>
                  </a:lnTo>
                  <a:lnTo>
                    <a:pt x="256" y="680"/>
                  </a:lnTo>
                  <a:lnTo>
                    <a:pt x="256" y="680"/>
                  </a:lnTo>
                  <a:lnTo>
                    <a:pt x="252" y="682"/>
                  </a:lnTo>
                  <a:lnTo>
                    <a:pt x="251" y="682"/>
                  </a:lnTo>
                  <a:lnTo>
                    <a:pt x="248" y="682"/>
                  </a:lnTo>
                  <a:lnTo>
                    <a:pt x="248" y="682"/>
                  </a:lnTo>
                  <a:lnTo>
                    <a:pt x="227" y="668"/>
                  </a:lnTo>
                  <a:lnTo>
                    <a:pt x="204" y="656"/>
                  </a:lnTo>
                  <a:lnTo>
                    <a:pt x="204" y="656"/>
                  </a:lnTo>
                  <a:lnTo>
                    <a:pt x="198" y="648"/>
                  </a:lnTo>
                  <a:lnTo>
                    <a:pt x="191" y="640"/>
                  </a:lnTo>
                  <a:lnTo>
                    <a:pt x="177" y="627"/>
                  </a:lnTo>
                  <a:lnTo>
                    <a:pt x="162" y="614"/>
                  </a:lnTo>
                  <a:lnTo>
                    <a:pt x="156" y="606"/>
                  </a:lnTo>
                  <a:lnTo>
                    <a:pt x="151" y="598"/>
                  </a:lnTo>
                  <a:lnTo>
                    <a:pt x="151" y="598"/>
                  </a:lnTo>
                  <a:lnTo>
                    <a:pt x="142" y="592"/>
                  </a:lnTo>
                  <a:lnTo>
                    <a:pt x="133" y="584"/>
                  </a:lnTo>
                  <a:lnTo>
                    <a:pt x="127" y="576"/>
                  </a:lnTo>
                  <a:lnTo>
                    <a:pt x="121" y="566"/>
                  </a:lnTo>
                  <a:lnTo>
                    <a:pt x="108" y="547"/>
                  </a:lnTo>
                  <a:lnTo>
                    <a:pt x="101" y="537"/>
                  </a:lnTo>
                  <a:lnTo>
                    <a:pt x="93" y="529"/>
                  </a:lnTo>
                  <a:lnTo>
                    <a:pt x="93" y="529"/>
                  </a:lnTo>
                  <a:lnTo>
                    <a:pt x="93" y="532"/>
                  </a:lnTo>
                  <a:lnTo>
                    <a:pt x="92" y="536"/>
                  </a:lnTo>
                  <a:lnTo>
                    <a:pt x="93" y="544"/>
                  </a:lnTo>
                  <a:lnTo>
                    <a:pt x="95" y="552"/>
                  </a:lnTo>
                  <a:lnTo>
                    <a:pt x="95" y="555"/>
                  </a:lnTo>
                  <a:lnTo>
                    <a:pt x="92" y="558"/>
                  </a:lnTo>
                  <a:lnTo>
                    <a:pt x="92" y="558"/>
                  </a:lnTo>
                  <a:lnTo>
                    <a:pt x="95" y="568"/>
                  </a:lnTo>
                  <a:lnTo>
                    <a:pt x="98" y="581"/>
                  </a:lnTo>
                  <a:lnTo>
                    <a:pt x="100" y="594"/>
                  </a:lnTo>
                  <a:lnTo>
                    <a:pt x="98" y="606"/>
                  </a:lnTo>
                  <a:lnTo>
                    <a:pt x="98" y="606"/>
                  </a:lnTo>
                  <a:lnTo>
                    <a:pt x="101" y="608"/>
                  </a:lnTo>
                  <a:lnTo>
                    <a:pt x="105" y="611"/>
                  </a:lnTo>
                  <a:lnTo>
                    <a:pt x="108" y="618"/>
                  </a:lnTo>
                  <a:lnTo>
                    <a:pt x="108" y="621"/>
                  </a:lnTo>
                  <a:lnTo>
                    <a:pt x="106" y="624"/>
                  </a:lnTo>
                  <a:lnTo>
                    <a:pt x="105" y="627"/>
                  </a:lnTo>
                  <a:lnTo>
                    <a:pt x="101" y="629"/>
                  </a:lnTo>
                  <a:lnTo>
                    <a:pt x="101" y="629"/>
                  </a:lnTo>
                  <a:lnTo>
                    <a:pt x="101" y="637"/>
                  </a:lnTo>
                  <a:lnTo>
                    <a:pt x="105" y="643"/>
                  </a:lnTo>
                  <a:lnTo>
                    <a:pt x="108" y="651"/>
                  </a:lnTo>
                  <a:lnTo>
                    <a:pt x="109" y="659"/>
                  </a:lnTo>
                  <a:lnTo>
                    <a:pt x="109" y="659"/>
                  </a:lnTo>
                  <a:lnTo>
                    <a:pt x="113" y="661"/>
                  </a:lnTo>
                  <a:lnTo>
                    <a:pt x="116" y="659"/>
                  </a:lnTo>
                  <a:lnTo>
                    <a:pt x="119" y="658"/>
                  </a:lnTo>
                  <a:lnTo>
                    <a:pt x="121" y="655"/>
                  </a:lnTo>
                  <a:lnTo>
                    <a:pt x="121" y="655"/>
                  </a:lnTo>
                  <a:lnTo>
                    <a:pt x="124" y="659"/>
                  </a:lnTo>
                  <a:lnTo>
                    <a:pt x="125" y="666"/>
                  </a:lnTo>
                  <a:lnTo>
                    <a:pt x="129" y="679"/>
                  </a:lnTo>
                  <a:lnTo>
                    <a:pt x="129" y="679"/>
                  </a:lnTo>
                  <a:lnTo>
                    <a:pt x="132" y="679"/>
                  </a:lnTo>
                  <a:lnTo>
                    <a:pt x="133" y="676"/>
                  </a:lnTo>
                  <a:lnTo>
                    <a:pt x="135" y="674"/>
                  </a:lnTo>
                  <a:lnTo>
                    <a:pt x="138" y="674"/>
                  </a:lnTo>
                  <a:lnTo>
                    <a:pt x="138" y="674"/>
                  </a:lnTo>
                  <a:lnTo>
                    <a:pt x="140" y="676"/>
                  </a:lnTo>
                  <a:lnTo>
                    <a:pt x="143" y="677"/>
                  </a:lnTo>
                  <a:lnTo>
                    <a:pt x="150" y="680"/>
                  </a:lnTo>
                  <a:lnTo>
                    <a:pt x="150" y="680"/>
                  </a:lnTo>
                  <a:lnTo>
                    <a:pt x="150" y="685"/>
                  </a:lnTo>
                  <a:lnTo>
                    <a:pt x="151" y="687"/>
                  </a:lnTo>
                  <a:lnTo>
                    <a:pt x="154" y="688"/>
                  </a:lnTo>
                  <a:lnTo>
                    <a:pt x="158" y="692"/>
                  </a:lnTo>
                  <a:lnTo>
                    <a:pt x="158" y="692"/>
                  </a:lnTo>
                  <a:lnTo>
                    <a:pt x="153" y="693"/>
                  </a:lnTo>
                  <a:lnTo>
                    <a:pt x="153" y="693"/>
                  </a:lnTo>
                  <a:lnTo>
                    <a:pt x="156" y="692"/>
                  </a:lnTo>
                  <a:lnTo>
                    <a:pt x="158" y="693"/>
                  </a:lnTo>
                  <a:lnTo>
                    <a:pt x="161" y="695"/>
                  </a:lnTo>
                  <a:lnTo>
                    <a:pt x="161" y="700"/>
                  </a:lnTo>
                  <a:lnTo>
                    <a:pt x="162" y="703"/>
                  </a:lnTo>
                  <a:lnTo>
                    <a:pt x="162" y="703"/>
                  </a:lnTo>
                  <a:lnTo>
                    <a:pt x="167" y="706"/>
                  </a:lnTo>
                  <a:lnTo>
                    <a:pt x="174" y="711"/>
                  </a:lnTo>
                  <a:lnTo>
                    <a:pt x="179" y="717"/>
                  </a:lnTo>
                  <a:lnTo>
                    <a:pt x="179" y="721"/>
                  </a:lnTo>
                  <a:lnTo>
                    <a:pt x="179" y="724"/>
                  </a:lnTo>
                  <a:lnTo>
                    <a:pt x="179" y="724"/>
                  </a:lnTo>
                  <a:lnTo>
                    <a:pt x="183" y="722"/>
                  </a:lnTo>
                  <a:lnTo>
                    <a:pt x="185" y="719"/>
                  </a:lnTo>
                  <a:lnTo>
                    <a:pt x="187" y="716"/>
                  </a:lnTo>
                  <a:lnTo>
                    <a:pt x="190" y="714"/>
                  </a:lnTo>
                  <a:lnTo>
                    <a:pt x="190" y="714"/>
                  </a:lnTo>
                  <a:lnTo>
                    <a:pt x="193" y="717"/>
                  </a:lnTo>
                  <a:lnTo>
                    <a:pt x="198" y="721"/>
                  </a:lnTo>
                  <a:lnTo>
                    <a:pt x="201" y="722"/>
                  </a:lnTo>
                  <a:lnTo>
                    <a:pt x="207" y="727"/>
                  </a:lnTo>
                  <a:lnTo>
                    <a:pt x="207" y="727"/>
                  </a:lnTo>
                  <a:lnTo>
                    <a:pt x="212" y="719"/>
                  </a:lnTo>
                  <a:lnTo>
                    <a:pt x="214" y="716"/>
                  </a:lnTo>
                  <a:lnTo>
                    <a:pt x="214" y="713"/>
                  </a:lnTo>
                  <a:lnTo>
                    <a:pt x="214" y="713"/>
                  </a:lnTo>
                  <a:lnTo>
                    <a:pt x="214" y="714"/>
                  </a:lnTo>
                  <a:lnTo>
                    <a:pt x="211" y="714"/>
                  </a:lnTo>
                  <a:lnTo>
                    <a:pt x="209" y="709"/>
                  </a:lnTo>
                  <a:lnTo>
                    <a:pt x="209" y="709"/>
                  </a:lnTo>
                  <a:lnTo>
                    <a:pt x="211" y="701"/>
                  </a:lnTo>
                  <a:lnTo>
                    <a:pt x="211" y="693"/>
                  </a:lnTo>
                  <a:lnTo>
                    <a:pt x="211" y="685"/>
                  </a:lnTo>
                  <a:lnTo>
                    <a:pt x="211" y="677"/>
                  </a:lnTo>
                  <a:lnTo>
                    <a:pt x="211" y="677"/>
                  </a:lnTo>
                  <a:lnTo>
                    <a:pt x="217" y="682"/>
                  </a:lnTo>
                  <a:lnTo>
                    <a:pt x="220" y="688"/>
                  </a:lnTo>
                  <a:lnTo>
                    <a:pt x="224" y="696"/>
                  </a:lnTo>
                  <a:lnTo>
                    <a:pt x="228" y="703"/>
                  </a:lnTo>
                  <a:lnTo>
                    <a:pt x="228" y="703"/>
                  </a:lnTo>
                  <a:lnTo>
                    <a:pt x="227" y="708"/>
                  </a:lnTo>
                  <a:lnTo>
                    <a:pt x="225" y="713"/>
                  </a:lnTo>
                  <a:lnTo>
                    <a:pt x="222" y="717"/>
                  </a:lnTo>
                  <a:lnTo>
                    <a:pt x="220" y="724"/>
                  </a:lnTo>
                  <a:lnTo>
                    <a:pt x="220" y="724"/>
                  </a:lnTo>
                  <a:lnTo>
                    <a:pt x="225" y="727"/>
                  </a:lnTo>
                  <a:lnTo>
                    <a:pt x="230" y="730"/>
                  </a:lnTo>
                  <a:lnTo>
                    <a:pt x="236" y="732"/>
                  </a:lnTo>
                  <a:lnTo>
                    <a:pt x="243" y="732"/>
                  </a:lnTo>
                  <a:lnTo>
                    <a:pt x="243" y="732"/>
                  </a:lnTo>
                  <a:lnTo>
                    <a:pt x="246" y="735"/>
                  </a:lnTo>
                  <a:lnTo>
                    <a:pt x="249" y="738"/>
                  </a:lnTo>
                  <a:lnTo>
                    <a:pt x="252" y="746"/>
                  </a:lnTo>
                  <a:lnTo>
                    <a:pt x="261" y="764"/>
                  </a:lnTo>
                  <a:lnTo>
                    <a:pt x="261" y="764"/>
                  </a:lnTo>
                  <a:lnTo>
                    <a:pt x="265" y="764"/>
                  </a:lnTo>
                  <a:lnTo>
                    <a:pt x="272" y="766"/>
                  </a:lnTo>
                  <a:lnTo>
                    <a:pt x="272" y="766"/>
                  </a:lnTo>
                  <a:lnTo>
                    <a:pt x="272" y="770"/>
                  </a:lnTo>
                  <a:lnTo>
                    <a:pt x="272" y="774"/>
                  </a:lnTo>
                  <a:lnTo>
                    <a:pt x="272" y="774"/>
                  </a:lnTo>
                  <a:lnTo>
                    <a:pt x="280" y="772"/>
                  </a:lnTo>
                  <a:lnTo>
                    <a:pt x="286" y="770"/>
                  </a:lnTo>
                  <a:lnTo>
                    <a:pt x="293" y="767"/>
                  </a:lnTo>
                  <a:lnTo>
                    <a:pt x="296" y="767"/>
                  </a:lnTo>
                  <a:lnTo>
                    <a:pt x="299" y="769"/>
                  </a:lnTo>
                  <a:lnTo>
                    <a:pt x="299" y="769"/>
                  </a:lnTo>
                  <a:lnTo>
                    <a:pt x="307" y="764"/>
                  </a:lnTo>
                  <a:lnTo>
                    <a:pt x="315" y="761"/>
                  </a:lnTo>
                  <a:lnTo>
                    <a:pt x="323" y="759"/>
                  </a:lnTo>
                  <a:lnTo>
                    <a:pt x="331" y="758"/>
                  </a:lnTo>
                  <a:lnTo>
                    <a:pt x="351" y="759"/>
                  </a:lnTo>
                  <a:lnTo>
                    <a:pt x="359" y="759"/>
                  </a:lnTo>
                  <a:lnTo>
                    <a:pt x="368" y="758"/>
                  </a:lnTo>
                  <a:lnTo>
                    <a:pt x="368" y="758"/>
                  </a:lnTo>
                  <a:lnTo>
                    <a:pt x="370" y="753"/>
                  </a:lnTo>
                  <a:lnTo>
                    <a:pt x="373" y="751"/>
                  </a:lnTo>
                  <a:lnTo>
                    <a:pt x="383" y="748"/>
                  </a:lnTo>
                  <a:lnTo>
                    <a:pt x="383" y="748"/>
                  </a:lnTo>
                  <a:lnTo>
                    <a:pt x="384" y="751"/>
                  </a:lnTo>
                  <a:lnTo>
                    <a:pt x="384" y="753"/>
                  </a:lnTo>
                  <a:lnTo>
                    <a:pt x="384" y="756"/>
                  </a:lnTo>
                  <a:lnTo>
                    <a:pt x="384" y="758"/>
                  </a:lnTo>
                  <a:lnTo>
                    <a:pt x="384" y="758"/>
                  </a:lnTo>
                  <a:lnTo>
                    <a:pt x="386" y="759"/>
                  </a:lnTo>
                  <a:lnTo>
                    <a:pt x="389" y="761"/>
                  </a:lnTo>
                  <a:lnTo>
                    <a:pt x="391" y="761"/>
                  </a:lnTo>
                  <a:lnTo>
                    <a:pt x="391" y="762"/>
                  </a:lnTo>
                  <a:lnTo>
                    <a:pt x="391" y="762"/>
                  </a:lnTo>
                  <a:lnTo>
                    <a:pt x="397" y="761"/>
                  </a:lnTo>
                  <a:lnTo>
                    <a:pt x="402" y="756"/>
                  </a:lnTo>
                  <a:lnTo>
                    <a:pt x="404" y="753"/>
                  </a:lnTo>
                  <a:lnTo>
                    <a:pt x="402" y="751"/>
                  </a:lnTo>
                  <a:lnTo>
                    <a:pt x="400" y="751"/>
                  </a:lnTo>
                  <a:lnTo>
                    <a:pt x="400" y="751"/>
                  </a:lnTo>
                  <a:lnTo>
                    <a:pt x="413" y="746"/>
                  </a:lnTo>
                  <a:lnTo>
                    <a:pt x="425" y="743"/>
                  </a:lnTo>
                  <a:lnTo>
                    <a:pt x="425" y="743"/>
                  </a:lnTo>
                  <a:lnTo>
                    <a:pt x="426" y="746"/>
                  </a:lnTo>
                  <a:lnTo>
                    <a:pt x="428" y="748"/>
                  </a:lnTo>
                  <a:lnTo>
                    <a:pt x="428" y="750"/>
                  </a:lnTo>
                  <a:lnTo>
                    <a:pt x="428" y="754"/>
                  </a:lnTo>
                  <a:lnTo>
                    <a:pt x="428" y="754"/>
                  </a:lnTo>
                  <a:lnTo>
                    <a:pt x="449" y="753"/>
                  </a:lnTo>
                  <a:lnTo>
                    <a:pt x="468" y="750"/>
                  </a:lnTo>
                  <a:lnTo>
                    <a:pt x="468" y="750"/>
                  </a:lnTo>
                  <a:lnTo>
                    <a:pt x="470" y="754"/>
                  </a:lnTo>
                  <a:lnTo>
                    <a:pt x="470" y="756"/>
                  </a:lnTo>
                  <a:lnTo>
                    <a:pt x="471" y="758"/>
                  </a:lnTo>
                  <a:lnTo>
                    <a:pt x="471" y="758"/>
                  </a:lnTo>
                  <a:lnTo>
                    <a:pt x="474" y="758"/>
                  </a:lnTo>
                  <a:lnTo>
                    <a:pt x="476" y="758"/>
                  </a:lnTo>
                  <a:lnTo>
                    <a:pt x="481" y="756"/>
                  </a:lnTo>
                  <a:lnTo>
                    <a:pt x="484" y="753"/>
                  </a:lnTo>
                  <a:lnTo>
                    <a:pt x="487" y="753"/>
                  </a:lnTo>
                  <a:lnTo>
                    <a:pt x="490" y="753"/>
                  </a:lnTo>
                  <a:lnTo>
                    <a:pt x="490" y="753"/>
                  </a:lnTo>
                  <a:lnTo>
                    <a:pt x="492" y="754"/>
                  </a:lnTo>
                  <a:lnTo>
                    <a:pt x="492" y="758"/>
                  </a:lnTo>
                  <a:lnTo>
                    <a:pt x="492" y="761"/>
                  </a:lnTo>
                  <a:lnTo>
                    <a:pt x="490" y="762"/>
                  </a:lnTo>
                  <a:lnTo>
                    <a:pt x="490" y="762"/>
                  </a:lnTo>
                  <a:lnTo>
                    <a:pt x="495" y="764"/>
                  </a:lnTo>
                  <a:lnTo>
                    <a:pt x="499" y="764"/>
                  </a:lnTo>
                  <a:lnTo>
                    <a:pt x="503" y="762"/>
                  </a:lnTo>
                  <a:lnTo>
                    <a:pt x="510" y="762"/>
                  </a:lnTo>
                  <a:lnTo>
                    <a:pt x="510" y="762"/>
                  </a:lnTo>
                  <a:lnTo>
                    <a:pt x="518" y="758"/>
                  </a:lnTo>
                  <a:lnTo>
                    <a:pt x="518" y="758"/>
                  </a:lnTo>
                  <a:lnTo>
                    <a:pt x="527" y="758"/>
                  </a:lnTo>
                  <a:lnTo>
                    <a:pt x="536" y="756"/>
                  </a:lnTo>
                  <a:lnTo>
                    <a:pt x="548" y="750"/>
                  </a:lnTo>
                  <a:lnTo>
                    <a:pt x="560" y="741"/>
                  </a:lnTo>
                  <a:lnTo>
                    <a:pt x="573" y="733"/>
                  </a:lnTo>
                  <a:lnTo>
                    <a:pt x="573" y="733"/>
                  </a:lnTo>
                  <a:lnTo>
                    <a:pt x="581" y="729"/>
                  </a:lnTo>
                  <a:lnTo>
                    <a:pt x="589" y="722"/>
                  </a:lnTo>
                  <a:lnTo>
                    <a:pt x="589" y="722"/>
                  </a:lnTo>
                  <a:lnTo>
                    <a:pt x="601" y="711"/>
                  </a:lnTo>
                  <a:lnTo>
                    <a:pt x="614" y="698"/>
                  </a:lnTo>
                  <a:lnTo>
                    <a:pt x="638" y="672"/>
                  </a:lnTo>
                  <a:lnTo>
                    <a:pt x="661" y="645"/>
                  </a:lnTo>
                  <a:lnTo>
                    <a:pt x="683" y="619"/>
                  </a:lnTo>
                  <a:lnTo>
                    <a:pt x="683" y="619"/>
                  </a:lnTo>
                  <a:lnTo>
                    <a:pt x="688" y="610"/>
                  </a:lnTo>
                  <a:lnTo>
                    <a:pt x="695" y="603"/>
                  </a:lnTo>
                  <a:lnTo>
                    <a:pt x="708" y="589"/>
                  </a:lnTo>
                  <a:lnTo>
                    <a:pt x="708" y="589"/>
                  </a:lnTo>
                  <a:lnTo>
                    <a:pt x="711" y="590"/>
                  </a:lnTo>
                  <a:lnTo>
                    <a:pt x="712" y="592"/>
                  </a:lnTo>
                  <a:lnTo>
                    <a:pt x="714" y="594"/>
                  </a:lnTo>
                  <a:lnTo>
                    <a:pt x="716" y="594"/>
                  </a:lnTo>
                  <a:lnTo>
                    <a:pt x="716" y="594"/>
                  </a:lnTo>
                  <a:lnTo>
                    <a:pt x="719" y="590"/>
                  </a:lnTo>
                  <a:lnTo>
                    <a:pt x="720" y="587"/>
                  </a:lnTo>
                  <a:lnTo>
                    <a:pt x="722" y="577"/>
                  </a:lnTo>
                  <a:lnTo>
                    <a:pt x="722" y="573"/>
                  </a:lnTo>
                  <a:lnTo>
                    <a:pt x="724" y="569"/>
                  </a:lnTo>
                  <a:lnTo>
                    <a:pt x="727" y="566"/>
                  </a:lnTo>
                  <a:lnTo>
                    <a:pt x="732" y="566"/>
                  </a:lnTo>
                  <a:lnTo>
                    <a:pt x="732" y="566"/>
                  </a:lnTo>
                  <a:lnTo>
                    <a:pt x="735" y="568"/>
                  </a:lnTo>
                  <a:lnTo>
                    <a:pt x="737" y="571"/>
                  </a:lnTo>
                  <a:lnTo>
                    <a:pt x="738" y="574"/>
                  </a:lnTo>
                  <a:lnTo>
                    <a:pt x="738" y="579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1" y="610"/>
                  </a:lnTo>
                  <a:lnTo>
                    <a:pt x="743" y="614"/>
                  </a:lnTo>
                  <a:lnTo>
                    <a:pt x="743" y="619"/>
                  </a:lnTo>
                  <a:lnTo>
                    <a:pt x="743" y="619"/>
                  </a:lnTo>
                  <a:lnTo>
                    <a:pt x="741" y="631"/>
                  </a:lnTo>
                  <a:lnTo>
                    <a:pt x="743" y="635"/>
                  </a:lnTo>
                  <a:lnTo>
                    <a:pt x="745" y="640"/>
                  </a:lnTo>
                  <a:lnTo>
                    <a:pt x="745" y="640"/>
                  </a:lnTo>
                  <a:lnTo>
                    <a:pt x="748" y="637"/>
                  </a:lnTo>
                  <a:lnTo>
                    <a:pt x="751" y="634"/>
                  </a:lnTo>
                  <a:lnTo>
                    <a:pt x="756" y="626"/>
                  </a:lnTo>
                  <a:lnTo>
                    <a:pt x="759" y="616"/>
                  </a:lnTo>
                  <a:lnTo>
                    <a:pt x="761" y="608"/>
                  </a:lnTo>
                  <a:lnTo>
                    <a:pt x="761" y="608"/>
                  </a:lnTo>
                  <a:lnTo>
                    <a:pt x="764" y="584"/>
                  </a:lnTo>
                  <a:lnTo>
                    <a:pt x="765" y="560"/>
                  </a:lnTo>
                  <a:lnTo>
                    <a:pt x="767" y="510"/>
                  </a:lnTo>
                  <a:lnTo>
                    <a:pt x="767" y="510"/>
                  </a:lnTo>
                  <a:lnTo>
                    <a:pt x="769" y="505"/>
                  </a:lnTo>
                  <a:lnTo>
                    <a:pt x="770" y="500"/>
                  </a:lnTo>
                  <a:lnTo>
                    <a:pt x="770" y="500"/>
                  </a:lnTo>
                  <a:lnTo>
                    <a:pt x="769" y="492"/>
                  </a:lnTo>
                  <a:lnTo>
                    <a:pt x="767" y="483"/>
                  </a:lnTo>
                  <a:lnTo>
                    <a:pt x="767" y="483"/>
                  </a:lnTo>
                  <a:lnTo>
                    <a:pt x="767" y="474"/>
                  </a:lnTo>
                  <a:lnTo>
                    <a:pt x="770" y="466"/>
                  </a:lnTo>
                  <a:lnTo>
                    <a:pt x="777" y="452"/>
                  </a:lnTo>
                  <a:lnTo>
                    <a:pt x="778" y="444"/>
                  </a:lnTo>
                  <a:lnTo>
                    <a:pt x="780" y="437"/>
                  </a:lnTo>
                  <a:lnTo>
                    <a:pt x="780" y="429"/>
                  </a:lnTo>
                  <a:lnTo>
                    <a:pt x="777" y="421"/>
                  </a:lnTo>
                  <a:lnTo>
                    <a:pt x="777" y="421"/>
                  </a:lnTo>
                  <a:close/>
                  <a:moveTo>
                    <a:pt x="117" y="639"/>
                  </a:moveTo>
                  <a:lnTo>
                    <a:pt x="117" y="639"/>
                  </a:lnTo>
                  <a:lnTo>
                    <a:pt x="116" y="639"/>
                  </a:lnTo>
                  <a:lnTo>
                    <a:pt x="114" y="640"/>
                  </a:lnTo>
                  <a:lnTo>
                    <a:pt x="113" y="642"/>
                  </a:lnTo>
                  <a:lnTo>
                    <a:pt x="111" y="642"/>
                  </a:lnTo>
                  <a:lnTo>
                    <a:pt x="111" y="642"/>
                  </a:lnTo>
                  <a:lnTo>
                    <a:pt x="109" y="640"/>
                  </a:lnTo>
                  <a:lnTo>
                    <a:pt x="109" y="637"/>
                  </a:lnTo>
                  <a:lnTo>
                    <a:pt x="108" y="634"/>
                  </a:lnTo>
                  <a:lnTo>
                    <a:pt x="108" y="634"/>
                  </a:lnTo>
                  <a:lnTo>
                    <a:pt x="113" y="634"/>
                  </a:lnTo>
                  <a:lnTo>
                    <a:pt x="116" y="634"/>
                  </a:lnTo>
                  <a:lnTo>
                    <a:pt x="117" y="632"/>
                  </a:lnTo>
                  <a:lnTo>
                    <a:pt x="117" y="632"/>
                  </a:lnTo>
                  <a:lnTo>
                    <a:pt x="117" y="635"/>
                  </a:lnTo>
                  <a:lnTo>
                    <a:pt x="117" y="639"/>
                  </a:lnTo>
                  <a:lnTo>
                    <a:pt x="117" y="639"/>
                  </a:lnTo>
                  <a:close/>
                  <a:moveTo>
                    <a:pt x="212" y="676"/>
                  </a:moveTo>
                  <a:lnTo>
                    <a:pt x="212" y="676"/>
                  </a:lnTo>
                  <a:lnTo>
                    <a:pt x="209" y="674"/>
                  </a:lnTo>
                  <a:lnTo>
                    <a:pt x="204" y="674"/>
                  </a:lnTo>
                  <a:lnTo>
                    <a:pt x="204" y="674"/>
                  </a:lnTo>
                  <a:lnTo>
                    <a:pt x="204" y="671"/>
                  </a:lnTo>
                  <a:lnTo>
                    <a:pt x="204" y="669"/>
                  </a:lnTo>
                  <a:lnTo>
                    <a:pt x="203" y="669"/>
                  </a:lnTo>
                  <a:lnTo>
                    <a:pt x="203" y="669"/>
                  </a:lnTo>
                  <a:lnTo>
                    <a:pt x="204" y="668"/>
                  </a:lnTo>
                  <a:lnTo>
                    <a:pt x="203" y="666"/>
                  </a:lnTo>
                  <a:lnTo>
                    <a:pt x="201" y="664"/>
                  </a:lnTo>
                  <a:lnTo>
                    <a:pt x="201" y="663"/>
                  </a:lnTo>
                  <a:lnTo>
                    <a:pt x="201" y="663"/>
                  </a:lnTo>
                  <a:lnTo>
                    <a:pt x="204" y="663"/>
                  </a:lnTo>
                  <a:lnTo>
                    <a:pt x="209" y="664"/>
                  </a:lnTo>
                  <a:lnTo>
                    <a:pt x="209" y="664"/>
                  </a:lnTo>
                  <a:lnTo>
                    <a:pt x="207" y="668"/>
                  </a:lnTo>
                  <a:lnTo>
                    <a:pt x="209" y="669"/>
                  </a:lnTo>
                  <a:lnTo>
                    <a:pt x="211" y="671"/>
                  </a:lnTo>
                  <a:lnTo>
                    <a:pt x="212" y="676"/>
                  </a:lnTo>
                  <a:lnTo>
                    <a:pt x="212" y="676"/>
                  </a:lnTo>
                  <a:close/>
                  <a:moveTo>
                    <a:pt x="320" y="745"/>
                  </a:moveTo>
                  <a:lnTo>
                    <a:pt x="320" y="745"/>
                  </a:lnTo>
                  <a:lnTo>
                    <a:pt x="320" y="740"/>
                  </a:lnTo>
                  <a:lnTo>
                    <a:pt x="320" y="737"/>
                  </a:lnTo>
                  <a:lnTo>
                    <a:pt x="322" y="735"/>
                  </a:lnTo>
                  <a:lnTo>
                    <a:pt x="325" y="737"/>
                  </a:lnTo>
                  <a:lnTo>
                    <a:pt x="326" y="738"/>
                  </a:lnTo>
                  <a:lnTo>
                    <a:pt x="326" y="740"/>
                  </a:lnTo>
                  <a:lnTo>
                    <a:pt x="325" y="743"/>
                  </a:lnTo>
                  <a:lnTo>
                    <a:pt x="320" y="745"/>
                  </a:lnTo>
                  <a:lnTo>
                    <a:pt x="320" y="745"/>
                  </a:lnTo>
                  <a:close/>
                  <a:moveTo>
                    <a:pt x="343" y="745"/>
                  </a:moveTo>
                  <a:lnTo>
                    <a:pt x="343" y="745"/>
                  </a:lnTo>
                  <a:lnTo>
                    <a:pt x="343" y="743"/>
                  </a:lnTo>
                  <a:lnTo>
                    <a:pt x="341" y="741"/>
                  </a:lnTo>
                  <a:lnTo>
                    <a:pt x="341" y="741"/>
                  </a:lnTo>
                  <a:lnTo>
                    <a:pt x="343" y="740"/>
                  </a:lnTo>
                  <a:lnTo>
                    <a:pt x="344" y="740"/>
                  </a:lnTo>
                  <a:lnTo>
                    <a:pt x="347" y="741"/>
                  </a:lnTo>
                  <a:lnTo>
                    <a:pt x="347" y="741"/>
                  </a:lnTo>
                  <a:lnTo>
                    <a:pt x="346" y="743"/>
                  </a:lnTo>
                  <a:lnTo>
                    <a:pt x="343" y="745"/>
                  </a:lnTo>
                  <a:lnTo>
                    <a:pt x="343" y="745"/>
                  </a:lnTo>
                  <a:close/>
                  <a:moveTo>
                    <a:pt x="77" y="513"/>
                  </a:moveTo>
                  <a:lnTo>
                    <a:pt x="82" y="513"/>
                  </a:lnTo>
                  <a:lnTo>
                    <a:pt x="82" y="513"/>
                  </a:lnTo>
                  <a:lnTo>
                    <a:pt x="82" y="511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79" y="508"/>
                  </a:lnTo>
                  <a:lnTo>
                    <a:pt x="79" y="508"/>
                  </a:lnTo>
                  <a:lnTo>
                    <a:pt x="80" y="510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79" y="511"/>
                  </a:lnTo>
                  <a:lnTo>
                    <a:pt x="77" y="513"/>
                  </a:lnTo>
                  <a:lnTo>
                    <a:pt x="77" y="513"/>
                  </a:lnTo>
                  <a:lnTo>
                    <a:pt x="77" y="513"/>
                  </a:lnTo>
                  <a:close/>
                  <a:moveTo>
                    <a:pt x="232" y="815"/>
                  </a:moveTo>
                  <a:lnTo>
                    <a:pt x="232" y="815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04" y="801"/>
                  </a:lnTo>
                  <a:lnTo>
                    <a:pt x="187" y="790"/>
                  </a:lnTo>
                  <a:lnTo>
                    <a:pt x="169" y="777"/>
                  </a:lnTo>
                  <a:lnTo>
                    <a:pt x="159" y="770"/>
                  </a:lnTo>
                  <a:lnTo>
                    <a:pt x="153" y="762"/>
                  </a:lnTo>
                  <a:lnTo>
                    <a:pt x="153" y="762"/>
                  </a:lnTo>
                  <a:lnTo>
                    <a:pt x="145" y="759"/>
                  </a:lnTo>
                  <a:lnTo>
                    <a:pt x="138" y="756"/>
                  </a:lnTo>
                  <a:lnTo>
                    <a:pt x="129" y="745"/>
                  </a:lnTo>
                  <a:lnTo>
                    <a:pt x="124" y="740"/>
                  </a:lnTo>
                  <a:lnTo>
                    <a:pt x="117" y="735"/>
                  </a:lnTo>
                  <a:lnTo>
                    <a:pt x="113" y="732"/>
                  </a:lnTo>
                  <a:lnTo>
                    <a:pt x="105" y="730"/>
                  </a:lnTo>
                  <a:lnTo>
                    <a:pt x="105" y="730"/>
                  </a:lnTo>
                  <a:lnTo>
                    <a:pt x="117" y="748"/>
                  </a:lnTo>
                  <a:lnTo>
                    <a:pt x="124" y="756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7" y="766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50" y="775"/>
                  </a:lnTo>
                  <a:lnTo>
                    <a:pt x="158" y="783"/>
                  </a:lnTo>
                  <a:lnTo>
                    <a:pt x="158" y="783"/>
                  </a:lnTo>
                  <a:lnTo>
                    <a:pt x="169" y="790"/>
                  </a:lnTo>
                  <a:lnTo>
                    <a:pt x="169" y="790"/>
                  </a:lnTo>
                  <a:lnTo>
                    <a:pt x="203" y="811"/>
                  </a:lnTo>
                  <a:lnTo>
                    <a:pt x="220" y="819"/>
                  </a:lnTo>
                  <a:lnTo>
                    <a:pt x="236" y="825"/>
                  </a:lnTo>
                  <a:lnTo>
                    <a:pt x="236" y="825"/>
                  </a:lnTo>
                  <a:lnTo>
                    <a:pt x="238" y="825"/>
                  </a:lnTo>
                  <a:lnTo>
                    <a:pt x="238" y="824"/>
                  </a:lnTo>
                  <a:lnTo>
                    <a:pt x="238" y="824"/>
                  </a:lnTo>
                  <a:lnTo>
                    <a:pt x="235" y="820"/>
                  </a:lnTo>
                  <a:lnTo>
                    <a:pt x="232" y="815"/>
                  </a:lnTo>
                  <a:lnTo>
                    <a:pt x="232" y="815"/>
                  </a:lnTo>
                  <a:close/>
                  <a:moveTo>
                    <a:pt x="252" y="825"/>
                  </a:moveTo>
                  <a:lnTo>
                    <a:pt x="252" y="825"/>
                  </a:lnTo>
                  <a:lnTo>
                    <a:pt x="249" y="827"/>
                  </a:lnTo>
                  <a:lnTo>
                    <a:pt x="246" y="827"/>
                  </a:lnTo>
                  <a:lnTo>
                    <a:pt x="244" y="827"/>
                  </a:lnTo>
                  <a:lnTo>
                    <a:pt x="243" y="828"/>
                  </a:lnTo>
                  <a:lnTo>
                    <a:pt x="243" y="828"/>
                  </a:lnTo>
                  <a:lnTo>
                    <a:pt x="251" y="830"/>
                  </a:lnTo>
                  <a:lnTo>
                    <a:pt x="259" y="833"/>
                  </a:lnTo>
                  <a:lnTo>
                    <a:pt x="269" y="836"/>
                  </a:lnTo>
                  <a:lnTo>
                    <a:pt x="278" y="838"/>
                  </a:lnTo>
                  <a:lnTo>
                    <a:pt x="278" y="838"/>
                  </a:lnTo>
                  <a:lnTo>
                    <a:pt x="277" y="835"/>
                  </a:lnTo>
                  <a:lnTo>
                    <a:pt x="273" y="833"/>
                  </a:lnTo>
                  <a:lnTo>
                    <a:pt x="267" y="832"/>
                  </a:lnTo>
                  <a:lnTo>
                    <a:pt x="259" y="828"/>
                  </a:lnTo>
                  <a:lnTo>
                    <a:pt x="254" y="828"/>
                  </a:lnTo>
                  <a:lnTo>
                    <a:pt x="252" y="825"/>
                  </a:lnTo>
                  <a:lnTo>
                    <a:pt x="252" y="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Freeform 13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5400000" flipH="1">
            <a:off x="3426619" y="3740944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2" name="Freeform 13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5400000" flipV="1">
            <a:off x="7106444" y="3350419"/>
            <a:ext cx="381000" cy="557212"/>
          </a:xfrm>
          <a:custGeom>
            <a:avLst/>
            <a:gdLst>
              <a:gd name="T0" fmla="*/ 166 w 720"/>
              <a:gd name="T1" fmla="*/ 681 h 702"/>
              <a:gd name="T2" fmla="*/ 163 w 720"/>
              <a:gd name="T3" fmla="*/ 678 h 702"/>
              <a:gd name="T4" fmla="*/ 45 w 720"/>
              <a:gd name="T5" fmla="*/ 164 h 702"/>
              <a:gd name="T6" fmla="*/ 53 w 720"/>
              <a:gd name="T7" fmla="*/ 173 h 702"/>
              <a:gd name="T8" fmla="*/ 42 w 720"/>
              <a:gd name="T9" fmla="*/ 55 h 702"/>
              <a:gd name="T10" fmla="*/ 57 w 720"/>
              <a:gd name="T11" fmla="*/ 104 h 702"/>
              <a:gd name="T12" fmla="*/ 202 w 720"/>
              <a:gd name="T13" fmla="*/ 681 h 702"/>
              <a:gd name="T14" fmla="*/ 7 w 720"/>
              <a:gd name="T15" fmla="*/ 51 h 702"/>
              <a:gd name="T16" fmla="*/ 33 w 720"/>
              <a:gd name="T17" fmla="*/ 295 h 702"/>
              <a:gd name="T18" fmla="*/ 34 w 720"/>
              <a:gd name="T19" fmla="*/ 325 h 702"/>
              <a:gd name="T20" fmla="*/ 23 w 720"/>
              <a:gd name="T21" fmla="*/ 170 h 702"/>
              <a:gd name="T22" fmla="*/ 79 w 720"/>
              <a:gd name="T23" fmla="*/ 375 h 702"/>
              <a:gd name="T24" fmla="*/ 79 w 720"/>
              <a:gd name="T25" fmla="*/ 489 h 702"/>
              <a:gd name="T26" fmla="*/ 81 w 720"/>
              <a:gd name="T27" fmla="*/ 552 h 702"/>
              <a:gd name="T28" fmla="*/ 145 w 720"/>
              <a:gd name="T29" fmla="*/ 631 h 702"/>
              <a:gd name="T30" fmla="*/ 265 w 720"/>
              <a:gd name="T31" fmla="*/ 621 h 702"/>
              <a:gd name="T32" fmla="*/ 354 w 720"/>
              <a:gd name="T33" fmla="*/ 606 h 702"/>
              <a:gd name="T34" fmla="*/ 519 w 720"/>
              <a:gd name="T35" fmla="*/ 578 h 702"/>
              <a:gd name="T36" fmla="*/ 703 w 720"/>
              <a:gd name="T37" fmla="*/ 569 h 702"/>
              <a:gd name="T38" fmla="*/ 569 w 720"/>
              <a:gd name="T39" fmla="*/ 624 h 702"/>
              <a:gd name="T40" fmla="*/ 472 w 720"/>
              <a:gd name="T41" fmla="*/ 626 h 702"/>
              <a:gd name="T42" fmla="*/ 219 w 720"/>
              <a:gd name="T43" fmla="*/ 677 h 702"/>
              <a:gd name="T44" fmla="*/ 185 w 720"/>
              <a:gd name="T45" fmla="*/ 659 h 702"/>
              <a:gd name="T46" fmla="*/ 88 w 720"/>
              <a:gd name="T47" fmla="*/ 676 h 702"/>
              <a:gd name="T48" fmla="*/ 39 w 720"/>
              <a:gd name="T49" fmla="*/ 602 h 702"/>
              <a:gd name="T50" fmla="*/ 36 w 720"/>
              <a:gd name="T51" fmla="*/ 501 h 702"/>
              <a:gd name="T52" fmla="*/ 45 w 720"/>
              <a:gd name="T53" fmla="*/ 662 h 702"/>
              <a:gd name="T54" fmla="*/ 57 w 720"/>
              <a:gd name="T55" fmla="*/ 693 h 702"/>
              <a:gd name="T56" fmla="*/ 16 w 720"/>
              <a:gd name="T57" fmla="*/ 554 h 702"/>
              <a:gd name="T58" fmla="*/ 37 w 720"/>
              <a:gd name="T59" fmla="*/ 385 h 702"/>
              <a:gd name="T60" fmla="*/ 45 w 720"/>
              <a:gd name="T61" fmla="*/ 342 h 702"/>
              <a:gd name="T62" fmla="*/ 28 w 720"/>
              <a:gd name="T63" fmla="*/ 268 h 702"/>
              <a:gd name="T64" fmla="*/ 29 w 720"/>
              <a:gd name="T65" fmla="*/ 221 h 702"/>
              <a:gd name="T66" fmla="*/ 34 w 720"/>
              <a:gd name="T67" fmla="*/ 210 h 702"/>
              <a:gd name="T68" fmla="*/ 52 w 720"/>
              <a:gd name="T69" fmla="*/ 188 h 702"/>
              <a:gd name="T70" fmla="*/ 54 w 720"/>
              <a:gd name="T71" fmla="*/ 234 h 702"/>
              <a:gd name="T72" fmla="*/ 57 w 720"/>
              <a:gd name="T73" fmla="*/ 574 h 702"/>
              <a:gd name="T74" fmla="*/ 68 w 720"/>
              <a:gd name="T75" fmla="*/ 528 h 702"/>
              <a:gd name="T76" fmla="*/ 76 w 720"/>
              <a:gd name="T77" fmla="*/ 487 h 702"/>
              <a:gd name="T78" fmla="*/ 48 w 720"/>
              <a:gd name="T79" fmla="*/ 223 h 702"/>
              <a:gd name="T80" fmla="*/ 50 w 720"/>
              <a:gd name="T81" fmla="*/ 253 h 702"/>
              <a:gd name="T82" fmla="*/ 50 w 720"/>
              <a:gd name="T83" fmla="*/ 280 h 702"/>
              <a:gd name="T84" fmla="*/ 45 w 720"/>
              <a:gd name="T85" fmla="*/ 307 h 702"/>
              <a:gd name="T86" fmla="*/ 47 w 720"/>
              <a:gd name="T87" fmla="*/ 335 h 702"/>
              <a:gd name="T88" fmla="*/ 35 w 720"/>
              <a:gd name="T89" fmla="*/ 382 h 702"/>
              <a:gd name="T90" fmla="*/ 42 w 720"/>
              <a:gd name="T91" fmla="*/ 449 h 702"/>
              <a:gd name="T92" fmla="*/ 29 w 720"/>
              <a:gd name="T93" fmla="*/ 586 h 702"/>
              <a:gd name="T94" fmla="*/ 40 w 720"/>
              <a:gd name="T95" fmla="*/ 577 h 702"/>
              <a:gd name="T96" fmla="*/ 598 w 720"/>
              <a:gd name="T97" fmla="*/ 623 h 702"/>
              <a:gd name="T98" fmla="*/ 330 w 720"/>
              <a:gd name="T99" fmla="*/ 608 h 702"/>
              <a:gd name="T100" fmla="*/ 296 w 720"/>
              <a:gd name="T101" fmla="*/ 642 h 702"/>
              <a:gd name="T102" fmla="*/ 178 w 720"/>
              <a:gd name="T103" fmla="*/ 662 h 702"/>
              <a:gd name="T104" fmla="*/ 68 w 720"/>
              <a:gd name="T105" fmla="*/ 544 h 702"/>
              <a:gd name="T106" fmla="*/ 56 w 720"/>
              <a:gd name="T107" fmla="*/ 191 h 702"/>
              <a:gd name="T108" fmla="*/ 436 w 720"/>
              <a:gd name="T109" fmla="*/ 643 h 702"/>
              <a:gd name="T110" fmla="*/ 80 w 720"/>
              <a:gd name="T111" fmla="*/ 430 h 702"/>
              <a:gd name="T112" fmla="*/ 83 w 720"/>
              <a:gd name="T113" fmla="*/ 454 h 702"/>
              <a:gd name="T114" fmla="*/ 79 w 720"/>
              <a:gd name="T115" fmla="*/ 15 h 702"/>
              <a:gd name="T116" fmla="*/ 91 w 720"/>
              <a:gd name="T117" fmla="*/ 163 h 702"/>
              <a:gd name="T118" fmla="*/ 81 w 720"/>
              <a:gd name="T119" fmla="*/ 349 h 702"/>
              <a:gd name="T120" fmla="*/ 74 w 720"/>
              <a:gd name="T121" fmla="*/ 247 h 702"/>
              <a:gd name="T122" fmla="*/ 88 w 720"/>
              <a:gd name="T123" fmla="*/ 347 h 702"/>
              <a:gd name="T124" fmla="*/ 92 w 720"/>
              <a:gd name="T125" fmla="*/ 8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20" h="702">
                <a:moveTo>
                  <a:pt x="157" y="689"/>
                </a:moveTo>
                <a:lnTo>
                  <a:pt x="157" y="689"/>
                </a:lnTo>
                <a:lnTo>
                  <a:pt x="157" y="691"/>
                </a:lnTo>
                <a:lnTo>
                  <a:pt x="156" y="692"/>
                </a:lnTo>
                <a:lnTo>
                  <a:pt x="155" y="692"/>
                </a:lnTo>
                <a:lnTo>
                  <a:pt x="155" y="692"/>
                </a:lnTo>
                <a:lnTo>
                  <a:pt x="155" y="692"/>
                </a:lnTo>
                <a:lnTo>
                  <a:pt x="156" y="691"/>
                </a:lnTo>
                <a:lnTo>
                  <a:pt x="155" y="691"/>
                </a:lnTo>
                <a:lnTo>
                  <a:pt x="155" y="691"/>
                </a:lnTo>
                <a:lnTo>
                  <a:pt x="156" y="689"/>
                </a:lnTo>
                <a:lnTo>
                  <a:pt x="157" y="689"/>
                </a:lnTo>
                <a:lnTo>
                  <a:pt x="157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3" y="684"/>
                </a:lnTo>
                <a:lnTo>
                  <a:pt x="163" y="686"/>
                </a:lnTo>
                <a:lnTo>
                  <a:pt x="163" y="686"/>
                </a:lnTo>
                <a:lnTo>
                  <a:pt x="162" y="686"/>
                </a:lnTo>
                <a:lnTo>
                  <a:pt x="162" y="684"/>
                </a:lnTo>
                <a:lnTo>
                  <a:pt x="162" y="684"/>
                </a:lnTo>
                <a:lnTo>
                  <a:pt x="159" y="684"/>
                </a:lnTo>
                <a:lnTo>
                  <a:pt x="158" y="684"/>
                </a:lnTo>
                <a:lnTo>
                  <a:pt x="158" y="684"/>
                </a:lnTo>
                <a:lnTo>
                  <a:pt x="158" y="684"/>
                </a:lnTo>
                <a:lnTo>
                  <a:pt x="162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7" y="691"/>
                </a:moveTo>
                <a:lnTo>
                  <a:pt x="159" y="691"/>
                </a:lnTo>
                <a:lnTo>
                  <a:pt x="159" y="691"/>
                </a:lnTo>
                <a:lnTo>
                  <a:pt x="159" y="692"/>
                </a:lnTo>
                <a:lnTo>
                  <a:pt x="158" y="692"/>
                </a:lnTo>
                <a:lnTo>
                  <a:pt x="157" y="692"/>
                </a:lnTo>
                <a:lnTo>
                  <a:pt x="157" y="691"/>
                </a:lnTo>
                <a:lnTo>
                  <a:pt x="157" y="691"/>
                </a:lnTo>
                <a:close/>
                <a:moveTo>
                  <a:pt x="187" y="677"/>
                </a:moveTo>
                <a:lnTo>
                  <a:pt x="187" y="677"/>
                </a:lnTo>
                <a:lnTo>
                  <a:pt x="186" y="678"/>
                </a:lnTo>
                <a:lnTo>
                  <a:pt x="185" y="678"/>
                </a:lnTo>
                <a:lnTo>
                  <a:pt x="185" y="678"/>
                </a:lnTo>
                <a:lnTo>
                  <a:pt x="184" y="679"/>
                </a:lnTo>
                <a:lnTo>
                  <a:pt x="184" y="681"/>
                </a:lnTo>
                <a:lnTo>
                  <a:pt x="178" y="682"/>
                </a:lnTo>
                <a:lnTo>
                  <a:pt x="178" y="682"/>
                </a:lnTo>
                <a:lnTo>
                  <a:pt x="178" y="681"/>
                </a:lnTo>
                <a:lnTo>
                  <a:pt x="178" y="681"/>
                </a:lnTo>
                <a:lnTo>
                  <a:pt x="180" y="681"/>
                </a:lnTo>
                <a:lnTo>
                  <a:pt x="180" y="681"/>
                </a:lnTo>
                <a:lnTo>
                  <a:pt x="179" y="679"/>
                </a:lnTo>
                <a:lnTo>
                  <a:pt x="178" y="678"/>
                </a:lnTo>
                <a:lnTo>
                  <a:pt x="178" y="678"/>
                </a:lnTo>
                <a:lnTo>
                  <a:pt x="178" y="679"/>
                </a:lnTo>
                <a:lnTo>
                  <a:pt x="176" y="681"/>
                </a:lnTo>
                <a:lnTo>
                  <a:pt x="176" y="681"/>
                </a:lnTo>
                <a:lnTo>
                  <a:pt x="175" y="681"/>
                </a:lnTo>
                <a:lnTo>
                  <a:pt x="174" y="679"/>
                </a:lnTo>
                <a:lnTo>
                  <a:pt x="172" y="678"/>
                </a:lnTo>
                <a:lnTo>
                  <a:pt x="172" y="678"/>
                </a:lnTo>
                <a:lnTo>
                  <a:pt x="169" y="678"/>
                </a:lnTo>
                <a:lnTo>
                  <a:pt x="167" y="678"/>
                </a:lnTo>
                <a:lnTo>
                  <a:pt x="167" y="678"/>
                </a:lnTo>
                <a:lnTo>
                  <a:pt x="169" y="677"/>
                </a:lnTo>
                <a:lnTo>
                  <a:pt x="172" y="677"/>
                </a:lnTo>
                <a:lnTo>
                  <a:pt x="176" y="678"/>
                </a:lnTo>
                <a:lnTo>
                  <a:pt x="176" y="678"/>
                </a:lnTo>
                <a:lnTo>
                  <a:pt x="175" y="677"/>
                </a:lnTo>
                <a:lnTo>
                  <a:pt x="175" y="677"/>
                </a:lnTo>
                <a:lnTo>
                  <a:pt x="175" y="677"/>
                </a:lnTo>
                <a:lnTo>
                  <a:pt x="178" y="677"/>
                </a:lnTo>
                <a:lnTo>
                  <a:pt x="179" y="677"/>
                </a:lnTo>
                <a:lnTo>
                  <a:pt x="179" y="678"/>
                </a:lnTo>
                <a:lnTo>
                  <a:pt x="179" y="678"/>
                </a:lnTo>
                <a:lnTo>
                  <a:pt x="181" y="678"/>
                </a:lnTo>
                <a:lnTo>
                  <a:pt x="184" y="677"/>
                </a:lnTo>
                <a:lnTo>
                  <a:pt x="185" y="676"/>
                </a:lnTo>
                <a:lnTo>
                  <a:pt x="187" y="676"/>
                </a:lnTo>
                <a:lnTo>
                  <a:pt x="187" y="676"/>
                </a:lnTo>
                <a:lnTo>
                  <a:pt x="187" y="676"/>
                </a:lnTo>
                <a:lnTo>
                  <a:pt x="188" y="677"/>
                </a:lnTo>
                <a:lnTo>
                  <a:pt x="188" y="677"/>
                </a:lnTo>
                <a:lnTo>
                  <a:pt x="187" y="674"/>
                </a:lnTo>
                <a:lnTo>
                  <a:pt x="186" y="674"/>
                </a:lnTo>
                <a:lnTo>
                  <a:pt x="186" y="673"/>
                </a:lnTo>
                <a:lnTo>
                  <a:pt x="186" y="673"/>
                </a:lnTo>
                <a:lnTo>
                  <a:pt x="187" y="673"/>
                </a:lnTo>
                <a:lnTo>
                  <a:pt x="188" y="673"/>
                </a:lnTo>
                <a:lnTo>
                  <a:pt x="191" y="672"/>
                </a:lnTo>
                <a:lnTo>
                  <a:pt x="191" y="672"/>
                </a:lnTo>
                <a:lnTo>
                  <a:pt x="192" y="672"/>
                </a:lnTo>
                <a:lnTo>
                  <a:pt x="193" y="672"/>
                </a:lnTo>
                <a:lnTo>
                  <a:pt x="193" y="672"/>
                </a:lnTo>
                <a:lnTo>
                  <a:pt x="193" y="673"/>
                </a:lnTo>
                <a:lnTo>
                  <a:pt x="193" y="673"/>
                </a:lnTo>
                <a:lnTo>
                  <a:pt x="193" y="673"/>
                </a:lnTo>
                <a:lnTo>
                  <a:pt x="191" y="677"/>
                </a:lnTo>
                <a:lnTo>
                  <a:pt x="191" y="678"/>
                </a:lnTo>
                <a:lnTo>
                  <a:pt x="188" y="679"/>
                </a:lnTo>
                <a:lnTo>
                  <a:pt x="188" y="679"/>
                </a:lnTo>
                <a:lnTo>
                  <a:pt x="190" y="677"/>
                </a:lnTo>
                <a:lnTo>
                  <a:pt x="191" y="674"/>
                </a:lnTo>
                <a:lnTo>
                  <a:pt x="191" y="674"/>
                </a:lnTo>
                <a:lnTo>
                  <a:pt x="190" y="674"/>
                </a:lnTo>
                <a:lnTo>
                  <a:pt x="188" y="674"/>
                </a:lnTo>
                <a:lnTo>
                  <a:pt x="188" y="674"/>
                </a:lnTo>
                <a:lnTo>
                  <a:pt x="188" y="678"/>
                </a:lnTo>
                <a:lnTo>
                  <a:pt x="188" y="678"/>
                </a:lnTo>
                <a:lnTo>
                  <a:pt x="187" y="678"/>
                </a:lnTo>
                <a:lnTo>
                  <a:pt x="187" y="677"/>
                </a:lnTo>
                <a:lnTo>
                  <a:pt x="187" y="677"/>
                </a:lnTo>
                <a:close/>
                <a:moveTo>
                  <a:pt x="168" y="688"/>
                </a:moveTo>
                <a:lnTo>
                  <a:pt x="168" y="688"/>
                </a:lnTo>
                <a:lnTo>
                  <a:pt x="168" y="689"/>
                </a:lnTo>
                <a:lnTo>
                  <a:pt x="168" y="691"/>
                </a:lnTo>
                <a:lnTo>
                  <a:pt x="166" y="689"/>
                </a:lnTo>
                <a:lnTo>
                  <a:pt x="166" y="689"/>
                </a:lnTo>
                <a:lnTo>
                  <a:pt x="167" y="688"/>
                </a:lnTo>
                <a:lnTo>
                  <a:pt x="168" y="688"/>
                </a:lnTo>
                <a:lnTo>
                  <a:pt x="168" y="688"/>
                </a:lnTo>
                <a:close/>
                <a:moveTo>
                  <a:pt x="180" y="687"/>
                </a:moveTo>
                <a:lnTo>
                  <a:pt x="180" y="687"/>
                </a:lnTo>
                <a:lnTo>
                  <a:pt x="180" y="687"/>
                </a:lnTo>
                <a:lnTo>
                  <a:pt x="178" y="687"/>
                </a:lnTo>
                <a:lnTo>
                  <a:pt x="176" y="686"/>
                </a:lnTo>
                <a:lnTo>
                  <a:pt x="176" y="686"/>
                </a:lnTo>
                <a:lnTo>
                  <a:pt x="174" y="686"/>
                </a:lnTo>
                <a:lnTo>
                  <a:pt x="175" y="686"/>
                </a:lnTo>
                <a:lnTo>
                  <a:pt x="178" y="684"/>
                </a:lnTo>
                <a:lnTo>
                  <a:pt x="178" y="684"/>
                </a:lnTo>
                <a:lnTo>
                  <a:pt x="180" y="686"/>
                </a:lnTo>
                <a:lnTo>
                  <a:pt x="180" y="687"/>
                </a:lnTo>
                <a:lnTo>
                  <a:pt x="180" y="687"/>
                </a:lnTo>
                <a:close/>
                <a:moveTo>
                  <a:pt x="173" y="689"/>
                </a:moveTo>
                <a:lnTo>
                  <a:pt x="173" y="689"/>
                </a:lnTo>
                <a:lnTo>
                  <a:pt x="172" y="689"/>
                </a:lnTo>
                <a:lnTo>
                  <a:pt x="170" y="688"/>
                </a:lnTo>
                <a:lnTo>
                  <a:pt x="170" y="688"/>
                </a:lnTo>
                <a:lnTo>
                  <a:pt x="172" y="687"/>
                </a:lnTo>
                <a:lnTo>
                  <a:pt x="173" y="687"/>
                </a:lnTo>
                <a:lnTo>
                  <a:pt x="172" y="686"/>
                </a:lnTo>
                <a:lnTo>
                  <a:pt x="172" y="686"/>
                </a:lnTo>
                <a:lnTo>
                  <a:pt x="173" y="686"/>
                </a:lnTo>
                <a:lnTo>
                  <a:pt x="173" y="687"/>
                </a:lnTo>
                <a:lnTo>
                  <a:pt x="173" y="689"/>
                </a:lnTo>
                <a:lnTo>
                  <a:pt x="173" y="689"/>
                </a:lnTo>
                <a:close/>
                <a:moveTo>
                  <a:pt x="164" y="684"/>
                </a:moveTo>
                <a:lnTo>
                  <a:pt x="164" y="684"/>
                </a:lnTo>
                <a:lnTo>
                  <a:pt x="164" y="683"/>
                </a:lnTo>
                <a:lnTo>
                  <a:pt x="164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2"/>
                </a:lnTo>
                <a:lnTo>
                  <a:pt x="163" y="682"/>
                </a:lnTo>
                <a:lnTo>
                  <a:pt x="162" y="683"/>
                </a:lnTo>
                <a:lnTo>
                  <a:pt x="161" y="682"/>
                </a:lnTo>
                <a:lnTo>
                  <a:pt x="161" y="682"/>
                </a:lnTo>
                <a:lnTo>
                  <a:pt x="163" y="682"/>
                </a:lnTo>
                <a:lnTo>
                  <a:pt x="166" y="681"/>
                </a:lnTo>
                <a:lnTo>
                  <a:pt x="166" y="681"/>
                </a:lnTo>
                <a:lnTo>
                  <a:pt x="167" y="682"/>
                </a:lnTo>
                <a:lnTo>
                  <a:pt x="167" y="683"/>
                </a:lnTo>
                <a:lnTo>
                  <a:pt x="167" y="683"/>
                </a:lnTo>
                <a:lnTo>
                  <a:pt x="166" y="683"/>
                </a:lnTo>
                <a:lnTo>
                  <a:pt x="166" y="683"/>
                </a:lnTo>
                <a:lnTo>
                  <a:pt x="164" y="684"/>
                </a:lnTo>
                <a:lnTo>
                  <a:pt x="164" y="684"/>
                </a:lnTo>
                <a:close/>
                <a:moveTo>
                  <a:pt x="153" y="687"/>
                </a:moveTo>
                <a:lnTo>
                  <a:pt x="153" y="687"/>
                </a:lnTo>
                <a:lnTo>
                  <a:pt x="153" y="686"/>
                </a:lnTo>
                <a:lnTo>
                  <a:pt x="155" y="686"/>
                </a:lnTo>
                <a:lnTo>
                  <a:pt x="156" y="686"/>
                </a:lnTo>
                <a:lnTo>
                  <a:pt x="157" y="687"/>
                </a:lnTo>
                <a:lnTo>
                  <a:pt x="157" y="687"/>
                </a:lnTo>
                <a:lnTo>
                  <a:pt x="155" y="687"/>
                </a:lnTo>
                <a:lnTo>
                  <a:pt x="153" y="687"/>
                </a:lnTo>
                <a:lnTo>
                  <a:pt x="153" y="687"/>
                </a:lnTo>
                <a:close/>
                <a:moveTo>
                  <a:pt x="43" y="374"/>
                </a:moveTo>
                <a:lnTo>
                  <a:pt x="43" y="374"/>
                </a:lnTo>
                <a:lnTo>
                  <a:pt x="45" y="374"/>
                </a:lnTo>
                <a:lnTo>
                  <a:pt x="45" y="374"/>
                </a:lnTo>
                <a:lnTo>
                  <a:pt x="45" y="372"/>
                </a:lnTo>
                <a:lnTo>
                  <a:pt x="45" y="372"/>
                </a:lnTo>
                <a:lnTo>
                  <a:pt x="46" y="373"/>
                </a:lnTo>
                <a:lnTo>
                  <a:pt x="46" y="374"/>
                </a:lnTo>
                <a:lnTo>
                  <a:pt x="45" y="374"/>
                </a:lnTo>
                <a:lnTo>
                  <a:pt x="45" y="374"/>
                </a:lnTo>
                <a:lnTo>
                  <a:pt x="46" y="375"/>
                </a:lnTo>
                <a:lnTo>
                  <a:pt x="47" y="375"/>
                </a:lnTo>
                <a:lnTo>
                  <a:pt x="47" y="375"/>
                </a:lnTo>
                <a:lnTo>
                  <a:pt x="46" y="378"/>
                </a:lnTo>
                <a:lnTo>
                  <a:pt x="46" y="380"/>
                </a:lnTo>
                <a:lnTo>
                  <a:pt x="46" y="380"/>
                </a:lnTo>
                <a:lnTo>
                  <a:pt x="45" y="380"/>
                </a:lnTo>
                <a:lnTo>
                  <a:pt x="45" y="380"/>
                </a:lnTo>
                <a:lnTo>
                  <a:pt x="45" y="383"/>
                </a:lnTo>
                <a:lnTo>
                  <a:pt x="45" y="383"/>
                </a:lnTo>
                <a:lnTo>
                  <a:pt x="43" y="383"/>
                </a:lnTo>
                <a:lnTo>
                  <a:pt x="43" y="383"/>
                </a:lnTo>
                <a:lnTo>
                  <a:pt x="43" y="380"/>
                </a:lnTo>
                <a:lnTo>
                  <a:pt x="45" y="379"/>
                </a:lnTo>
                <a:lnTo>
                  <a:pt x="45" y="379"/>
                </a:lnTo>
                <a:lnTo>
                  <a:pt x="45" y="378"/>
                </a:lnTo>
                <a:lnTo>
                  <a:pt x="43" y="375"/>
                </a:lnTo>
                <a:lnTo>
                  <a:pt x="43" y="375"/>
                </a:lnTo>
                <a:lnTo>
                  <a:pt x="43" y="377"/>
                </a:lnTo>
                <a:lnTo>
                  <a:pt x="43" y="377"/>
                </a:lnTo>
                <a:lnTo>
                  <a:pt x="43" y="379"/>
                </a:lnTo>
                <a:lnTo>
                  <a:pt x="43" y="379"/>
                </a:lnTo>
                <a:lnTo>
                  <a:pt x="42" y="382"/>
                </a:lnTo>
                <a:lnTo>
                  <a:pt x="42" y="387"/>
                </a:lnTo>
                <a:lnTo>
                  <a:pt x="42" y="390"/>
                </a:lnTo>
                <a:lnTo>
                  <a:pt x="42" y="394"/>
                </a:lnTo>
                <a:lnTo>
                  <a:pt x="42" y="394"/>
                </a:lnTo>
                <a:lnTo>
                  <a:pt x="42" y="380"/>
                </a:lnTo>
                <a:lnTo>
                  <a:pt x="42" y="367"/>
                </a:lnTo>
                <a:lnTo>
                  <a:pt x="42" y="367"/>
                </a:lnTo>
                <a:lnTo>
                  <a:pt x="43" y="368"/>
                </a:lnTo>
                <a:lnTo>
                  <a:pt x="43" y="370"/>
                </a:lnTo>
                <a:lnTo>
                  <a:pt x="43" y="373"/>
                </a:lnTo>
                <a:lnTo>
                  <a:pt x="43" y="374"/>
                </a:lnTo>
                <a:lnTo>
                  <a:pt x="43" y="374"/>
                </a:lnTo>
                <a:close/>
                <a:moveTo>
                  <a:pt x="36" y="355"/>
                </a:moveTo>
                <a:lnTo>
                  <a:pt x="36" y="355"/>
                </a:lnTo>
                <a:lnTo>
                  <a:pt x="35" y="354"/>
                </a:lnTo>
                <a:lnTo>
                  <a:pt x="35" y="353"/>
                </a:lnTo>
                <a:lnTo>
                  <a:pt x="35" y="350"/>
                </a:lnTo>
                <a:lnTo>
                  <a:pt x="35" y="350"/>
                </a:lnTo>
                <a:lnTo>
                  <a:pt x="34" y="349"/>
                </a:lnTo>
                <a:lnTo>
                  <a:pt x="35" y="348"/>
                </a:lnTo>
                <a:lnTo>
                  <a:pt x="35" y="348"/>
                </a:lnTo>
                <a:lnTo>
                  <a:pt x="36" y="348"/>
                </a:lnTo>
                <a:lnTo>
                  <a:pt x="36" y="349"/>
                </a:lnTo>
                <a:lnTo>
                  <a:pt x="37" y="350"/>
                </a:lnTo>
                <a:lnTo>
                  <a:pt x="36" y="355"/>
                </a:lnTo>
                <a:lnTo>
                  <a:pt x="36" y="355"/>
                </a:lnTo>
                <a:close/>
                <a:moveTo>
                  <a:pt x="35" y="360"/>
                </a:moveTo>
                <a:lnTo>
                  <a:pt x="35" y="360"/>
                </a:lnTo>
                <a:lnTo>
                  <a:pt x="35" y="362"/>
                </a:lnTo>
                <a:lnTo>
                  <a:pt x="36" y="360"/>
                </a:lnTo>
                <a:lnTo>
                  <a:pt x="36" y="360"/>
                </a:lnTo>
                <a:lnTo>
                  <a:pt x="36" y="359"/>
                </a:lnTo>
                <a:lnTo>
                  <a:pt x="35" y="360"/>
                </a:lnTo>
                <a:lnTo>
                  <a:pt x="35" y="360"/>
                </a:lnTo>
                <a:lnTo>
                  <a:pt x="35" y="359"/>
                </a:lnTo>
                <a:lnTo>
                  <a:pt x="35" y="358"/>
                </a:lnTo>
                <a:lnTo>
                  <a:pt x="35" y="355"/>
                </a:lnTo>
                <a:lnTo>
                  <a:pt x="36" y="355"/>
                </a:lnTo>
                <a:lnTo>
                  <a:pt x="36" y="355"/>
                </a:lnTo>
                <a:lnTo>
                  <a:pt x="37" y="362"/>
                </a:lnTo>
                <a:lnTo>
                  <a:pt x="39" y="368"/>
                </a:lnTo>
                <a:lnTo>
                  <a:pt x="39" y="368"/>
                </a:lnTo>
                <a:lnTo>
                  <a:pt x="37" y="370"/>
                </a:lnTo>
                <a:lnTo>
                  <a:pt x="37" y="372"/>
                </a:lnTo>
                <a:lnTo>
                  <a:pt x="37" y="373"/>
                </a:lnTo>
                <a:lnTo>
                  <a:pt x="37" y="373"/>
                </a:lnTo>
                <a:lnTo>
                  <a:pt x="37" y="373"/>
                </a:lnTo>
                <a:lnTo>
                  <a:pt x="36" y="373"/>
                </a:lnTo>
                <a:lnTo>
                  <a:pt x="36" y="373"/>
                </a:lnTo>
                <a:lnTo>
                  <a:pt x="35" y="373"/>
                </a:lnTo>
                <a:lnTo>
                  <a:pt x="35" y="374"/>
                </a:lnTo>
                <a:lnTo>
                  <a:pt x="34" y="378"/>
                </a:lnTo>
                <a:lnTo>
                  <a:pt x="34" y="378"/>
                </a:lnTo>
                <a:lnTo>
                  <a:pt x="34" y="377"/>
                </a:lnTo>
                <a:lnTo>
                  <a:pt x="34" y="375"/>
                </a:lnTo>
                <a:lnTo>
                  <a:pt x="34" y="374"/>
                </a:lnTo>
                <a:lnTo>
                  <a:pt x="33" y="374"/>
                </a:lnTo>
                <a:lnTo>
                  <a:pt x="33" y="374"/>
                </a:lnTo>
                <a:lnTo>
                  <a:pt x="33" y="373"/>
                </a:lnTo>
                <a:lnTo>
                  <a:pt x="34" y="373"/>
                </a:lnTo>
                <a:lnTo>
                  <a:pt x="35" y="372"/>
                </a:lnTo>
                <a:lnTo>
                  <a:pt x="35" y="372"/>
                </a:lnTo>
                <a:lnTo>
                  <a:pt x="35" y="370"/>
                </a:lnTo>
                <a:lnTo>
                  <a:pt x="36" y="370"/>
                </a:lnTo>
                <a:lnTo>
                  <a:pt x="36" y="369"/>
                </a:lnTo>
                <a:lnTo>
                  <a:pt x="36" y="369"/>
                </a:lnTo>
                <a:lnTo>
                  <a:pt x="36" y="367"/>
                </a:lnTo>
                <a:lnTo>
                  <a:pt x="36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7"/>
                </a:lnTo>
                <a:lnTo>
                  <a:pt x="37" y="365"/>
                </a:lnTo>
                <a:lnTo>
                  <a:pt x="36" y="367"/>
                </a:lnTo>
                <a:lnTo>
                  <a:pt x="36" y="367"/>
                </a:lnTo>
                <a:lnTo>
                  <a:pt x="36" y="367"/>
                </a:lnTo>
                <a:lnTo>
                  <a:pt x="35" y="369"/>
                </a:lnTo>
                <a:lnTo>
                  <a:pt x="35" y="369"/>
                </a:lnTo>
                <a:lnTo>
                  <a:pt x="34" y="368"/>
                </a:lnTo>
                <a:lnTo>
                  <a:pt x="34" y="368"/>
                </a:lnTo>
                <a:lnTo>
                  <a:pt x="34" y="370"/>
                </a:lnTo>
                <a:lnTo>
                  <a:pt x="34" y="372"/>
                </a:lnTo>
                <a:lnTo>
                  <a:pt x="33" y="372"/>
                </a:lnTo>
                <a:lnTo>
                  <a:pt x="33" y="372"/>
                </a:lnTo>
                <a:lnTo>
                  <a:pt x="35" y="360"/>
                </a:lnTo>
                <a:lnTo>
                  <a:pt x="35" y="360"/>
                </a:lnTo>
                <a:close/>
                <a:moveTo>
                  <a:pt x="36" y="362"/>
                </a:moveTo>
                <a:lnTo>
                  <a:pt x="36" y="362"/>
                </a:lnTo>
                <a:lnTo>
                  <a:pt x="35" y="363"/>
                </a:lnTo>
                <a:lnTo>
                  <a:pt x="35" y="365"/>
                </a:lnTo>
                <a:lnTo>
                  <a:pt x="35" y="365"/>
                </a:lnTo>
                <a:lnTo>
                  <a:pt x="36" y="364"/>
                </a:lnTo>
                <a:lnTo>
                  <a:pt x="36" y="364"/>
                </a:lnTo>
                <a:lnTo>
                  <a:pt x="36" y="363"/>
                </a:lnTo>
                <a:lnTo>
                  <a:pt x="36" y="362"/>
                </a:lnTo>
                <a:lnTo>
                  <a:pt x="36" y="362"/>
                </a:lnTo>
                <a:close/>
                <a:moveTo>
                  <a:pt x="159" y="682"/>
                </a:moveTo>
                <a:lnTo>
                  <a:pt x="159" y="682"/>
                </a:lnTo>
                <a:lnTo>
                  <a:pt x="158" y="682"/>
                </a:lnTo>
                <a:lnTo>
                  <a:pt x="157" y="682"/>
                </a:lnTo>
                <a:lnTo>
                  <a:pt x="156" y="682"/>
                </a:lnTo>
                <a:lnTo>
                  <a:pt x="155" y="682"/>
                </a:lnTo>
                <a:lnTo>
                  <a:pt x="155" y="682"/>
                </a:lnTo>
                <a:lnTo>
                  <a:pt x="157" y="679"/>
                </a:lnTo>
                <a:lnTo>
                  <a:pt x="159" y="681"/>
                </a:lnTo>
                <a:lnTo>
                  <a:pt x="159" y="681"/>
                </a:lnTo>
                <a:lnTo>
                  <a:pt x="162" y="678"/>
                </a:lnTo>
                <a:lnTo>
                  <a:pt x="163" y="678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4" y="679"/>
                </a:lnTo>
                <a:lnTo>
                  <a:pt x="161" y="679"/>
                </a:lnTo>
                <a:lnTo>
                  <a:pt x="161" y="679"/>
                </a:lnTo>
                <a:lnTo>
                  <a:pt x="161" y="681"/>
                </a:lnTo>
                <a:lnTo>
                  <a:pt x="159" y="682"/>
                </a:lnTo>
                <a:lnTo>
                  <a:pt x="159" y="682"/>
                </a:lnTo>
                <a:close/>
                <a:moveTo>
                  <a:pt x="33" y="343"/>
                </a:moveTo>
                <a:lnTo>
                  <a:pt x="33" y="343"/>
                </a:lnTo>
                <a:lnTo>
                  <a:pt x="34" y="342"/>
                </a:lnTo>
                <a:lnTo>
                  <a:pt x="34" y="340"/>
                </a:lnTo>
                <a:lnTo>
                  <a:pt x="35" y="340"/>
                </a:lnTo>
                <a:lnTo>
                  <a:pt x="36" y="342"/>
                </a:lnTo>
                <a:lnTo>
                  <a:pt x="36" y="342"/>
                </a:lnTo>
                <a:lnTo>
                  <a:pt x="35" y="340"/>
                </a:lnTo>
                <a:lnTo>
                  <a:pt x="35" y="342"/>
                </a:lnTo>
                <a:lnTo>
                  <a:pt x="34" y="343"/>
                </a:lnTo>
                <a:lnTo>
                  <a:pt x="33" y="343"/>
                </a:lnTo>
                <a:lnTo>
                  <a:pt x="33" y="343"/>
                </a:lnTo>
                <a:close/>
                <a:moveTo>
                  <a:pt x="37" y="348"/>
                </a:moveTo>
                <a:lnTo>
                  <a:pt x="37" y="345"/>
                </a:lnTo>
                <a:lnTo>
                  <a:pt x="37" y="345"/>
                </a:lnTo>
                <a:lnTo>
                  <a:pt x="39" y="345"/>
                </a:lnTo>
                <a:lnTo>
                  <a:pt x="39" y="347"/>
                </a:lnTo>
                <a:lnTo>
                  <a:pt x="37" y="348"/>
                </a:lnTo>
                <a:lnTo>
                  <a:pt x="37" y="348"/>
                </a:lnTo>
                <a:lnTo>
                  <a:pt x="37" y="348"/>
                </a:lnTo>
                <a:close/>
                <a:moveTo>
                  <a:pt x="152" y="691"/>
                </a:moveTo>
                <a:lnTo>
                  <a:pt x="153" y="691"/>
                </a:lnTo>
                <a:lnTo>
                  <a:pt x="155" y="693"/>
                </a:lnTo>
                <a:lnTo>
                  <a:pt x="152" y="693"/>
                </a:lnTo>
                <a:lnTo>
                  <a:pt x="152" y="693"/>
                </a:lnTo>
                <a:lnTo>
                  <a:pt x="152" y="692"/>
                </a:lnTo>
                <a:lnTo>
                  <a:pt x="152" y="691"/>
                </a:lnTo>
                <a:lnTo>
                  <a:pt x="152" y="691"/>
                </a:lnTo>
                <a:close/>
                <a:moveTo>
                  <a:pt x="33" y="379"/>
                </a:moveTo>
                <a:lnTo>
                  <a:pt x="33" y="379"/>
                </a:lnTo>
                <a:lnTo>
                  <a:pt x="31" y="378"/>
                </a:lnTo>
                <a:lnTo>
                  <a:pt x="29" y="377"/>
                </a:lnTo>
                <a:lnTo>
                  <a:pt x="29" y="377"/>
                </a:lnTo>
                <a:lnTo>
                  <a:pt x="30" y="369"/>
                </a:lnTo>
                <a:lnTo>
                  <a:pt x="30" y="364"/>
                </a:lnTo>
                <a:lnTo>
                  <a:pt x="30" y="364"/>
                </a:lnTo>
                <a:lnTo>
                  <a:pt x="31" y="367"/>
                </a:lnTo>
                <a:lnTo>
                  <a:pt x="31" y="369"/>
                </a:lnTo>
                <a:lnTo>
                  <a:pt x="30" y="375"/>
                </a:lnTo>
                <a:lnTo>
                  <a:pt x="30" y="375"/>
                </a:lnTo>
                <a:lnTo>
                  <a:pt x="31" y="377"/>
                </a:lnTo>
                <a:lnTo>
                  <a:pt x="33" y="379"/>
                </a:lnTo>
                <a:lnTo>
                  <a:pt x="33" y="379"/>
                </a:lnTo>
                <a:close/>
                <a:moveTo>
                  <a:pt x="14" y="569"/>
                </a:moveTo>
                <a:lnTo>
                  <a:pt x="14" y="569"/>
                </a:lnTo>
                <a:lnTo>
                  <a:pt x="13" y="567"/>
                </a:lnTo>
                <a:lnTo>
                  <a:pt x="13" y="566"/>
                </a:lnTo>
                <a:lnTo>
                  <a:pt x="13" y="559"/>
                </a:lnTo>
                <a:lnTo>
                  <a:pt x="13" y="559"/>
                </a:lnTo>
                <a:lnTo>
                  <a:pt x="14" y="561"/>
                </a:lnTo>
                <a:lnTo>
                  <a:pt x="14" y="562"/>
                </a:lnTo>
                <a:lnTo>
                  <a:pt x="13" y="564"/>
                </a:lnTo>
                <a:lnTo>
                  <a:pt x="13" y="564"/>
                </a:lnTo>
                <a:lnTo>
                  <a:pt x="14" y="567"/>
                </a:lnTo>
                <a:lnTo>
                  <a:pt x="14" y="569"/>
                </a:lnTo>
                <a:lnTo>
                  <a:pt x="14" y="569"/>
                </a:lnTo>
                <a:close/>
                <a:moveTo>
                  <a:pt x="193" y="679"/>
                </a:moveTo>
                <a:lnTo>
                  <a:pt x="193" y="679"/>
                </a:lnTo>
                <a:lnTo>
                  <a:pt x="192" y="679"/>
                </a:lnTo>
                <a:lnTo>
                  <a:pt x="193" y="681"/>
                </a:lnTo>
                <a:lnTo>
                  <a:pt x="193" y="682"/>
                </a:lnTo>
                <a:lnTo>
                  <a:pt x="192" y="682"/>
                </a:lnTo>
                <a:lnTo>
                  <a:pt x="192" y="682"/>
                </a:lnTo>
                <a:lnTo>
                  <a:pt x="193" y="683"/>
                </a:lnTo>
                <a:lnTo>
                  <a:pt x="193" y="683"/>
                </a:lnTo>
                <a:lnTo>
                  <a:pt x="193" y="683"/>
                </a:lnTo>
                <a:lnTo>
                  <a:pt x="192" y="683"/>
                </a:lnTo>
                <a:lnTo>
                  <a:pt x="191" y="683"/>
                </a:lnTo>
                <a:lnTo>
                  <a:pt x="191" y="683"/>
                </a:lnTo>
                <a:lnTo>
                  <a:pt x="188" y="683"/>
                </a:lnTo>
                <a:lnTo>
                  <a:pt x="188" y="683"/>
                </a:lnTo>
                <a:lnTo>
                  <a:pt x="187" y="682"/>
                </a:lnTo>
                <a:lnTo>
                  <a:pt x="187" y="682"/>
                </a:lnTo>
                <a:lnTo>
                  <a:pt x="191" y="683"/>
                </a:lnTo>
                <a:lnTo>
                  <a:pt x="191" y="683"/>
                </a:lnTo>
                <a:lnTo>
                  <a:pt x="191" y="682"/>
                </a:lnTo>
                <a:lnTo>
                  <a:pt x="191" y="682"/>
                </a:lnTo>
                <a:lnTo>
                  <a:pt x="190" y="681"/>
                </a:lnTo>
                <a:lnTo>
                  <a:pt x="190" y="681"/>
                </a:lnTo>
                <a:lnTo>
                  <a:pt x="191" y="681"/>
                </a:lnTo>
                <a:lnTo>
                  <a:pt x="192" y="679"/>
                </a:lnTo>
                <a:lnTo>
                  <a:pt x="192" y="678"/>
                </a:lnTo>
                <a:lnTo>
                  <a:pt x="192" y="678"/>
                </a:lnTo>
                <a:lnTo>
                  <a:pt x="193" y="678"/>
                </a:lnTo>
                <a:lnTo>
                  <a:pt x="194" y="678"/>
                </a:lnTo>
                <a:lnTo>
                  <a:pt x="196" y="678"/>
                </a:lnTo>
                <a:lnTo>
                  <a:pt x="197" y="678"/>
                </a:lnTo>
                <a:lnTo>
                  <a:pt x="197" y="678"/>
                </a:lnTo>
                <a:lnTo>
                  <a:pt x="197" y="679"/>
                </a:lnTo>
                <a:lnTo>
                  <a:pt x="197" y="679"/>
                </a:lnTo>
                <a:lnTo>
                  <a:pt x="194" y="679"/>
                </a:lnTo>
                <a:lnTo>
                  <a:pt x="193" y="679"/>
                </a:lnTo>
                <a:lnTo>
                  <a:pt x="193" y="679"/>
                </a:lnTo>
                <a:lnTo>
                  <a:pt x="193" y="679"/>
                </a:lnTo>
                <a:close/>
                <a:moveTo>
                  <a:pt x="30" y="390"/>
                </a:moveTo>
                <a:lnTo>
                  <a:pt x="30" y="390"/>
                </a:lnTo>
                <a:lnTo>
                  <a:pt x="29" y="389"/>
                </a:lnTo>
                <a:lnTo>
                  <a:pt x="30" y="387"/>
                </a:lnTo>
                <a:lnTo>
                  <a:pt x="30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7"/>
                </a:lnTo>
                <a:lnTo>
                  <a:pt x="29" y="385"/>
                </a:lnTo>
                <a:lnTo>
                  <a:pt x="29" y="384"/>
                </a:lnTo>
                <a:lnTo>
                  <a:pt x="28" y="382"/>
                </a:lnTo>
                <a:lnTo>
                  <a:pt x="28" y="382"/>
                </a:lnTo>
                <a:lnTo>
                  <a:pt x="28" y="380"/>
                </a:lnTo>
                <a:lnTo>
                  <a:pt x="29" y="380"/>
                </a:lnTo>
                <a:lnTo>
                  <a:pt x="29" y="379"/>
                </a:lnTo>
                <a:lnTo>
                  <a:pt x="29" y="379"/>
                </a:lnTo>
                <a:lnTo>
                  <a:pt x="29" y="382"/>
                </a:lnTo>
                <a:lnTo>
                  <a:pt x="30" y="383"/>
                </a:lnTo>
                <a:lnTo>
                  <a:pt x="31" y="385"/>
                </a:lnTo>
                <a:lnTo>
                  <a:pt x="31" y="385"/>
                </a:lnTo>
                <a:lnTo>
                  <a:pt x="30" y="388"/>
                </a:lnTo>
                <a:lnTo>
                  <a:pt x="30" y="390"/>
                </a:lnTo>
                <a:lnTo>
                  <a:pt x="30" y="39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50" y="113"/>
                </a:lnTo>
                <a:lnTo>
                  <a:pt x="51" y="114"/>
                </a:lnTo>
                <a:lnTo>
                  <a:pt x="51" y="116"/>
                </a:lnTo>
                <a:lnTo>
                  <a:pt x="48" y="116"/>
                </a:lnTo>
                <a:lnTo>
                  <a:pt x="48" y="116"/>
                </a:lnTo>
                <a:lnTo>
                  <a:pt x="50" y="116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50" y="114"/>
                </a:lnTo>
                <a:lnTo>
                  <a:pt x="48" y="115"/>
                </a:lnTo>
                <a:lnTo>
                  <a:pt x="48" y="115"/>
                </a:lnTo>
                <a:lnTo>
                  <a:pt x="48" y="116"/>
                </a:lnTo>
                <a:lnTo>
                  <a:pt x="50" y="118"/>
                </a:lnTo>
                <a:lnTo>
                  <a:pt x="51" y="119"/>
                </a:lnTo>
                <a:lnTo>
                  <a:pt x="51" y="120"/>
                </a:lnTo>
                <a:lnTo>
                  <a:pt x="51" y="120"/>
                </a:lnTo>
                <a:lnTo>
                  <a:pt x="48" y="118"/>
                </a:lnTo>
                <a:lnTo>
                  <a:pt x="47" y="115"/>
                </a:lnTo>
                <a:lnTo>
                  <a:pt x="47" y="115"/>
                </a:lnTo>
                <a:lnTo>
                  <a:pt x="47" y="114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46" y="161"/>
                </a:moveTo>
                <a:lnTo>
                  <a:pt x="46" y="161"/>
                </a:lnTo>
                <a:lnTo>
                  <a:pt x="46" y="164"/>
                </a:lnTo>
                <a:lnTo>
                  <a:pt x="46" y="165"/>
                </a:lnTo>
                <a:lnTo>
                  <a:pt x="45" y="165"/>
                </a:lnTo>
                <a:lnTo>
                  <a:pt x="45" y="165"/>
                </a:lnTo>
                <a:lnTo>
                  <a:pt x="45" y="164"/>
                </a:lnTo>
                <a:lnTo>
                  <a:pt x="46" y="163"/>
                </a:lnTo>
                <a:lnTo>
                  <a:pt x="46" y="163"/>
                </a:lnTo>
                <a:lnTo>
                  <a:pt x="45" y="163"/>
                </a:lnTo>
                <a:lnTo>
                  <a:pt x="43" y="164"/>
                </a:lnTo>
                <a:lnTo>
                  <a:pt x="43" y="164"/>
                </a:lnTo>
                <a:lnTo>
                  <a:pt x="42" y="164"/>
                </a:lnTo>
                <a:lnTo>
                  <a:pt x="42" y="164"/>
                </a:lnTo>
                <a:lnTo>
                  <a:pt x="43" y="160"/>
                </a:lnTo>
                <a:lnTo>
                  <a:pt x="43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9"/>
                </a:lnTo>
                <a:lnTo>
                  <a:pt x="42" y="158"/>
                </a:lnTo>
                <a:lnTo>
                  <a:pt x="45" y="156"/>
                </a:lnTo>
                <a:lnTo>
                  <a:pt x="45" y="156"/>
                </a:lnTo>
                <a:lnTo>
                  <a:pt x="45" y="159"/>
                </a:lnTo>
                <a:lnTo>
                  <a:pt x="45" y="159"/>
                </a:lnTo>
                <a:lnTo>
                  <a:pt x="46" y="159"/>
                </a:lnTo>
                <a:lnTo>
                  <a:pt x="46" y="159"/>
                </a:lnTo>
                <a:lnTo>
                  <a:pt x="46" y="161"/>
                </a:lnTo>
                <a:lnTo>
                  <a:pt x="46" y="161"/>
                </a:lnTo>
                <a:close/>
                <a:moveTo>
                  <a:pt x="53" y="153"/>
                </a:moveTo>
                <a:lnTo>
                  <a:pt x="53" y="153"/>
                </a:lnTo>
                <a:lnTo>
                  <a:pt x="54" y="155"/>
                </a:lnTo>
                <a:lnTo>
                  <a:pt x="54" y="158"/>
                </a:lnTo>
                <a:lnTo>
                  <a:pt x="53" y="161"/>
                </a:lnTo>
                <a:lnTo>
                  <a:pt x="53" y="161"/>
                </a:lnTo>
                <a:lnTo>
                  <a:pt x="52" y="161"/>
                </a:lnTo>
                <a:lnTo>
                  <a:pt x="50" y="160"/>
                </a:lnTo>
                <a:lnTo>
                  <a:pt x="50" y="160"/>
                </a:lnTo>
                <a:lnTo>
                  <a:pt x="50" y="160"/>
                </a:lnTo>
                <a:lnTo>
                  <a:pt x="51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2" y="159"/>
                </a:lnTo>
                <a:lnTo>
                  <a:pt x="51" y="159"/>
                </a:lnTo>
                <a:lnTo>
                  <a:pt x="51" y="159"/>
                </a:lnTo>
                <a:lnTo>
                  <a:pt x="51" y="158"/>
                </a:lnTo>
                <a:lnTo>
                  <a:pt x="51" y="158"/>
                </a:lnTo>
                <a:lnTo>
                  <a:pt x="51" y="158"/>
                </a:lnTo>
                <a:lnTo>
                  <a:pt x="50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8"/>
                </a:lnTo>
                <a:lnTo>
                  <a:pt x="50" y="158"/>
                </a:lnTo>
                <a:lnTo>
                  <a:pt x="50" y="158"/>
                </a:lnTo>
                <a:lnTo>
                  <a:pt x="47" y="160"/>
                </a:lnTo>
                <a:lnTo>
                  <a:pt x="47" y="161"/>
                </a:lnTo>
                <a:lnTo>
                  <a:pt x="47" y="161"/>
                </a:lnTo>
                <a:lnTo>
                  <a:pt x="47" y="161"/>
                </a:lnTo>
                <a:lnTo>
                  <a:pt x="46" y="160"/>
                </a:lnTo>
                <a:lnTo>
                  <a:pt x="46" y="159"/>
                </a:lnTo>
                <a:lnTo>
                  <a:pt x="47" y="158"/>
                </a:lnTo>
                <a:lnTo>
                  <a:pt x="47" y="158"/>
                </a:lnTo>
                <a:lnTo>
                  <a:pt x="47" y="155"/>
                </a:lnTo>
                <a:lnTo>
                  <a:pt x="46" y="154"/>
                </a:lnTo>
                <a:lnTo>
                  <a:pt x="47" y="153"/>
                </a:lnTo>
                <a:lnTo>
                  <a:pt x="47" y="153"/>
                </a:lnTo>
                <a:lnTo>
                  <a:pt x="47" y="153"/>
                </a:lnTo>
                <a:lnTo>
                  <a:pt x="48" y="154"/>
                </a:lnTo>
                <a:lnTo>
                  <a:pt x="48" y="156"/>
                </a:lnTo>
                <a:lnTo>
                  <a:pt x="50" y="156"/>
                </a:lnTo>
                <a:lnTo>
                  <a:pt x="50" y="156"/>
                </a:lnTo>
                <a:lnTo>
                  <a:pt x="48" y="154"/>
                </a:lnTo>
                <a:lnTo>
                  <a:pt x="48" y="153"/>
                </a:lnTo>
                <a:lnTo>
                  <a:pt x="50" y="151"/>
                </a:lnTo>
                <a:lnTo>
                  <a:pt x="50" y="151"/>
                </a:lnTo>
                <a:lnTo>
                  <a:pt x="48" y="150"/>
                </a:lnTo>
                <a:lnTo>
                  <a:pt x="47" y="150"/>
                </a:lnTo>
                <a:lnTo>
                  <a:pt x="47" y="150"/>
                </a:lnTo>
                <a:lnTo>
                  <a:pt x="48" y="149"/>
                </a:lnTo>
                <a:lnTo>
                  <a:pt x="48" y="148"/>
                </a:lnTo>
                <a:lnTo>
                  <a:pt x="48" y="148"/>
                </a:lnTo>
                <a:lnTo>
                  <a:pt x="48" y="146"/>
                </a:lnTo>
                <a:lnTo>
                  <a:pt x="47" y="145"/>
                </a:lnTo>
                <a:lnTo>
                  <a:pt x="47" y="144"/>
                </a:lnTo>
                <a:lnTo>
                  <a:pt x="47" y="144"/>
                </a:lnTo>
                <a:lnTo>
                  <a:pt x="50" y="145"/>
                </a:lnTo>
                <a:lnTo>
                  <a:pt x="50" y="148"/>
                </a:lnTo>
                <a:lnTo>
                  <a:pt x="50" y="148"/>
                </a:lnTo>
                <a:lnTo>
                  <a:pt x="52" y="150"/>
                </a:lnTo>
                <a:lnTo>
                  <a:pt x="54" y="150"/>
                </a:lnTo>
                <a:lnTo>
                  <a:pt x="54" y="150"/>
                </a:lnTo>
                <a:lnTo>
                  <a:pt x="54" y="151"/>
                </a:lnTo>
                <a:lnTo>
                  <a:pt x="53" y="151"/>
                </a:lnTo>
                <a:lnTo>
                  <a:pt x="52" y="151"/>
                </a:lnTo>
                <a:lnTo>
                  <a:pt x="52" y="153"/>
                </a:lnTo>
                <a:lnTo>
                  <a:pt x="52" y="153"/>
                </a:lnTo>
                <a:lnTo>
                  <a:pt x="53" y="154"/>
                </a:lnTo>
                <a:lnTo>
                  <a:pt x="53" y="153"/>
                </a:lnTo>
                <a:lnTo>
                  <a:pt x="53" y="153"/>
                </a:lnTo>
                <a:close/>
                <a:moveTo>
                  <a:pt x="41" y="120"/>
                </a:moveTo>
                <a:lnTo>
                  <a:pt x="41" y="120"/>
                </a:lnTo>
                <a:lnTo>
                  <a:pt x="41" y="119"/>
                </a:lnTo>
                <a:lnTo>
                  <a:pt x="42" y="118"/>
                </a:lnTo>
                <a:lnTo>
                  <a:pt x="42" y="118"/>
                </a:lnTo>
                <a:lnTo>
                  <a:pt x="41" y="115"/>
                </a:lnTo>
                <a:lnTo>
                  <a:pt x="41" y="115"/>
                </a:lnTo>
                <a:lnTo>
                  <a:pt x="42" y="113"/>
                </a:lnTo>
                <a:lnTo>
                  <a:pt x="43" y="110"/>
                </a:lnTo>
                <a:lnTo>
                  <a:pt x="43" y="110"/>
                </a:lnTo>
                <a:lnTo>
                  <a:pt x="45" y="113"/>
                </a:lnTo>
                <a:lnTo>
                  <a:pt x="45" y="114"/>
                </a:lnTo>
                <a:lnTo>
                  <a:pt x="43" y="115"/>
                </a:lnTo>
                <a:lnTo>
                  <a:pt x="43" y="118"/>
                </a:lnTo>
                <a:lnTo>
                  <a:pt x="43" y="118"/>
                </a:lnTo>
                <a:lnTo>
                  <a:pt x="41" y="120"/>
                </a:lnTo>
                <a:lnTo>
                  <a:pt x="41" y="120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42" y="128"/>
                </a:lnTo>
                <a:lnTo>
                  <a:pt x="42" y="126"/>
                </a:lnTo>
                <a:lnTo>
                  <a:pt x="42" y="125"/>
                </a:lnTo>
                <a:lnTo>
                  <a:pt x="42" y="125"/>
                </a:lnTo>
                <a:lnTo>
                  <a:pt x="42" y="125"/>
                </a:lnTo>
                <a:lnTo>
                  <a:pt x="41" y="123"/>
                </a:lnTo>
                <a:lnTo>
                  <a:pt x="41" y="120"/>
                </a:lnTo>
                <a:lnTo>
                  <a:pt x="41" y="120"/>
                </a:lnTo>
                <a:lnTo>
                  <a:pt x="42" y="121"/>
                </a:lnTo>
                <a:lnTo>
                  <a:pt x="42" y="121"/>
                </a:lnTo>
                <a:lnTo>
                  <a:pt x="43" y="119"/>
                </a:lnTo>
                <a:lnTo>
                  <a:pt x="43" y="119"/>
                </a:lnTo>
                <a:lnTo>
                  <a:pt x="45" y="121"/>
                </a:lnTo>
                <a:lnTo>
                  <a:pt x="45" y="123"/>
                </a:lnTo>
                <a:lnTo>
                  <a:pt x="43" y="125"/>
                </a:lnTo>
                <a:lnTo>
                  <a:pt x="45" y="128"/>
                </a:lnTo>
                <a:lnTo>
                  <a:pt x="45" y="128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45" y="181"/>
                </a:moveTo>
                <a:lnTo>
                  <a:pt x="45" y="180"/>
                </a:lnTo>
                <a:lnTo>
                  <a:pt x="45" y="180"/>
                </a:lnTo>
                <a:lnTo>
                  <a:pt x="47" y="180"/>
                </a:lnTo>
                <a:lnTo>
                  <a:pt x="48" y="183"/>
                </a:lnTo>
                <a:lnTo>
                  <a:pt x="48" y="183"/>
                </a:lnTo>
                <a:lnTo>
                  <a:pt x="46" y="181"/>
                </a:lnTo>
                <a:lnTo>
                  <a:pt x="45" y="181"/>
                </a:lnTo>
                <a:lnTo>
                  <a:pt x="45" y="181"/>
                </a:lnTo>
                <a:close/>
                <a:moveTo>
                  <a:pt x="53" y="181"/>
                </a:moveTo>
                <a:lnTo>
                  <a:pt x="53" y="181"/>
                </a:lnTo>
                <a:lnTo>
                  <a:pt x="53" y="180"/>
                </a:lnTo>
                <a:lnTo>
                  <a:pt x="54" y="178"/>
                </a:lnTo>
                <a:lnTo>
                  <a:pt x="54" y="178"/>
                </a:lnTo>
                <a:lnTo>
                  <a:pt x="53" y="178"/>
                </a:lnTo>
                <a:lnTo>
                  <a:pt x="53" y="176"/>
                </a:lnTo>
                <a:lnTo>
                  <a:pt x="53" y="176"/>
                </a:lnTo>
                <a:lnTo>
                  <a:pt x="54" y="176"/>
                </a:lnTo>
                <a:lnTo>
                  <a:pt x="54" y="175"/>
                </a:lnTo>
                <a:lnTo>
                  <a:pt x="54" y="175"/>
                </a:lnTo>
                <a:lnTo>
                  <a:pt x="56" y="179"/>
                </a:lnTo>
                <a:lnTo>
                  <a:pt x="54" y="180"/>
                </a:lnTo>
                <a:lnTo>
                  <a:pt x="53" y="181"/>
                </a:lnTo>
                <a:lnTo>
                  <a:pt x="53" y="181"/>
                </a:lnTo>
                <a:close/>
                <a:moveTo>
                  <a:pt x="54" y="175"/>
                </a:moveTo>
                <a:lnTo>
                  <a:pt x="54" y="175"/>
                </a:lnTo>
                <a:lnTo>
                  <a:pt x="53" y="174"/>
                </a:lnTo>
                <a:lnTo>
                  <a:pt x="53" y="173"/>
                </a:lnTo>
                <a:lnTo>
                  <a:pt x="53" y="171"/>
                </a:lnTo>
                <a:lnTo>
                  <a:pt x="53" y="170"/>
                </a:lnTo>
                <a:lnTo>
                  <a:pt x="53" y="170"/>
                </a:lnTo>
                <a:lnTo>
                  <a:pt x="52" y="170"/>
                </a:lnTo>
                <a:lnTo>
                  <a:pt x="53" y="168"/>
                </a:lnTo>
                <a:lnTo>
                  <a:pt x="53" y="165"/>
                </a:lnTo>
                <a:lnTo>
                  <a:pt x="52" y="164"/>
                </a:lnTo>
                <a:lnTo>
                  <a:pt x="52" y="164"/>
                </a:lnTo>
                <a:lnTo>
                  <a:pt x="53" y="164"/>
                </a:lnTo>
                <a:lnTo>
                  <a:pt x="54" y="165"/>
                </a:lnTo>
                <a:lnTo>
                  <a:pt x="54" y="169"/>
                </a:lnTo>
                <a:lnTo>
                  <a:pt x="54" y="169"/>
                </a:lnTo>
                <a:lnTo>
                  <a:pt x="54" y="173"/>
                </a:lnTo>
                <a:lnTo>
                  <a:pt x="54" y="175"/>
                </a:lnTo>
                <a:lnTo>
                  <a:pt x="54" y="175"/>
                </a:lnTo>
                <a:close/>
                <a:moveTo>
                  <a:pt x="51" y="176"/>
                </a:moveTo>
                <a:lnTo>
                  <a:pt x="51" y="176"/>
                </a:lnTo>
                <a:lnTo>
                  <a:pt x="51" y="176"/>
                </a:lnTo>
                <a:lnTo>
                  <a:pt x="51" y="175"/>
                </a:lnTo>
                <a:lnTo>
                  <a:pt x="51" y="175"/>
                </a:lnTo>
                <a:lnTo>
                  <a:pt x="50" y="175"/>
                </a:lnTo>
                <a:lnTo>
                  <a:pt x="48" y="176"/>
                </a:lnTo>
                <a:lnTo>
                  <a:pt x="48" y="176"/>
                </a:lnTo>
                <a:lnTo>
                  <a:pt x="48" y="175"/>
                </a:lnTo>
                <a:lnTo>
                  <a:pt x="47" y="174"/>
                </a:lnTo>
                <a:lnTo>
                  <a:pt x="47" y="175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7" y="173"/>
                </a:lnTo>
                <a:lnTo>
                  <a:pt x="47" y="173"/>
                </a:lnTo>
                <a:lnTo>
                  <a:pt x="47" y="170"/>
                </a:lnTo>
                <a:lnTo>
                  <a:pt x="47" y="170"/>
                </a:lnTo>
                <a:lnTo>
                  <a:pt x="48" y="170"/>
                </a:lnTo>
                <a:lnTo>
                  <a:pt x="48" y="170"/>
                </a:lnTo>
                <a:lnTo>
                  <a:pt x="50" y="169"/>
                </a:lnTo>
                <a:lnTo>
                  <a:pt x="50" y="168"/>
                </a:lnTo>
                <a:lnTo>
                  <a:pt x="50" y="168"/>
                </a:lnTo>
                <a:lnTo>
                  <a:pt x="50" y="166"/>
                </a:lnTo>
                <a:lnTo>
                  <a:pt x="51" y="165"/>
                </a:lnTo>
                <a:lnTo>
                  <a:pt x="51" y="165"/>
                </a:lnTo>
                <a:lnTo>
                  <a:pt x="51" y="165"/>
                </a:lnTo>
                <a:lnTo>
                  <a:pt x="50" y="171"/>
                </a:lnTo>
                <a:lnTo>
                  <a:pt x="50" y="171"/>
                </a:lnTo>
                <a:lnTo>
                  <a:pt x="48" y="173"/>
                </a:lnTo>
                <a:lnTo>
                  <a:pt x="48" y="174"/>
                </a:lnTo>
                <a:lnTo>
                  <a:pt x="48" y="174"/>
                </a:lnTo>
                <a:lnTo>
                  <a:pt x="48" y="174"/>
                </a:lnTo>
                <a:lnTo>
                  <a:pt x="50" y="173"/>
                </a:lnTo>
                <a:lnTo>
                  <a:pt x="51" y="171"/>
                </a:lnTo>
                <a:lnTo>
                  <a:pt x="52" y="171"/>
                </a:lnTo>
                <a:lnTo>
                  <a:pt x="52" y="171"/>
                </a:lnTo>
                <a:lnTo>
                  <a:pt x="52" y="173"/>
                </a:lnTo>
                <a:lnTo>
                  <a:pt x="51" y="174"/>
                </a:lnTo>
                <a:lnTo>
                  <a:pt x="51" y="175"/>
                </a:lnTo>
                <a:lnTo>
                  <a:pt x="51" y="176"/>
                </a:lnTo>
                <a:lnTo>
                  <a:pt x="51" y="176"/>
                </a:lnTo>
                <a:close/>
                <a:moveTo>
                  <a:pt x="42" y="111"/>
                </a:moveTo>
                <a:lnTo>
                  <a:pt x="42" y="111"/>
                </a:lnTo>
                <a:lnTo>
                  <a:pt x="42" y="113"/>
                </a:lnTo>
                <a:lnTo>
                  <a:pt x="42" y="111"/>
                </a:lnTo>
                <a:lnTo>
                  <a:pt x="42" y="111"/>
                </a:lnTo>
                <a:lnTo>
                  <a:pt x="42" y="106"/>
                </a:lnTo>
                <a:lnTo>
                  <a:pt x="42" y="99"/>
                </a:lnTo>
                <a:lnTo>
                  <a:pt x="42" y="99"/>
                </a:lnTo>
                <a:lnTo>
                  <a:pt x="42" y="98"/>
                </a:lnTo>
                <a:lnTo>
                  <a:pt x="42" y="99"/>
                </a:lnTo>
                <a:lnTo>
                  <a:pt x="42" y="99"/>
                </a:lnTo>
                <a:lnTo>
                  <a:pt x="43" y="105"/>
                </a:lnTo>
                <a:lnTo>
                  <a:pt x="42" y="111"/>
                </a:lnTo>
                <a:lnTo>
                  <a:pt x="42" y="111"/>
                </a:lnTo>
                <a:close/>
                <a:moveTo>
                  <a:pt x="43" y="173"/>
                </a:moveTo>
                <a:lnTo>
                  <a:pt x="43" y="173"/>
                </a:lnTo>
                <a:lnTo>
                  <a:pt x="42" y="171"/>
                </a:lnTo>
                <a:lnTo>
                  <a:pt x="41" y="171"/>
                </a:lnTo>
                <a:lnTo>
                  <a:pt x="41" y="169"/>
                </a:lnTo>
                <a:lnTo>
                  <a:pt x="41" y="169"/>
                </a:lnTo>
                <a:lnTo>
                  <a:pt x="41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70"/>
                </a:lnTo>
                <a:lnTo>
                  <a:pt x="43" y="170"/>
                </a:lnTo>
                <a:lnTo>
                  <a:pt x="45" y="169"/>
                </a:lnTo>
                <a:lnTo>
                  <a:pt x="45" y="169"/>
                </a:lnTo>
                <a:lnTo>
                  <a:pt x="46" y="169"/>
                </a:lnTo>
                <a:lnTo>
                  <a:pt x="46" y="169"/>
                </a:lnTo>
                <a:lnTo>
                  <a:pt x="45" y="170"/>
                </a:lnTo>
                <a:lnTo>
                  <a:pt x="45" y="173"/>
                </a:lnTo>
                <a:lnTo>
                  <a:pt x="45" y="176"/>
                </a:lnTo>
                <a:lnTo>
                  <a:pt x="45" y="176"/>
                </a:lnTo>
                <a:lnTo>
                  <a:pt x="43" y="176"/>
                </a:lnTo>
                <a:lnTo>
                  <a:pt x="43" y="176"/>
                </a:lnTo>
                <a:lnTo>
                  <a:pt x="43" y="178"/>
                </a:lnTo>
                <a:lnTo>
                  <a:pt x="42" y="178"/>
                </a:lnTo>
                <a:lnTo>
                  <a:pt x="42" y="178"/>
                </a:lnTo>
                <a:lnTo>
                  <a:pt x="42" y="175"/>
                </a:lnTo>
                <a:lnTo>
                  <a:pt x="42" y="175"/>
                </a:lnTo>
                <a:lnTo>
                  <a:pt x="43" y="174"/>
                </a:lnTo>
                <a:lnTo>
                  <a:pt x="43" y="173"/>
                </a:lnTo>
                <a:lnTo>
                  <a:pt x="43" y="173"/>
                </a:lnTo>
                <a:close/>
                <a:moveTo>
                  <a:pt x="37" y="171"/>
                </a:moveTo>
                <a:lnTo>
                  <a:pt x="37" y="171"/>
                </a:lnTo>
                <a:lnTo>
                  <a:pt x="37" y="171"/>
                </a:lnTo>
                <a:lnTo>
                  <a:pt x="37" y="170"/>
                </a:lnTo>
                <a:lnTo>
                  <a:pt x="37" y="168"/>
                </a:lnTo>
                <a:lnTo>
                  <a:pt x="36" y="166"/>
                </a:lnTo>
                <a:lnTo>
                  <a:pt x="36" y="166"/>
                </a:lnTo>
                <a:lnTo>
                  <a:pt x="37" y="165"/>
                </a:lnTo>
                <a:lnTo>
                  <a:pt x="37" y="163"/>
                </a:lnTo>
                <a:lnTo>
                  <a:pt x="37" y="163"/>
                </a:lnTo>
                <a:lnTo>
                  <a:pt x="39" y="166"/>
                </a:lnTo>
                <a:lnTo>
                  <a:pt x="39" y="169"/>
                </a:lnTo>
                <a:lnTo>
                  <a:pt x="39" y="169"/>
                </a:lnTo>
                <a:lnTo>
                  <a:pt x="39" y="169"/>
                </a:lnTo>
                <a:lnTo>
                  <a:pt x="37" y="169"/>
                </a:lnTo>
                <a:lnTo>
                  <a:pt x="37" y="171"/>
                </a:lnTo>
                <a:lnTo>
                  <a:pt x="37" y="171"/>
                </a:lnTo>
                <a:close/>
                <a:moveTo>
                  <a:pt x="48" y="129"/>
                </a:moveTo>
                <a:lnTo>
                  <a:pt x="48" y="129"/>
                </a:lnTo>
                <a:lnTo>
                  <a:pt x="47" y="128"/>
                </a:lnTo>
                <a:lnTo>
                  <a:pt x="47" y="128"/>
                </a:lnTo>
                <a:lnTo>
                  <a:pt x="47" y="128"/>
                </a:lnTo>
                <a:lnTo>
                  <a:pt x="47" y="126"/>
                </a:lnTo>
                <a:lnTo>
                  <a:pt x="48" y="125"/>
                </a:lnTo>
                <a:lnTo>
                  <a:pt x="48" y="125"/>
                </a:lnTo>
                <a:lnTo>
                  <a:pt x="51" y="126"/>
                </a:lnTo>
                <a:lnTo>
                  <a:pt x="52" y="126"/>
                </a:lnTo>
                <a:lnTo>
                  <a:pt x="52" y="128"/>
                </a:lnTo>
                <a:lnTo>
                  <a:pt x="52" y="128"/>
                </a:lnTo>
                <a:lnTo>
                  <a:pt x="51" y="128"/>
                </a:lnTo>
                <a:lnTo>
                  <a:pt x="48" y="126"/>
                </a:lnTo>
                <a:lnTo>
                  <a:pt x="48" y="126"/>
                </a:lnTo>
                <a:lnTo>
                  <a:pt x="50" y="129"/>
                </a:lnTo>
                <a:lnTo>
                  <a:pt x="51" y="129"/>
                </a:lnTo>
                <a:lnTo>
                  <a:pt x="51" y="129"/>
                </a:lnTo>
                <a:lnTo>
                  <a:pt x="51" y="129"/>
                </a:lnTo>
                <a:lnTo>
                  <a:pt x="52" y="129"/>
                </a:lnTo>
                <a:lnTo>
                  <a:pt x="51" y="129"/>
                </a:lnTo>
                <a:lnTo>
                  <a:pt x="51" y="130"/>
                </a:lnTo>
                <a:lnTo>
                  <a:pt x="51" y="130"/>
                </a:lnTo>
                <a:lnTo>
                  <a:pt x="51" y="130"/>
                </a:lnTo>
                <a:lnTo>
                  <a:pt x="50" y="130"/>
                </a:lnTo>
                <a:lnTo>
                  <a:pt x="50" y="129"/>
                </a:lnTo>
                <a:lnTo>
                  <a:pt x="48" y="129"/>
                </a:lnTo>
                <a:lnTo>
                  <a:pt x="48" y="129"/>
                </a:lnTo>
                <a:lnTo>
                  <a:pt x="50" y="133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7" y="130"/>
                </a:lnTo>
                <a:lnTo>
                  <a:pt x="48" y="129"/>
                </a:lnTo>
                <a:lnTo>
                  <a:pt x="48" y="129"/>
                </a:lnTo>
                <a:close/>
                <a:moveTo>
                  <a:pt x="43" y="58"/>
                </a:moveTo>
                <a:lnTo>
                  <a:pt x="43" y="58"/>
                </a:lnTo>
                <a:lnTo>
                  <a:pt x="42" y="58"/>
                </a:lnTo>
                <a:lnTo>
                  <a:pt x="42" y="55"/>
                </a:lnTo>
                <a:lnTo>
                  <a:pt x="42" y="51"/>
                </a:lnTo>
                <a:lnTo>
                  <a:pt x="42" y="51"/>
                </a:lnTo>
                <a:lnTo>
                  <a:pt x="43" y="53"/>
                </a:lnTo>
                <a:lnTo>
                  <a:pt x="43" y="54"/>
                </a:lnTo>
                <a:lnTo>
                  <a:pt x="43" y="58"/>
                </a:lnTo>
                <a:lnTo>
                  <a:pt x="43" y="58"/>
                </a:lnTo>
                <a:close/>
                <a:moveTo>
                  <a:pt x="54" y="81"/>
                </a:moveTo>
                <a:lnTo>
                  <a:pt x="54" y="81"/>
                </a:lnTo>
                <a:lnTo>
                  <a:pt x="56" y="80"/>
                </a:lnTo>
                <a:lnTo>
                  <a:pt x="56" y="76"/>
                </a:lnTo>
                <a:lnTo>
                  <a:pt x="56" y="76"/>
                </a:lnTo>
                <a:lnTo>
                  <a:pt x="57" y="78"/>
                </a:lnTo>
                <a:lnTo>
                  <a:pt x="57" y="79"/>
                </a:lnTo>
                <a:lnTo>
                  <a:pt x="57" y="80"/>
                </a:lnTo>
                <a:lnTo>
                  <a:pt x="57" y="81"/>
                </a:lnTo>
                <a:lnTo>
                  <a:pt x="57" y="81"/>
                </a:lnTo>
                <a:lnTo>
                  <a:pt x="57" y="83"/>
                </a:lnTo>
                <a:lnTo>
                  <a:pt x="58" y="84"/>
                </a:lnTo>
                <a:lnTo>
                  <a:pt x="58" y="84"/>
                </a:lnTo>
                <a:lnTo>
                  <a:pt x="59" y="83"/>
                </a:lnTo>
                <a:lnTo>
                  <a:pt x="58" y="80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8"/>
                </a:lnTo>
                <a:lnTo>
                  <a:pt x="58" y="76"/>
                </a:lnTo>
                <a:lnTo>
                  <a:pt x="57" y="75"/>
                </a:lnTo>
                <a:lnTo>
                  <a:pt x="57" y="75"/>
                </a:lnTo>
                <a:lnTo>
                  <a:pt x="57" y="74"/>
                </a:lnTo>
                <a:lnTo>
                  <a:pt x="58" y="73"/>
                </a:lnTo>
                <a:lnTo>
                  <a:pt x="58" y="73"/>
                </a:lnTo>
                <a:lnTo>
                  <a:pt x="57" y="69"/>
                </a:lnTo>
                <a:lnTo>
                  <a:pt x="57" y="69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6"/>
                </a:lnTo>
                <a:lnTo>
                  <a:pt x="59" y="66"/>
                </a:lnTo>
                <a:lnTo>
                  <a:pt x="58" y="66"/>
                </a:lnTo>
                <a:lnTo>
                  <a:pt x="58" y="68"/>
                </a:lnTo>
                <a:lnTo>
                  <a:pt x="58" y="68"/>
                </a:lnTo>
                <a:lnTo>
                  <a:pt x="57" y="66"/>
                </a:lnTo>
                <a:lnTo>
                  <a:pt x="57" y="65"/>
                </a:lnTo>
                <a:lnTo>
                  <a:pt x="57" y="63"/>
                </a:lnTo>
                <a:lnTo>
                  <a:pt x="57" y="63"/>
                </a:lnTo>
                <a:lnTo>
                  <a:pt x="59" y="65"/>
                </a:lnTo>
                <a:lnTo>
                  <a:pt x="59" y="65"/>
                </a:lnTo>
                <a:lnTo>
                  <a:pt x="60" y="65"/>
                </a:lnTo>
                <a:lnTo>
                  <a:pt x="60" y="65"/>
                </a:lnTo>
                <a:lnTo>
                  <a:pt x="58" y="61"/>
                </a:lnTo>
                <a:lnTo>
                  <a:pt x="58" y="61"/>
                </a:lnTo>
                <a:lnTo>
                  <a:pt x="59" y="61"/>
                </a:lnTo>
                <a:lnTo>
                  <a:pt x="59" y="59"/>
                </a:lnTo>
                <a:lnTo>
                  <a:pt x="60" y="55"/>
                </a:lnTo>
                <a:lnTo>
                  <a:pt x="60" y="55"/>
                </a:lnTo>
                <a:lnTo>
                  <a:pt x="62" y="59"/>
                </a:lnTo>
                <a:lnTo>
                  <a:pt x="62" y="59"/>
                </a:lnTo>
                <a:lnTo>
                  <a:pt x="63" y="59"/>
                </a:lnTo>
                <a:lnTo>
                  <a:pt x="63" y="56"/>
                </a:lnTo>
                <a:lnTo>
                  <a:pt x="63" y="56"/>
                </a:lnTo>
                <a:lnTo>
                  <a:pt x="64" y="59"/>
                </a:lnTo>
                <a:lnTo>
                  <a:pt x="64" y="63"/>
                </a:lnTo>
                <a:lnTo>
                  <a:pt x="64" y="70"/>
                </a:lnTo>
                <a:lnTo>
                  <a:pt x="64" y="70"/>
                </a:lnTo>
                <a:lnTo>
                  <a:pt x="64" y="70"/>
                </a:lnTo>
                <a:lnTo>
                  <a:pt x="63" y="71"/>
                </a:lnTo>
                <a:lnTo>
                  <a:pt x="63" y="71"/>
                </a:lnTo>
                <a:lnTo>
                  <a:pt x="64" y="73"/>
                </a:lnTo>
                <a:lnTo>
                  <a:pt x="64" y="73"/>
                </a:lnTo>
                <a:lnTo>
                  <a:pt x="64" y="73"/>
                </a:lnTo>
                <a:lnTo>
                  <a:pt x="63" y="73"/>
                </a:lnTo>
                <a:lnTo>
                  <a:pt x="63" y="73"/>
                </a:lnTo>
                <a:lnTo>
                  <a:pt x="64" y="75"/>
                </a:lnTo>
                <a:lnTo>
                  <a:pt x="64" y="75"/>
                </a:lnTo>
                <a:lnTo>
                  <a:pt x="64" y="78"/>
                </a:lnTo>
                <a:lnTo>
                  <a:pt x="63" y="80"/>
                </a:lnTo>
                <a:lnTo>
                  <a:pt x="63" y="80"/>
                </a:lnTo>
                <a:lnTo>
                  <a:pt x="64" y="88"/>
                </a:lnTo>
                <a:lnTo>
                  <a:pt x="64" y="88"/>
                </a:lnTo>
                <a:lnTo>
                  <a:pt x="62" y="95"/>
                </a:lnTo>
                <a:lnTo>
                  <a:pt x="62" y="95"/>
                </a:lnTo>
                <a:lnTo>
                  <a:pt x="63" y="96"/>
                </a:lnTo>
                <a:lnTo>
                  <a:pt x="63" y="96"/>
                </a:lnTo>
                <a:lnTo>
                  <a:pt x="62" y="103"/>
                </a:lnTo>
                <a:lnTo>
                  <a:pt x="62" y="105"/>
                </a:lnTo>
                <a:lnTo>
                  <a:pt x="62" y="108"/>
                </a:lnTo>
                <a:lnTo>
                  <a:pt x="62" y="108"/>
                </a:lnTo>
                <a:lnTo>
                  <a:pt x="60" y="110"/>
                </a:lnTo>
                <a:lnTo>
                  <a:pt x="60" y="110"/>
                </a:lnTo>
                <a:lnTo>
                  <a:pt x="60" y="109"/>
                </a:lnTo>
                <a:lnTo>
                  <a:pt x="60" y="108"/>
                </a:lnTo>
                <a:lnTo>
                  <a:pt x="60" y="106"/>
                </a:lnTo>
                <a:lnTo>
                  <a:pt x="59" y="106"/>
                </a:lnTo>
                <a:lnTo>
                  <a:pt x="59" y="106"/>
                </a:lnTo>
                <a:lnTo>
                  <a:pt x="62" y="111"/>
                </a:lnTo>
                <a:lnTo>
                  <a:pt x="62" y="111"/>
                </a:lnTo>
                <a:lnTo>
                  <a:pt x="60" y="114"/>
                </a:lnTo>
                <a:lnTo>
                  <a:pt x="60" y="118"/>
                </a:lnTo>
                <a:lnTo>
                  <a:pt x="60" y="124"/>
                </a:lnTo>
                <a:lnTo>
                  <a:pt x="60" y="124"/>
                </a:lnTo>
                <a:lnTo>
                  <a:pt x="59" y="125"/>
                </a:lnTo>
                <a:lnTo>
                  <a:pt x="58" y="126"/>
                </a:lnTo>
                <a:lnTo>
                  <a:pt x="58" y="126"/>
                </a:lnTo>
                <a:lnTo>
                  <a:pt x="58" y="129"/>
                </a:lnTo>
                <a:lnTo>
                  <a:pt x="57" y="129"/>
                </a:lnTo>
                <a:lnTo>
                  <a:pt x="57" y="130"/>
                </a:lnTo>
                <a:lnTo>
                  <a:pt x="57" y="130"/>
                </a:lnTo>
                <a:lnTo>
                  <a:pt x="56" y="129"/>
                </a:lnTo>
                <a:lnTo>
                  <a:pt x="56" y="128"/>
                </a:lnTo>
                <a:lnTo>
                  <a:pt x="56" y="125"/>
                </a:lnTo>
                <a:lnTo>
                  <a:pt x="56" y="125"/>
                </a:lnTo>
                <a:lnTo>
                  <a:pt x="56" y="120"/>
                </a:lnTo>
                <a:lnTo>
                  <a:pt x="56" y="120"/>
                </a:lnTo>
                <a:lnTo>
                  <a:pt x="56" y="119"/>
                </a:lnTo>
                <a:lnTo>
                  <a:pt x="56" y="119"/>
                </a:lnTo>
                <a:lnTo>
                  <a:pt x="57" y="116"/>
                </a:lnTo>
                <a:lnTo>
                  <a:pt x="57" y="116"/>
                </a:lnTo>
                <a:lnTo>
                  <a:pt x="57" y="114"/>
                </a:lnTo>
                <a:lnTo>
                  <a:pt x="57" y="114"/>
                </a:lnTo>
                <a:lnTo>
                  <a:pt x="57" y="111"/>
                </a:lnTo>
                <a:lnTo>
                  <a:pt x="56" y="109"/>
                </a:lnTo>
                <a:lnTo>
                  <a:pt x="56" y="109"/>
                </a:lnTo>
                <a:lnTo>
                  <a:pt x="58" y="110"/>
                </a:lnTo>
                <a:lnTo>
                  <a:pt x="58" y="110"/>
                </a:lnTo>
                <a:lnTo>
                  <a:pt x="58" y="109"/>
                </a:lnTo>
                <a:lnTo>
                  <a:pt x="58" y="109"/>
                </a:lnTo>
                <a:lnTo>
                  <a:pt x="58" y="109"/>
                </a:lnTo>
                <a:lnTo>
                  <a:pt x="57" y="109"/>
                </a:lnTo>
                <a:lnTo>
                  <a:pt x="57" y="109"/>
                </a:lnTo>
                <a:lnTo>
                  <a:pt x="56" y="106"/>
                </a:lnTo>
                <a:lnTo>
                  <a:pt x="54" y="105"/>
                </a:lnTo>
                <a:lnTo>
                  <a:pt x="54" y="105"/>
                </a:lnTo>
                <a:lnTo>
                  <a:pt x="56" y="99"/>
                </a:lnTo>
                <a:lnTo>
                  <a:pt x="57" y="94"/>
                </a:lnTo>
                <a:lnTo>
                  <a:pt x="57" y="94"/>
                </a:lnTo>
                <a:lnTo>
                  <a:pt x="56" y="91"/>
                </a:lnTo>
                <a:lnTo>
                  <a:pt x="53" y="89"/>
                </a:lnTo>
                <a:lnTo>
                  <a:pt x="53" y="89"/>
                </a:lnTo>
                <a:lnTo>
                  <a:pt x="54" y="84"/>
                </a:lnTo>
                <a:lnTo>
                  <a:pt x="56" y="84"/>
                </a:lnTo>
                <a:lnTo>
                  <a:pt x="56" y="84"/>
                </a:lnTo>
                <a:lnTo>
                  <a:pt x="56" y="83"/>
                </a:lnTo>
                <a:lnTo>
                  <a:pt x="54" y="81"/>
                </a:lnTo>
                <a:lnTo>
                  <a:pt x="54" y="81"/>
                </a:lnTo>
                <a:close/>
                <a:moveTo>
                  <a:pt x="56" y="103"/>
                </a:moveTo>
                <a:lnTo>
                  <a:pt x="56" y="103"/>
                </a:lnTo>
                <a:lnTo>
                  <a:pt x="57" y="101"/>
                </a:lnTo>
                <a:lnTo>
                  <a:pt x="57" y="101"/>
                </a:lnTo>
                <a:lnTo>
                  <a:pt x="56" y="103"/>
                </a:lnTo>
                <a:lnTo>
                  <a:pt x="56" y="103"/>
                </a:lnTo>
                <a:lnTo>
                  <a:pt x="56" y="105"/>
                </a:lnTo>
                <a:lnTo>
                  <a:pt x="56" y="105"/>
                </a:lnTo>
                <a:lnTo>
                  <a:pt x="58" y="105"/>
                </a:lnTo>
                <a:lnTo>
                  <a:pt x="59" y="104"/>
                </a:lnTo>
                <a:lnTo>
                  <a:pt x="59" y="104"/>
                </a:lnTo>
                <a:lnTo>
                  <a:pt x="58" y="104"/>
                </a:lnTo>
                <a:lnTo>
                  <a:pt x="57" y="104"/>
                </a:lnTo>
                <a:lnTo>
                  <a:pt x="57" y="104"/>
                </a:lnTo>
                <a:lnTo>
                  <a:pt x="56" y="103"/>
                </a:lnTo>
                <a:lnTo>
                  <a:pt x="56" y="103"/>
                </a:lnTo>
                <a:close/>
                <a:moveTo>
                  <a:pt x="57" y="99"/>
                </a:move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9" y="101"/>
                </a:lnTo>
                <a:lnTo>
                  <a:pt x="59" y="101"/>
                </a:lnTo>
                <a:lnTo>
                  <a:pt x="58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3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0" y="100"/>
                </a:lnTo>
                <a:lnTo>
                  <a:pt x="59" y="100"/>
                </a:lnTo>
                <a:lnTo>
                  <a:pt x="59" y="100"/>
                </a:lnTo>
                <a:lnTo>
                  <a:pt x="58" y="99"/>
                </a:lnTo>
                <a:lnTo>
                  <a:pt x="57" y="99"/>
                </a:lnTo>
                <a:lnTo>
                  <a:pt x="57" y="99"/>
                </a:lnTo>
                <a:close/>
                <a:moveTo>
                  <a:pt x="58" y="95"/>
                </a:moveTo>
                <a:lnTo>
                  <a:pt x="58" y="95"/>
                </a:lnTo>
                <a:lnTo>
                  <a:pt x="57" y="96"/>
                </a:lnTo>
                <a:lnTo>
                  <a:pt x="56" y="99"/>
                </a:lnTo>
                <a:lnTo>
                  <a:pt x="56" y="99"/>
                </a:lnTo>
                <a:lnTo>
                  <a:pt x="58" y="98"/>
                </a:lnTo>
                <a:lnTo>
                  <a:pt x="59" y="98"/>
                </a:lnTo>
                <a:lnTo>
                  <a:pt x="59" y="98"/>
                </a:lnTo>
                <a:lnTo>
                  <a:pt x="58" y="96"/>
                </a:lnTo>
                <a:lnTo>
                  <a:pt x="58" y="95"/>
                </a:lnTo>
                <a:lnTo>
                  <a:pt x="58" y="95"/>
                </a:lnTo>
                <a:close/>
                <a:moveTo>
                  <a:pt x="62" y="69"/>
                </a:move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3" y="66"/>
                </a:lnTo>
                <a:lnTo>
                  <a:pt x="62" y="65"/>
                </a:lnTo>
                <a:lnTo>
                  <a:pt x="62" y="65"/>
                </a:lnTo>
                <a:lnTo>
                  <a:pt x="62" y="68"/>
                </a:lnTo>
                <a:lnTo>
                  <a:pt x="62" y="69"/>
                </a:lnTo>
                <a:lnTo>
                  <a:pt x="62" y="69"/>
                </a:lnTo>
                <a:close/>
                <a:moveTo>
                  <a:pt x="60" y="86"/>
                </a:moveTo>
                <a:lnTo>
                  <a:pt x="60" y="86"/>
                </a:lnTo>
                <a:lnTo>
                  <a:pt x="59" y="90"/>
                </a:lnTo>
                <a:lnTo>
                  <a:pt x="59" y="91"/>
                </a:lnTo>
                <a:lnTo>
                  <a:pt x="60" y="91"/>
                </a:lnTo>
                <a:lnTo>
                  <a:pt x="60" y="91"/>
                </a:lnTo>
                <a:lnTo>
                  <a:pt x="60" y="89"/>
                </a:lnTo>
                <a:lnTo>
                  <a:pt x="60" y="88"/>
                </a:lnTo>
                <a:lnTo>
                  <a:pt x="60" y="86"/>
                </a:lnTo>
                <a:lnTo>
                  <a:pt x="60" y="86"/>
                </a:lnTo>
                <a:close/>
                <a:moveTo>
                  <a:pt x="56" y="85"/>
                </a:moveTo>
                <a:lnTo>
                  <a:pt x="56" y="85"/>
                </a:lnTo>
                <a:lnTo>
                  <a:pt x="54" y="86"/>
                </a:lnTo>
                <a:lnTo>
                  <a:pt x="54" y="89"/>
                </a:lnTo>
                <a:lnTo>
                  <a:pt x="57" y="90"/>
                </a:lnTo>
                <a:lnTo>
                  <a:pt x="58" y="91"/>
                </a:lnTo>
                <a:lnTo>
                  <a:pt x="58" y="91"/>
                </a:lnTo>
                <a:lnTo>
                  <a:pt x="58" y="90"/>
                </a:lnTo>
                <a:lnTo>
                  <a:pt x="57" y="89"/>
                </a:lnTo>
                <a:lnTo>
                  <a:pt x="56" y="88"/>
                </a:lnTo>
                <a:lnTo>
                  <a:pt x="56" y="85"/>
                </a:lnTo>
                <a:lnTo>
                  <a:pt x="56" y="85"/>
                </a:lnTo>
                <a:close/>
                <a:moveTo>
                  <a:pt x="34" y="339"/>
                </a:moveTo>
                <a:lnTo>
                  <a:pt x="34" y="339"/>
                </a:lnTo>
                <a:lnTo>
                  <a:pt x="34" y="338"/>
                </a:lnTo>
                <a:lnTo>
                  <a:pt x="34" y="338"/>
                </a:lnTo>
                <a:lnTo>
                  <a:pt x="33" y="337"/>
                </a:lnTo>
                <a:lnTo>
                  <a:pt x="33" y="335"/>
                </a:lnTo>
                <a:lnTo>
                  <a:pt x="33" y="335"/>
                </a:lnTo>
                <a:lnTo>
                  <a:pt x="34" y="337"/>
                </a:lnTo>
                <a:lnTo>
                  <a:pt x="35" y="338"/>
                </a:lnTo>
                <a:lnTo>
                  <a:pt x="36" y="338"/>
                </a:lnTo>
                <a:lnTo>
                  <a:pt x="36" y="338"/>
                </a:lnTo>
                <a:lnTo>
                  <a:pt x="36" y="339"/>
                </a:lnTo>
                <a:lnTo>
                  <a:pt x="34" y="339"/>
                </a:lnTo>
                <a:lnTo>
                  <a:pt x="34" y="339"/>
                </a:lnTo>
                <a:close/>
                <a:moveTo>
                  <a:pt x="50" y="0"/>
                </a:moveTo>
                <a:lnTo>
                  <a:pt x="50" y="0"/>
                </a:lnTo>
                <a:lnTo>
                  <a:pt x="51" y="1"/>
                </a:lnTo>
                <a:lnTo>
                  <a:pt x="51" y="3"/>
                </a:lnTo>
                <a:lnTo>
                  <a:pt x="51" y="5"/>
                </a:lnTo>
                <a:lnTo>
                  <a:pt x="51" y="5"/>
                </a:lnTo>
                <a:lnTo>
                  <a:pt x="50" y="5"/>
                </a:lnTo>
                <a:lnTo>
                  <a:pt x="50" y="4"/>
                </a:lnTo>
                <a:lnTo>
                  <a:pt x="50" y="0"/>
                </a:lnTo>
                <a:lnTo>
                  <a:pt x="50" y="0"/>
                </a:lnTo>
                <a:close/>
                <a:moveTo>
                  <a:pt x="48" y="111"/>
                </a:moveTo>
                <a:lnTo>
                  <a:pt x="48" y="111"/>
                </a:lnTo>
                <a:lnTo>
                  <a:pt x="48" y="110"/>
                </a:lnTo>
                <a:lnTo>
                  <a:pt x="50" y="109"/>
                </a:lnTo>
                <a:lnTo>
                  <a:pt x="50" y="109"/>
                </a:lnTo>
                <a:lnTo>
                  <a:pt x="50" y="108"/>
                </a:lnTo>
                <a:lnTo>
                  <a:pt x="50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1" y="111"/>
                </a:lnTo>
                <a:lnTo>
                  <a:pt x="51" y="111"/>
                </a:lnTo>
                <a:lnTo>
                  <a:pt x="50" y="113"/>
                </a:lnTo>
                <a:lnTo>
                  <a:pt x="50" y="111"/>
                </a:lnTo>
                <a:lnTo>
                  <a:pt x="50" y="110"/>
                </a:lnTo>
                <a:lnTo>
                  <a:pt x="48" y="111"/>
                </a:lnTo>
                <a:lnTo>
                  <a:pt x="48" y="111"/>
                </a:lnTo>
                <a:close/>
                <a:moveTo>
                  <a:pt x="54" y="106"/>
                </a:moveTo>
                <a:lnTo>
                  <a:pt x="54" y="106"/>
                </a:lnTo>
                <a:lnTo>
                  <a:pt x="56" y="108"/>
                </a:lnTo>
                <a:lnTo>
                  <a:pt x="56" y="108"/>
                </a:lnTo>
                <a:lnTo>
                  <a:pt x="56" y="108"/>
                </a:lnTo>
                <a:lnTo>
                  <a:pt x="56" y="110"/>
                </a:lnTo>
                <a:lnTo>
                  <a:pt x="56" y="113"/>
                </a:lnTo>
                <a:lnTo>
                  <a:pt x="56" y="113"/>
                </a:lnTo>
                <a:lnTo>
                  <a:pt x="54" y="111"/>
                </a:lnTo>
                <a:lnTo>
                  <a:pt x="54" y="110"/>
                </a:lnTo>
                <a:lnTo>
                  <a:pt x="54" y="106"/>
                </a:lnTo>
                <a:lnTo>
                  <a:pt x="54" y="106"/>
                </a:lnTo>
                <a:close/>
                <a:moveTo>
                  <a:pt x="42" y="93"/>
                </a:moveTo>
                <a:lnTo>
                  <a:pt x="42" y="91"/>
                </a:lnTo>
                <a:lnTo>
                  <a:pt x="42" y="91"/>
                </a:lnTo>
                <a:lnTo>
                  <a:pt x="43" y="91"/>
                </a:lnTo>
                <a:lnTo>
                  <a:pt x="43" y="90"/>
                </a:lnTo>
                <a:lnTo>
                  <a:pt x="43" y="90"/>
                </a:lnTo>
                <a:lnTo>
                  <a:pt x="43" y="90"/>
                </a:lnTo>
                <a:lnTo>
                  <a:pt x="42" y="90"/>
                </a:lnTo>
                <a:lnTo>
                  <a:pt x="42" y="90"/>
                </a:lnTo>
                <a:lnTo>
                  <a:pt x="42" y="90"/>
                </a:lnTo>
                <a:lnTo>
                  <a:pt x="42" y="89"/>
                </a:lnTo>
                <a:lnTo>
                  <a:pt x="43" y="88"/>
                </a:lnTo>
                <a:lnTo>
                  <a:pt x="43" y="88"/>
                </a:lnTo>
                <a:lnTo>
                  <a:pt x="41" y="88"/>
                </a:lnTo>
                <a:lnTo>
                  <a:pt x="41" y="88"/>
                </a:lnTo>
                <a:lnTo>
                  <a:pt x="42" y="86"/>
                </a:lnTo>
                <a:lnTo>
                  <a:pt x="42" y="85"/>
                </a:lnTo>
                <a:lnTo>
                  <a:pt x="42" y="81"/>
                </a:lnTo>
                <a:lnTo>
                  <a:pt x="42" y="81"/>
                </a:lnTo>
                <a:lnTo>
                  <a:pt x="43" y="83"/>
                </a:lnTo>
                <a:lnTo>
                  <a:pt x="43" y="84"/>
                </a:lnTo>
                <a:lnTo>
                  <a:pt x="43" y="84"/>
                </a:lnTo>
                <a:lnTo>
                  <a:pt x="45" y="84"/>
                </a:lnTo>
                <a:lnTo>
                  <a:pt x="45" y="84"/>
                </a:lnTo>
                <a:lnTo>
                  <a:pt x="43" y="86"/>
                </a:lnTo>
                <a:lnTo>
                  <a:pt x="43" y="86"/>
                </a:lnTo>
                <a:lnTo>
                  <a:pt x="45" y="86"/>
                </a:lnTo>
                <a:lnTo>
                  <a:pt x="45" y="86"/>
                </a:lnTo>
                <a:lnTo>
                  <a:pt x="45" y="89"/>
                </a:lnTo>
                <a:lnTo>
                  <a:pt x="45" y="93"/>
                </a:lnTo>
                <a:lnTo>
                  <a:pt x="45" y="93"/>
                </a:lnTo>
                <a:lnTo>
                  <a:pt x="43" y="93"/>
                </a:lnTo>
                <a:lnTo>
                  <a:pt x="42" y="93"/>
                </a:lnTo>
                <a:lnTo>
                  <a:pt x="42" y="93"/>
                </a:lnTo>
                <a:close/>
                <a:moveTo>
                  <a:pt x="204" y="679"/>
                </a:moveTo>
                <a:lnTo>
                  <a:pt x="204" y="679"/>
                </a:lnTo>
                <a:lnTo>
                  <a:pt x="204" y="681"/>
                </a:lnTo>
                <a:lnTo>
                  <a:pt x="203" y="682"/>
                </a:lnTo>
                <a:lnTo>
                  <a:pt x="202" y="682"/>
                </a:lnTo>
                <a:lnTo>
                  <a:pt x="202" y="682"/>
                </a:lnTo>
                <a:lnTo>
                  <a:pt x="202" y="681"/>
                </a:lnTo>
                <a:lnTo>
                  <a:pt x="204" y="679"/>
                </a:lnTo>
                <a:lnTo>
                  <a:pt x="204" y="679"/>
                </a:lnTo>
                <a:close/>
                <a:moveTo>
                  <a:pt x="47" y="98"/>
                </a:moveTo>
                <a:lnTo>
                  <a:pt x="47" y="98"/>
                </a:lnTo>
                <a:lnTo>
                  <a:pt x="48" y="94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7" y="91"/>
                </a:lnTo>
                <a:lnTo>
                  <a:pt x="47" y="90"/>
                </a:lnTo>
                <a:lnTo>
                  <a:pt x="48" y="90"/>
                </a:lnTo>
                <a:lnTo>
                  <a:pt x="48" y="89"/>
                </a:lnTo>
                <a:lnTo>
                  <a:pt x="48" y="89"/>
                </a:lnTo>
                <a:lnTo>
                  <a:pt x="48" y="88"/>
                </a:lnTo>
                <a:lnTo>
                  <a:pt x="47" y="86"/>
                </a:lnTo>
                <a:lnTo>
                  <a:pt x="47" y="85"/>
                </a:lnTo>
                <a:lnTo>
                  <a:pt x="47" y="84"/>
                </a:lnTo>
                <a:lnTo>
                  <a:pt x="47" y="84"/>
                </a:lnTo>
                <a:lnTo>
                  <a:pt x="48" y="85"/>
                </a:lnTo>
                <a:lnTo>
                  <a:pt x="50" y="89"/>
                </a:lnTo>
                <a:lnTo>
                  <a:pt x="50" y="89"/>
                </a:lnTo>
                <a:lnTo>
                  <a:pt x="50" y="94"/>
                </a:lnTo>
                <a:lnTo>
                  <a:pt x="48" y="96"/>
                </a:lnTo>
                <a:lnTo>
                  <a:pt x="47" y="98"/>
                </a:lnTo>
                <a:lnTo>
                  <a:pt x="47" y="98"/>
                </a:lnTo>
                <a:close/>
                <a:moveTo>
                  <a:pt x="48" y="99"/>
                </a:moveTo>
                <a:lnTo>
                  <a:pt x="48" y="99"/>
                </a:lnTo>
                <a:lnTo>
                  <a:pt x="50" y="100"/>
                </a:lnTo>
                <a:lnTo>
                  <a:pt x="50" y="101"/>
                </a:lnTo>
                <a:lnTo>
                  <a:pt x="50" y="104"/>
                </a:lnTo>
                <a:lnTo>
                  <a:pt x="50" y="106"/>
                </a:lnTo>
                <a:lnTo>
                  <a:pt x="50" y="106"/>
                </a:lnTo>
                <a:lnTo>
                  <a:pt x="48" y="106"/>
                </a:lnTo>
                <a:lnTo>
                  <a:pt x="48" y="108"/>
                </a:lnTo>
                <a:lnTo>
                  <a:pt x="48" y="108"/>
                </a:lnTo>
                <a:lnTo>
                  <a:pt x="47" y="106"/>
                </a:lnTo>
                <a:lnTo>
                  <a:pt x="47" y="104"/>
                </a:lnTo>
                <a:lnTo>
                  <a:pt x="48" y="101"/>
                </a:lnTo>
                <a:lnTo>
                  <a:pt x="48" y="99"/>
                </a:lnTo>
                <a:lnTo>
                  <a:pt x="48" y="99"/>
                </a:lnTo>
                <a:close/>
                <a:moveTo>
                  <a:pt x="53" y="94"/>
                </a:moveTo>
                <a:lnTo>
                  <a:pt x="53" y="94"/>
                </a:lnTo>
                <a:lnTo>
                  <a:pt x="52" y="91"/>
                </a:lnTo>
                <a:lnTo>
                  <a:pt x="52" y="91"/>
                </a:lnTo>
                <a:lnTo>
                  <a:pt x="53" y="91"/>
                </a:lnTo>
                <a:lnTo>
                  <a:pt x="53" y="93"/>
                </a:lnTo>
                <a:lnTo>
                  <a:pt x="53" y="94"/>
                </a:lnTo>
                <a:lnTo>
                  <a:pt x="54" y="94"/>
                </a:lnTo>
                <a:lnTo>
                  <a:pt x="54" y="94"/>
                </a:lnTo>
                <a:lnTo>
                  <a:pt x="53" y="99"/>
                </a:lnTo>
                <a:lnTo>
                  <a:pt x="53" y="103"/>
                </a:lnTo>
                <a:lnTo>
                  <a:pt x="53" y="103"/>
                </a:lnTo>
                <a:lnTo>
                  <a:pt x="52" y="103"/>
                </a:lnTo>
                <a:lnTo>
                  <a:pt x="52" y="100"/>
                </a:lnTo>
                <a:lnTo>
                  <a:pt x="53" y="94"/>
                </a:lnTo>
                <a:lnTo>
                  <a:pt x="53" y="94"/>
                </a:lnTo>
                <a:close/>
                <a:moveTo>
                  <a:pt x="7" y="3"/>
                </a:moveTo>
                <a:lnTo>
                  <a:pt x="7" y="3"/>
                </a:lnTo>
                <a:lnTo>
                  <a:pt x="11" y="5"/>
                </a:lnTo>
                <a:lnTo>
                  <a:pt x="13" y="6"/>
                </a:lnTo>
                <a:lnTo>
                  <a:pt x="14" y="8"/>
                </a:lnTo>
                <a:lnTo>
                  <a:pt x="14" y="8"/>
                </a:lnTo>
                <a:lnTo>
                  <a:pt x="14" y="11"/>
                </a:lnTo>
                <a:lnTo>
                  <a:pt x="14" y="11"/>
                </a:lnTo>
                <a:lnTo>
                  <a:pt x="16" y="14"/>
                </a:lnTo>
                <a:lnTo>
                  <a:pt x="17" y="15"/>
                </a:lnTo>
                <a:lnTo>
                  <a:pt x="16" y="16"/>
                </a:lnTo>
                <a:lnTo>
                  <a:pt x="16" y="16"/>
                </a:lnTo>
                <a:lnTo>
                  <a:pt x="18" y="20"/>
                </a:lnTo>
                <a:lnTo>
                  <a:pt x="18" y="20"/>
                </a:lnTo>
                <a:lnTo>
                  <a:pt x="18" y="30"/>
                </a:lnTo>
                <a:lnTo>
                  <a:pt x="18" y="35"/>
                </a:lnTo>
                <a:lnTo>
                  <a:pt x="17" y="39"/>
                </a:lnTo>
                <a:lnTo>
                  <a:pt x="17" y="39"/>
                </a:lnTo>
                <a:lnTo>
                  <a:pt x="17" y="38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6" y="40"/>
                </a:lnTo>
                <a:lnTo>
                  <a:pt x="16" y="40"/>
                </a:lnTo>
                <a:lnTo>
                  <a:pt x="13" y="43"/>
                </a:lnTo>
                <a:lnTo>
                  <a:pt x="13" y="45"/>
                </a:lnTo>
                <a:lnTo>
                  <a:pt x="13" y="45"/>
                </a:lnTo>
                <a:lnTo>
                  <a:pt x="16" y="43"/>
                </a:lnTo>
                <a:lnTo>
                  <a:pt x="17" y="40"/>
                </a:lnTo>
                <a:lnTo>
                  <a:pt x="17" y="40"/>
                </a:lnTo>
                <a:lnTo>
                  <a:pt x="17" y="41"/>
                </a:lnTo>
                <a:lnTo>
                  <a:pt x="17" y="44"/>
                </a:lnTo>
                <a:lnTo>
                  <a:pt x="17" y="48"/>
                </a:lnTo>
                <a:lnTo>
                  <a:pt x="17" y="48"/>
                </a:lnTo>
                <a:lnTo>
                  <a:pt x="16" y="46"/>
                </a:lnTo>
                <a:lnTo>
                  <a:pt x="16" y="48"/>
                </a:lnTo>
                <a:lnTo>
                  <a:pt x="14" y="46"/>
                </a:lnTo>
                <a:lnTo>
                  <a:pt x="14" y="46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6" y="49"/>
                </a:lnTo>
                <a:lnTo>
                  <a:pt x="17" y="48"/>
                </a:lnTo>
                <a:lnTo>
                  <a:pt x="18" y="48"/>
                </a:lnTo>
                <a:lnTo>
                  <a:pt x="18" y="50"/>
                </a:lnTo>
                <a:lnTo>
                  <a:pt x="18" y="50"/>
                </a:lnTo>
                <a:lnTo>
                  <a:pt x="18" y="49"/>
                </a:lnTo>
                <a:lnTo>
                  <a:pt x="17" y="50"/>
                </a:lnTo>
                <a:lnTo>
                  <a:pt x="16" y="51"/>
                </a:lnTo>
                <a:lnTo>
                  <a:pt x="16" y="53"/>
                </a:lnTo>
                <a:lnTo>
                  <a:pt x="16" y="53"/>
                </a:lnTo>
                <a:lnTo>
                  <a:pt x="17" y="53"/>
                </a:lnTo>
                <a:lnTo>
                  <a:pt x="17" y="51"/>
                </a:lnTo>
                <a:lnTo>
                  <a:pt x="17" y="51"/>
                </a:lnTo>
                <a:lnTo>
                  <a:pt x="17" y="51"/>
                </a:lnTo>
                <a:lnTo>
                  <a:pt x="17" y="53"/>
                </a:lnTo>
                <a:lnTo>
                  <a:pt x="18" y="56"/>
                </a:lnTo>
                <a:lnTo>
                  <a:pt x="18" y="56"/>
                </a:lnTo>
                <a:lnTo>
                  <a:pt x="17" y="56"/>
                </a:lnTo>
                <a:lnTo>
                  <a:pt x="16" y="58"/>
                </a:lnTo>
                <a:lnTo>
                  <a:pt x="16" y="58"/>
                </a:lnTo>
                <a:lnTo>
                  <a:pt x="17" y="59"/>
                </a:lnTo>
                <a:lnTo>
                  <a:pt x="16" y="60"/>
                </a:lnTo>
                <a:lnTo>
                  <a:pt x="14" y="64"/>
                </a:lnTo>
                <a:lnTo>
                  <a:pt x="14" y="64"/>
                </a:lnTo>
                <a:lnTo>
                  <a:pt x="13" y="59"/>
                </a:lnTo>
                <a:lnTo>
                  <a:pt x="12" y="58"/>
                </a:lnTo>
                <a:lnTo>
                  <a:pt x="10" y="56"/>
                </a:lnTo>
                <a:lnTo>
                  <a:pt x="10" y="56"/>
                </a:lnTo>
                <a:lnTo>
                  <a:pt x="11" y="56"/>
                </a:lnTo>
                <a:lnTo>
                  <a:pt x="11" y="55"/>
                </a:lnTo>
                <a:lnTo>
                  <a:pt x="11" y="55"/>
                </a:lnTo>
                <a:lnTo>
                  <a:pt x="11" y="55"/>
                </a:lnTo>
                <a:lnTo>
                  <a:pt x="10" y="55"/>
                </a:lnTo>
                <a:lnTo>
                  <a:pt x="8" y="55"/>
                </a:lnTo>
                <a:lnTo>
                  <a:pt x="8" y="55"/>
                </a:lnTo>
                <a:lnTo>
                  <a:pt x="8" y="53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10" y="51"/>
                </a:lnTo>
                <a:lnTo>
                  <a:pt x="10" y="53"/>
                </a:lnTo>
                <a:lnTo>
                  <a:pt x="10" y="53"/>
                </a:lnTo>
                <a:lnTo>
                  <a:pt x="11" y="53"/>
                </a:lnTo>
                <a:lnTo>
                  <a:pt x="11" y="51"/>
                </a:lnTo>
                <a:lnTo>
                  <a:pt x="10" y="48"/>
                </a:lnTo>
                <a:lnTo>
                  <a:pt x="10" y="48"/>
                </a:lnTo>
                <a:lnTo>
                  <a:pt x="10" y="48"/>
                </a:lnTo>
                <a:lnTo>
                  <a:pt x="10" y="46"/>
                </a:lnTo>
                <a:lnTo>
                  <a:pt x="11" y="46"/>
                </a:lnTo>
                <a:lnTo>
                  <a:pt x="11" y="45"/>
                </a:lnTo>
                <a:lnTo>
                  <a:pt x="8" y="43"/>
                </a:lnTo>
                <a:lnTo>
                  <a:pt x="8" y="43"/>
                </a:lnTo>
                <a:lnTo>
                  <a:pt x="8" y="43"/>
                </a:lnTo>
                <a:lnTo>
                  <a:pt x="8" y="44"/>
                </a:lnTo>
                <a:lnTo>
                  <a:pt x="8" y="45"/>
                </a:lnTo>
                <a:lnTo>
                  <a:pt x="8" y="45"/>
                </a:lnTo>
                <a:lnTo>
                  <a:pt x="7" y="46"/>
                </a:lnTo>
                <a:lnTo>
                  <a:pt x="7" y="46"/>
                </a:lnTo>
                <a:lnTo>
                  <a:pt x="7" y="49"/>
                </a:lnTo>
                <a:lnTo>
                  <a:pt x="7" y="51"/>
                </a:lnTo>
                <a:lnTo>
                  <a:pt x="7" y="51"/>
                </a:lnTo>
                <a:lnTo>
                  <a:pt x="6" y="35"/>
                </a:lnTo>
                <a:lnTo>
                  <a:pt x="6" y="35"/>
                </a:lnTo>
                <a:lnTo>
                  <a:pt x="10" y="35"/>
                </a:lnTo>
                <a:lnTo>
                  <a:pt x="12" y="35"/>
                </a:lnTo>
                <a:lnTo>
                  <a:pt x="12" y="35"/>
                </a:lnTo>
                <a:lnTo>
                  <a:pt x="12" y="33"/>
                </a:lnTo>
                <a:lnTo>
                  <a:pt x="11" y="31"/>
                </a:lnTo>
                <a:lnTo>
                  <a:pt x="11" y="31"/>
                </a:lnTo>
                <a:lnTo>
                  <a:pt x="11" y="31"/>
                </a:lnTo>
                <a:lnTo>
                  <a:pt x="10" y="31"/>
                </a:lnTo>
                <a:lnTo>
                  <a:pt x="10" y="33"/>
                </a:lnTo>
                <a:lnTo>
                  <a:pt x="8" y="31"/>
                </a:lnTo>
                <a:lnTo>
                  <a:pt x="8" y="29"/>
                </a:lnTo>
                <a:lnTo>
                  <a:pt x="8" y="29"/>
                </a:lnTo>
                <a:lnTo>
                  <a:pt x="7" y="29"/>
                </a:lnTo>
                <a:lnTo>
                  <a:pt x="6" y="30"/>
                </a:lnTo>
                <a:lnTo>
                  <a:pt x="6" y="33"/>
                </a:lnTo>
                <a:lnTo>
                  <a:pt x="6" y="33"/>
                </a:lnTo>
                <a:lnTo>
                  <a:pt x="5" y="31"/>
                </a:lnTo>
                <a:lnTo>
                  <a:pt x="5" y="29"/>
                </a:lnTo>
                <a:lnTo>
                  <a:pt x="5" y="24"/>
                </a:lnTo>
                <a:lnTo>
                  <a:pt x="5" y="24"/>
                </a:lnTo>
                <a:lnTo>
                  <a:pt x="6" y="25"/>
                </a:lnTo>
                <a:lnTo>
                  <a:pt x="6" y="25"/>
                </a:lnTo>
                <a:lnTo>
                  <a:pt x="6" y="23"/>
                </a:lnTo>
                <a:lnTo>
                  <a:pt x="5" y="21"/>
                </a:lnTo>
                <a:lnTo>
                  <a:pt x="5" y="21"/>
                </a:lnTo>
                <a:lnTo>
                  <a:pt x="4" y="23"/>
                </a:lnTo>
                <a:lnTo>
                  <a:pt x="4" y="23"/>
                </a:lnTo>
                <a:lnTo>
                  <a:pt x="2" y="18"/>
                </a:lnTo>
                <a:lnTo>
                  <a:pt x="1" y="13"/>
                </a:lnTo>
                <a:lnTo>
                  <a:pt x="1" y="13"/>
                </a:lnTo>
                <a:lnTo>
                  <a:pt x="2" y="13"/>
                </a:lnTo>
                <a:lnTo>
                  <a:pt x="4" y="11"/>
                </a:lnTo>
                <a:lnTo>
                  <a:pt x="4" y="11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1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1" y="6"/>
                </a:lnTo>
                <a:lnTo>
                  <a:pt x="1" y="6"/>
                </a:lnTo>
                <a:lnTo>
                  <a:pt x="4" y="5"/>
                </a:lnTo>
                <a:lnTo>
                  <a:pt x="7" y="3"/>
                </a:lnTo>
                <a:lnTo>
                  <a:pt x="7" y="3"/>
                </a:lnTo>
                <a:close/>
                <a:moveTo>
                  <a:pt x="13" y="46"/>
                </a:moveTo>
                <a:lnTo>
                  <a:pt x="13" y="46"/>
                </a:lnTo>
                <a:lnTo>
                  <a:pt x="12" y="46"/>
                </a:lnTo>
                <a:lnTo>
                  <a:pt x="11" y="48"/>
                </a:lnTo>
                <a:lnTo>
                  <a:pt x="11" y="50"/>
                </a:lnTo>
                <a:lnTo>
                  <a:pt x="12" y="50"/>
                </a:lnTo>
                <a:lnTo>
                  <a:pt x="12" y="50"/>
                </a:lnTo>
                <a:lnTo>
                  <a:pt x="12" y="49"/>
                </a:lnTo>
                <a:lnTo>
                  <a:pt x="13" y="46"/>
                </a:lnTo>
                <a:lnTo>
                  <a:pt x="13" y="46"/>
                </a:lnTo>
                <a:close/>
                <a:moveTo>
                  <a:pt x="12" y="35"/>
                </a:moveTo>
                <a:lnTo>
                  <a:pt x="12" y="35"/>
                </a:lnTo>
                <a:lnTo>
                  <a:pt x="11" y="36"/>
                </a:lnTo>
                <a:lnTo>
                  <a:pt x="7" y="36"/>
                </a:lnTo>
                <a:lnTo>
                  <a:pt x="7" y="36"/>
                </a:lnTo>
                <a:lnTo>
                  <a:pt x="8" y="38"/>
                </a:lnTo>
                <a:lnTo>
                  <a:pt x="10" y="39"/>
                </a:lnTo>
                <a:lnTo>
                  <a:pt x="11" y="39"/>
                </a:lnTo>
                <a:lnTo>
                  <a:pt x="11" y="39"/>
                </a:lnTo>
                <a:lnTo>
                  <a:pt x="10" y="40"/>
                </a:lnTo>
                <a:lnTo>
                  <a:pt x="10" y="41"/>
                </a:lnTo>
                <a:lnTo>
                  <a:pt x="11" y="44"/>
                </a:lnTo>
                <a:lnTo>
                  <a:pt x="12" y="44"/>
                </a:lnTo>
                <a:lnTo>
                  <a:pt x="12" y="44"/>
                </a:lnTo>
                <a:lnTo>
                  <a:pt x="12" y="43"/>
                </a:lnTo>
                <a:lnTo>
                  <a:pt x="11" y="41"/>
                </a:lnTo>
                <a:lnTo>
                  <a:pt x="11" y="41"/>
                </a:lnTo>
                <a:lnTo>
                  <a:pt x="13" y="38"/>
                </a:lnTo>
                <a:lnTo>
                  <a:pt x="13" y="36"/>
                </a:lnTo>
                <a:lnTo>
                  <a:pt x="12" y="35"/>
                </a:lnTo>
                <a:lnTo>
                  <a:pt x="12" y="35"/>
                </a:lnTo>
                <a:close/>
                <a:moveTo>
                  <a:pt x="10" y="23"/>
                </a:moveTo>
                <a:lnTo>
                  <a:pt x="10" y="23"/>
                </a:lnTo>
                <a:lnTo>
                  <a:pt x="8" y="25"/>
                </a:lnTo>
                <a:lnTo>
                  <a:pt x="10" y="26"/>
                </a:lnTo>
                <a:lnTo>
                  <a:pt x="10" y="26"/>
                </a:lnTo>
                <a:lnTo>
                  <a:pt x="10" y="29"/>
                </a:lnTo>
                <a:lnTo>
                  <a:pt x="10" y="30"/>
                </a:lnTo>
                <a:lnTo>
                  <a:pt x="11" y="30"/>
                </a:lnTo>
                <a:lnTo>
                  <a:pt x="11" y="30"/>
                </a:lnTo>
                <a:lnTo>
                  <a:pt x="11" y="29"/>
                </a:lnTo>
                <a:lnTo>
                  <a:pt x="11" y="28"/>
                </a:lnTo>
                <a:lnTo>
                  <a:pt x="12" y="26"/>
                </a:lnTo>
                <a:lnTo>
                  <a:pt x="12" y="26"/>
                </a:lnTo>
                <a:lnTo>
                  <a:pt x="11" y="26"/>
                </a:lnTo>
                <a:lnTo>
                  <a:pt x="10" y="25"/>
                </a:lnTo>
                <a:lnTo>
                  <a:pt x="10" y="23"/>
                </a:lnTo>
                <a:lnTo>
                  <a:pt x="10" y="23"/>
                </a:lnTo>
                <a:close/>
                <a:moveTo>
                  <a:pt x="12" y="24"/>
                </a:moveTo>
                <a:lnTo>
                  <a:pt x="12" y="24"/>
                </a:lnTo>
                <a:lnTo>
                  <a:pt x="13" y="23"/>
                </a:lnTo>
                <a:lnTo>
                  <a:pt x="14" y="21"/>
                </a:lnTo>
                <a:lnTo>
                  <a:pt x="14" y="21"/>
                </a:lnTo>
                <a:lnTo>
                  <a:pt x="13" y="21"/>
                </a:lnTo>
                <a:lnTo>
                  <a:pt x="12" y="21"/>
                </a:lnTo>
                <a:lnTo>
                  <a:pt x="12" y="24"/>
                </a:lnTo>
                <a:lnTo>
                  <a:pt x="12" y="24"/>
                </a:lnTo>
                <a:close/>
                <a:moveTo>
                  <a:pt x="8" y="19"/>
                </a:moveTo>
                <a:lnTo>
                  <a:pt x="8" y="19"/>
                </a:lnTo>
                <a:lnTo>
                  <a:pt x="8" y="21"/>
                </a:lnTo>
                <a:lnTo>
                  <a:pt x="10" y="21"/>
                </a:lnTo>
                <a:lnTo>
                  <a:pt x="10" y="21"/>
                </a:lnTo>
                <a:lnTo>
                  <a:pt x="10" y="20"/>
                </a:lnTo>
                <a:lnTo>
                  <a:pt x="11" y="19"/>
                </a:lnTo>
                <a:lnTo>
                  <a:pt x="8" y="19"/>
                </a:lnTo>
                <a:close/>
                <a:moveTo>
                  <a:pt x="6" y="18"/>
                </a:moveTo>
                <a:lnTo>
                  <a:pt x="6" y="18"/>
                </a:lnTo>
                <a:lnTo>
                  <a:pt x="8" y="18"/>
                </a:lnTo>
                <a:lnTo>
                  <a:pt x="10" y="18"/>
                </a:lnTo>
                <a:lnTo>
                  <a:pt x="10" y="16"/>
                </a:lnTo>
                <a:lnTo>
                  <a:pt x="10" y="16"/>
                </a:lnTo>
                <a:lnTo>
                  <a:pt x="7" y="16"/>
                </a:lnTo>
                <a:lnTo>
                  <a:pt x="6" y="16"/>
                </a:lnTo>
                <a:lnTo>
                  <a:pt x="6" y="18"/>
                </a:lnTo>
                <a:lnTo>
                  <a:pt x="6" y="18"/>
                </a:lnTo>
                <a:close/>
                <a:moveTo>
                  <a:pt x="4" y="9"/>
                </a:moveTo>
                <a:lnTo>
                  <a:pt x="4" y="9"/>
                </a:lnTo>
                <a:lnTo>
                  <a:pt x="4" y="9"/>
                </a:lnTo>
                <a:lnTo>
                  <a:pt x="4" y="10"/>
                </a:lnTo>
                <a:lnTo>
                  <a:pt x="4" y="10"/>
                </a:lnTo>
                <a:lnTo>
                  <a:pt x="6" y="9"/>
                </a:lnTo>
                <a:lnTo>
                  <a:pt x="6" y="8"/>
                </a:lnTo>
                <a:lnTo>
                  <a:pt x="6" y="8"/>
                </a:lnTo>
                <a:lnTo>
                  <a:pt x="6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9"/>
                </a:lnTo>
                <a:close/>
                <a:moveTo>
                  <a:pt x="35" y="294"/>
                </a:moveTo>
                <a:lnTo>
                  <a:pt x="35" y="294"/>
                </a:lnTo>
                <a:lnTo>
                  <a:pt x="35" y="297"/>
                </a:lnTo>
                <a:lnTo>
                  <a:pt x="34" y="298"/>
                </a:lnTo>
                <a:lnTo>
                  <a:pt x="34" y="299"/>
                </a:lnTo>
                <a:lnTo>
                  <a:pt x="34" y="299"/>
                </a:lnTo>
                <a:lnTo>
                  <a:pt x="34" y="295"/>
                </a:lnTo>
                <a:lnTo>
                  <a:pt x="34" y="293"/>
                </a:lnTo>
                <a:lnTo>
                  <a:pt x="34" y="293"/>
                </a:lnTo>
                <a:lnTo>
                  <a:pt x="35" y="293"/>
                </a:lnTo>
                <a:lnTo>
                  <a:pt x="35" y="294"/>
                </a:lnTo>
                <a:lnTo>
                  <a:pt x="35" y="294"/>
                </a:lnTo>
                <a:close/>
                <a:moveTo>
                  <a:pt x="33" y="295"/>
                </a:moveTo>
                <a:lnTo>
                  <a:pt x="33" y="295"/>
                </a:lnTo>
                <a:lnTo>
                  <a:pt x="31" y="297"/>
                </a:lnTo>
                <a:lnTo>
                  <a:pt x="31" y="295"/>
                </a:lnTo>
                <a:lnTo>
                  <a:pt x="31" y="293"/>
                </a:lnTo>
                <a:lnTo>
                  <a:pt x="31" y="292"/>
                </a:lnTo>
                <a:lnTo>
                  <a:pt x="31" y="292"/>
                </a:lnTo>
                <a:lnTo>
                  <a:pt x="33" y="293"/>
                </a:lnTo>
                <a:lnTo>
                  <a:pt x="31" y="294"/>
                </a:lnTo>
                <a:lnTo>
                  <a:pt x="31" y="295"/>
                </a:lnTo>
                <a:lnTo>
                  <a:pt x="33" y="295"/>
                </a:lnTo>
                <a:lnTo>
                  <a:pt x="33" y="295"/>
                </a:lnTo>
                <a:close/>
                <a:moveTo>
                  <a:pt x="31" y="275"/>
                </a:moveTo>
                <a:lnTo>
                  <a:pt x="31" y="275"/>
                </a:lnTo>
                <a:lnTo>
                  <a:pt x="34" y="279"/>
                </a:lnTo>
                <a:lnTo>
                  <a:pt x="34" y="282"/>
                </a:lnTo>
                <a:lnTo>
                  <a:pt x="33" y="283"/>
                </a:lnTo>
                <a:lnTo>
                  <a:pt x="33" y="283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4" y="287"/>
                </a:lnTo>
                <a:lnTo>
                  <a:pt x="33" y="287"/>
                </a:lnTo>
                <a:lnTo>
                  <a:pt x="33" y="287"/>
                </a:lnTo>
                <a:lnTo>
                  <a:pt x="33" y="284"/>
                </a:lnTo>
                <a:lnTo>
                  <a:pt x="33" y="282"/>
                </a:lnTo>
                <a:lnTo>
                  <a:pt x="33" y="280"/>
                </a:lnTo>
                <a:lnTo>
                  <a:pt x="33" y="279"/>
                </a:lnTo>
                <a:lnTo>
                  <a:pt x="31" y="279"/>
                </a:lnTo>
                <a:lnTo>
                  <a:pt x="31" y="279"/>
                </a:lnTo>
                <a:lnTo>
                  <a:pt x="31" y="278"/>
                </a:lnTo>
                <a:lnTo>
                  <a:pt x="31" y="275"/>
                </a:lnTo>
                <a:lnTo>
                  <a:pt x="31" y="275"/>
                </a:lnTo>
                <a:close/>
                <a:moveTo>
                  <a:pt x="34" y="300"/>
                </a:moveTo>
                <a:lnTo>
                  <a:pt x="34" y="300"/>
                </a:lnTo>
                <a:lnTo>
                  <a:pt x="34" y="303"/>
                </a:lnTo>
                <a:lnTo>
                  <a:pt x="34" y="304"/>
                </a:lnTo>
                <a:lnTo>
                  <a:pt x="35" y="305"/>
                </a:lnTo>
                <a:lnTo>
                  <a:pt x="35" y="307"/>
                </a:lnTo>
                <a:lnTo>
                  <a:pt x="35" y="307"/>
                </a:lnTo>
                <a:lnTo>
                  <a:pt x="34" y="305"/>
                </a:lnTo>
                <a:lnTo>
                  <a:pt x="33" y="304"/>
                </a:lnTo>
                <a:lnTo>
                  <a:pt x="33" y="303"/>
                </a:lnTo>
                <a:lnTo>
                  <a:pt x="33" y="302"/>
                </a:lnTo>
                <a:lnTo>
                  <a:pt x="33" y="302"/>
                </a:lnTo>
                <a:lnTo>
                  <a:pt x="34" y="300"/>
                </a:lnTo>
                <a:lnTo>
                  <a:pt x="35" y="299"/>
                </a:lnTo>
                <a:lnTo>
                  <a:pt x="35" y="300"/>
                </a:lnTo>
                <a:lnTo>
                  <a:pt x="35" y="300"/>
                </a:lnTo>
                <a:lnTo>
                  <a:pt x="36" y="299"/>
                </a:lnTo>
                <a:lnTo>
                  <a:pt x="35" y="299"/>
                </a:lnTo>
                <a:lnTo>
                  <a:pt x="35" y="298"/>
                </a:lnTo>
                <a:lnTo>
                  <a:pt x="35" y="298"/>
                </a:lnTo>
                <a:lnTo>
                  <a:pt x="35" y="298"/>
                </a:lnTo>
                <a:lnTo>
                  <a:pt x="36" y="298"/>
                </a:lnTo>
                <a:lnTo>
                  <a:pt x="37" y="299"/>
                </a:lnTo>
                <a:lnTo>
                  <a:pt x="36" y="302"/>
                </a:lnTo>
                <a:lnTo>
                  <a:pt x="36" y="302"/>
                </a:lnTo>
                <a:lnTo>
                  <a:pt x="35" y="302"/>
                </a:lnTo>
                <a:lnTo>
                  <a:pt x="34" y="300"/>
                </a:lnTo>
                <a:lnTo>
                  <a:pt x="34" y="300"/>
                </a:lnTo>
                <a:close/>
                <a:moveTo>
                  <a:pt x="37" y="284"/>
                </a:moveTo>
                <a:lnTo>
                  <a:pt x="37" y="284"/>
                </a:lnTo>
                <a:lnTo>
                  <a:pt x="36" y="294"/>
                </a:lnTo>
                <a:lnTo>
                  <a:pt x="36" y="294"/>
                </a:lnTo>
                <a:lnTo>
                  <a:pt x="35" y="293"/>
                </a:lnTo>
                <a:lnTo>
                  <a:pt x="34" y="292"/>
                </a:lnTo>
                <a:lnTo>
                  <a:pt x="34" y="288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5" y="290"/>
                </a:lnTo>
                <a:lnTo>
                  <a:pt x="35" y="290"/>
                </a:lnTo>
                <a:lnTo>
                  <a:pt x="35" y="290"/>
                </a:lnTo>
                <a:lnTo>
                  <a:pt x="36" y="289"/>
                </a:lnTo>
                <a:lnTo>
                  <a:pt x="36" y="287"/>
                </a:lnTo>
                <a:lnTo>
                  <a:pt x="36" y="285"/>
                </a:lnTo>
                <a:lnTo>
                  <a:pt x="37" y="284"/>
                </a:lnTo>
                <a:lnTo>
                  <a:pt x="37" y="284"/>
                </a:lnTo>
                <a:close/>
                <a:moveTo>
                  <a:pt x="39" y="155"/>
                </a:moveTo>
                <a:lnTo>
                  <a:pt x="39" y="155"/>
                </a:lnTo>
                <a:lnTo>
                  <a:pt x="37" y="155"/>
                </a:lnTo>
                <a:lnTo>
                  <a:pt x="37" y="155"/>
                </a:lnTo>
                <a:lnTo>
                  <a:pt x="37" y="155"/>
                </a:lnTo>
                <a:lnTo>
                  <a:pt x="36" y="155"/>
                </a:lnTo>
                <a:lnTo>
                  <a:pt x="36" y="154"/>
                </a:lnTo>
                <a:lnTo>
                  <a:pt x="39" y="153"/>
                </a:lnTo>
                <a:lnTo>
                  <a:pt x="39" y="155"/>
                </a:lnTo>
                <a:close/>
                <a:moveTo>
                  <a:pt x="36" y="310"/>
                </a:moveTo>
                <a:lnTo>
                  <a:pt x="36" y="310"/>
                </a:lnTo>
                <a:lnTo>
                  <a:pt x="36" y="308"/>
                </a:lnTo>
                <a:lnTo>
                  <a:pt x="36" y="305"/>
                </a:lnTo>
                <a:lnTo>
                  <a:pt x="36" y="305"/>
                </a:lnTo>
                <a:lnTo>
                  <a:pt x="36" y="305"/>
                </a:lnTo>
                <a:lnTo>
                  <a:pt x="37" y="307"/>
                </a:lnTo>
                <a:lnTo>
                  <a:pt x="37" y="307"/>
                </a:lnTo>
                <a:lnTo>
                  <a:pt x="39" y="307"/>
                </a:lnTo>
                <a:lnTo>
                  <a:pt x="39" y="307"/>
                </a:lnTo>
                <a:lnTo>
                  <a:pt x="37" y="309"/>
                </a:lnTo>
                <a:lnTo>
                  <a:pt x="37" y="310"/>
                </a:lnTo>
                <a:lnTo>
                  <a:pt x="36" y="310"/>
                </a:lnTo>
                <a:lnTo>
                  <a:pt x="36" y="310"/>
                </a:lnTo>
                <a:close/>
                <a:moveTo>
                  <a:pt x="29" y="334"/>
                </a:moveTo>
                <a:lnTo>
                  <a:pt x="29" y="334"/>
                </a:lnTo>
                <a:lnTo>
                  <a:pt x="28" y="333"/>
                </a:lnTo>
                <a:lnTo>
                  <a:pt x="28" y="330"/>
                </a:lnTo>
                <a:lnTo>
                  <a:pt x="28" y="328"/>
                </a:lnTo>
                <a:lnTo>
                  <a:pt x="29" y="327"/>
                </a:lnTo>
                <a:lnTo>
                  <a:pt x="29" y="327"/>
                </a:lnTo>
                <a:lnTo>
                  <a:pt x="30" y="327"/>
                </a:lnTo>
                <a:lnTo>
                  <a:pt x="30" y="327"/>
                </a:lnTo>
                <a:lnTo>
                  <a:pt x="29" y="328"/>
                </a:lnTo>
                <a:lnTo>
                  <a:pt x="29" y="328"/>
                </a:lnTo>
                <a:lnTo>
                  <a:pt x="29" y="332"/>
                </a:lnTo>
                <a:lnTo>
                  <a:pt x="29" y="334"/>
                </a:lnTo>
                <a:lnTo>
                  <a:pt x="29" y="334"/>
                </a:lnTo>
                <a:close/>
                <a:moveTo>
                  <a:pt x="37" y="278"/>
                </a:moveTo>
                <a:lnTo>
                  <a:pt x="37" y="278"/>
                </a:lnTo>
                <a:lnTo>
                  <a:pt x="36" y="277"/>
                </a:lnTo>
                <a:lnTo>
                  <a:pt x="35" y="275"/>
                </a:lnTo>
                <a:lnTo>
                  <a:pt x="34" y="275"/>
                </a:lnTo>
                <a:lnTo>
                  <a:pt x="34" y="273"/>
                </a:lnTo>
                <a:lnTo>
                  <a:pt x="34" y="273"/>
                </a:lnTo>
                <a:lnTo>
                  <a:pt x="35" y="274"/>
                </a:lnTo>
                <a:lnTo>
                  <a:pt x="37" y="275"/>
                </a:lnTo>
                <a:lnTo>
                  <a:pt x="37" y="275"/>
                </a:lnTo>
                <a:lnTo>
                  <a:pt x="39" y="279"/>
                </a:lnTo>
                <a:lnTo>
                  <a:pt x="37" y="280"/>
                </a:lnTo>
                <a:lnTo>
                  <a:pt x="36" y="282"/>
                </a:lnTo>
                <a:lnTo>
                  <a:pt x="36" y="282"/>
                </a:lnTo>
                <a:lnTo>
                  <a:pt x="36" y="278"/>
                </a:lnTo>
                <a:lnTo>
                  <a:pt x="36" y="278"/>
                </a:lnTo>
                <a:lnTo>
                  <a:pt x="37" y="278"/>
                </a:lnTo>
                <a:lnTo>
                  <a:pt x="37" y="278"/>
                </a:lnTo>
                <a:close/>
                <a:moveTo>
                  <a:pt x="28" y="323"/>
                </a:moveTo>
                <a:lnTo>
                  <a:pt x="28" y="323"/>
                </a:lnTo>
                <a:lnTo>
                  <a:pt x="28" y="322"/>
                </a:lnTo>
                <a:lnTo>
                  <a:pt x="28" y="319"/>
                </a:lnTo>
                <a:lnTo>
                  <a:pt x="28" y="315"/>
                </a:lnTo>
                <a:lnTo>
                  <a:pt x="28" y="315"/>
                </a:lnTo>
                <a:lnTo>
                  <a:pt x="29" y="319"/>
                </a:lnTo>
                <a:lnTo>
                  <a:pt x="28" y="323"/>
                </a:lnTo>
                <a:lnTo>
                  <a:pt x="28" y="323"/>
                </a:lnTo>
                <a:close/>
                <a:moveTo>
                  <a:pt x="34" y="317"/>
                </a:moveTo>
                <a:lnTo>
                  <a:pt x="34" y="317"/>
                </a:lnTo>
                <a:lnTo>
                  <a:pt x="34" y="315"/>
                </a:lnTo>
                <a:lnTo>
                  <a:pt x="34" y="313"/>
                </a:lnTo>
                <a:lnTo>
                  <a:pt x="34" y="313"/>
                </a:lnTo>
                <a:lnTo>
                  <a:pt x="35" y="314"/>
                </a:lnTo>
                <a:lnTo>
                  <a:pt x="36" y="315"/>
                </a:lnTo>
                <a:lnTo>
                  <a:pt x="36" y="315"/>
                </a:lnTo>
                <a:lnTo>
                  <a:pt x="35" y="317"/>
                </a:lnTo>
                <a:lnTo>
                  <a:pt x="34" y="317"/>
                </a:lnTo>
                <a:lnTo>
                  <a:pt x="34" y="317"/>
                </a:lnTo>
                <a:close/>
                <a:moveTo>
                  <a:pt x="35" y="333"/>
                </a:moveTo>
                <a:lnTo>
                  <a:pt x="35" y="333"/>
                </a:lnTo>
                <a:lnTo>
                  <a:pt x="34" y="333"/>
                </a:lnTo>
                <a:lnTo>
                  <a:pt x="33" y="334"/>
                </a:lnTo>
                <a:lnTo>
                  <a:pt x="33" y="334"/>
                </a:lnTo>
                <a:lnTo>
                  <a:pt x="33" y="333"/>
                </a:lnTo>
                <a:lnTo>
                  <a:pt x="33" y="332"/>
                </a:lnTo>
                <a:lnTo>
                  <a:pt x="33" y="329"/>
                </a:lnTo>
                <a:lnTo>
                  <a:pt x="33" y="328"/>
                </a:lnTo>
                <a:lnTo>
                  <a:pt x="33" y="328"/>
                </a:lnTo>
                <a:lnTo>
                  <a:pt x="34" y="327"/>
                </a:lnTo>
                <a:lnTo>
                  <a:pt x="35" y="325"/>
                </a:lnTo>
                <a:lnTo>
                  <a:pt x="35" y="325"/>
                </a:lnTo>
                <a:lnTo>
                  <a:pt x="34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5"/>
                </a:lnTo>
                <a:lnTo>
                  <a:pt x="33" y="323"/>
                </a:lnTo>
                <a:lnTo>
                  <a:pt x="33" y="323"/>
                </a:lnTo>
                <a:lnTo>
                  <a:pt x="34" y="324"/>
                </a:lnTo>
                <a:lnTo>
                  <a:pt x="35" y="324"/>
                </a:lnTo>
                <a:lnTo>
                  <a:pt x="35" y="323"/>
                </a:lnTo>
                <a:lnTo>
                  <a:pt x="35" y="323"/>
                </a:lnTo>
                <a:lnTo>
                  <a:pt x="36" y="325"/>
                </a:lnTo>
                <a:lnTo>
                  <a:pt x="36" y="327"/>
                </a:lnTo>
                <a:lnTo>
                  <a:pt x="36" y="327"/>
                </a:lnTo>
                <a:lnTo>
                  <a:pt x="36" y="327"/>
                </a:lnTo>
                <a:lnTo>
                  <a:pt x="36" y="328"/>
                </a:lnTo>
                <a:lnTo>
                  <a:pt x="36" y="329"/>
                </a:lnTo>
                <a:lnTo>
                  <a:pt x="36" y="329"/>
                </a:lnTo>
                <a:lnTo>
                  <a:pt x="36" y="329"/>
                </a:lnTo>
                <a:lnTo>
                  <a:pt x="36" y="328"/>
                </a:lnTo>
                <a:lnTo>
                  <a:pt x="36" y="328"/>
                </a:lnTo>
                <a:lnTo>
                  <a:pt x="34" y="328"/>
                </a:lnTo>
                <a:lnTo>
                  <a:pt x="34" y="328"/>
                </a:lnTo>
                <a:lnTo>
                  <a:pt x="36" y="330"/>
                </a:lnTo>
                <a:lnTo>
                  <a:pt x="37" y="332"/>
                </a:lnTo>
                <a:lnTo>
                  <a:pt x="37" y="334"/>
                </a:lnTo>
                <a:lnTo>
                  <a:pt x="37" y="334"/>
                </a:lnTo>
                <a:lnTo>
                  <a:pt x="36" y="334"/>
                </a:lnTo>
                <a:lnTo>
                  <a:pt x="36" y="334"/>
                </a:lnTo>
                <a:lnTo>
                  <a:pt x="36" y="337"/>
                </a:lnTo>
                <a:lnTo>
                  <a:pt x="36" y="337"/>
                </a:lnTo>
                <a:lnTo>
                  <a:pt x="34" y="335"/>
                </a:lnTo>
                <a:lnTo>
                  <a:pt x="34" y="335"/>
                </a:lnTo>
                <a:lnTo>
                  <a:pt x="35" y="334"/>
                </a:lnTo>
                <a:lnTo>
                  <a:pt x="35" y="333"/>
                </a:lnTo>
                <a:lnTo>
                  <a:pt x="35" y="333"/>
                </a:lnTo>
                <a:close/>
                <a:moveTo>
                  <a:pt x="27" y="309"/>
                </a:moveTo>
                <a:lnTo>
                  <a:pt x="27" y="309"/>
                </a:lnTo>
                <a:lnTo>
                  <a:pt x="28" y="307"/>
                </a:lnTo>
                <a:lnTo>
                  <a:pt x="27" y="303"/>
                </a:lnTo>
                <a:lnTo>
                  <a:pt x="27" y="303"/>
                </a:lnTo>
                <a:lnTo>
                  <a:pt x="28" y="300"/>
                </a:lnTo>
                <a:lnTo>
                  <a:pt x="28" y="300"/>
                </a:lnTo>
                <a:lnTo>
                  <a:pt x="27" y="299"/>
                </a:lnTo>
                <a:lnTo>
                  <a:pt x="27" y="299"/>
                </a:lnTo>
                <a:lnTo>
                  <a:pt x="27" y="282"/>
                </a:lnTo>
                <a:lnTo>
                  <a:pt x="27" y="282"/>
                </a:lnTo>
                <a:lnTo>
                  <a:pt x="29" y="283"/>
                </a:lnTo>
                <a:lnTo>
                  <a:pt x="29" y="284"/>
                </a:lnTo>
                <a:lnTo>
                  <a:pt x="28" y="287"/>
                </a:lnTo>
                <a:lnTo>
                  <a:pt x="28" y="287"/>
                </a:lnTo>
                <a:lnTo>
                  <a:pt x="29" y="289"/>
                </a:lnTo>
                <a:lnTo>
                  <a:pt x="29" y="292"/>
                </a:lnTo>
                <a:lnTo>
                  <a:pt x="29" y="292"/>
                </a:lnTo>
                <a:lnTo>
                  <a:pt x="29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2"/>
                </a:lnTo>
                <a:lnTo>
                  <a:pt x="30" y="293"/>
                </a:lnTo>
                <a:lnTo>
                  <a:pt x="28" y="294"/>
                </a:lnTo>
                <a:lnTo>
                  <a:pt x="28" y="294"/>
                </a:lnTo>
                <a:lnTo>
                  <a:pt x="28" y="300"/>
                </a:lnTo>
                <a:lnTo>
                  <a:pt x="29" y="307"/>
                </a:lnTo>
                <a:lnTo>
                  <a:pt x="29" y="307"/>
                </a:lnTo>
                <a:lnTo>
                  <a:pt x="28" y="308"/>
                </a:lnTo>
                <a:lnTo>
                  <a:pt x="27" y="309"/>
                </a:lnTo>
                <a:lnTo>
                  <a:pt x="27" y="309"/>
                </a:lnTo>
                <a:close/>
                <a:moveTo>
                  <a:pt x="37" y="150"/>
                </a:moveTo>
                <a:lnTo>
                  <a:pt x="37" y="150"/>
                </a:lnTo>
                <a:lnTo>
                  <a:pt x="36" y="150"/>
                </a:lnTo>
                <a:lnTo>
                  <a:pt x="36" y="149"/>
                </a:lnTo>
                <a:lnTo>
                  <a:pt x="36" y="145"/>
                </a:lnTo>
                <a:lnTo>
                  <a:pt x="36" y="145"/>
                </a:lnTo>
                <a:lnTo>
                  <a:pt x="37" y="146"/>
                </a:lnTo>
                <a:lnTo>
                  <a:pt x="37" y="148"/>
                </a:lnTo>
                <a:lnTo>
                  <a:pt x="37" y="149"/>
                </a:lnTo>
                <a:lnTo>
                  <a:pt x="37" y="150"/>
                </a:lnTo>
                <a:lnTo>
                  <a:pt x="37" y="150"/>
                </a:lnTo>
                <a:close/>
                <a:moveTo>
                  <a:pt x="52" y="144"/>
                </a:moveTo>
                <a:lnTo>
                  <a:pt x="52" y="144"/>
                </a:lnTo>
                <a:lnTo>
                  <a:pt x="52" y="145"/>
                </a:lnTo>
                <a:lnTo>
                  <a:pt x="51" y="146"/>
                </a:lnTo>
                <a:lnTo>
                  <a:pt x="51" y="146"/>
                </a:lnTo>
                <a:lnTo>
                  <a:pt x="50" y="146"/>
                </a:lnTo>
                <a:lnTo>
                  <a:pt x="51" y="145"/>
                </a:lnTo>
                <a:lnTo>
                  <a:pt x="52" y="144"/>
                </a:lnTo>
                <a:lnTo>
                  <a:pt x="52" y="144"/>
                </a:lnTo>
                <a:lnTo>
                  <a:pt x="51" y="139"/>
                </a:lnTo>
                <a:lnTo>
                  <a:pt x="51" y="139"/>
                </a:lnTo>
                <a:lnTo>
                  <a:pt x="52" y="136"/>
                </a:lnTo>
                <a:lnTo>
                  <a:pt x="51" y="134"/>
                </a:lnTo>
                <a:lnTo>
                  <a:pt x="51" y="134"/>
                </a:lnTo>
                <a:lnTo>
                  <a:pt x="52" y="133"/>
                </a:lnTo>
                <a:lnTo>
                  <a:pt x="52" y="131"/>
                </a:lnTo>
                <a:lnTo>
                  <a:pt x="52" y="131"/>
                </a:lnTo>
                <a:lnTo>
                  <a:pt x="53" y="133"/>
                </a:lnTo>
                <a:lnTo>
                  <a:pt x="53" y="134"/>
                </a:lnTo>
                <a:lnTo>
                  <a:pt x="52" y="139"/>
                </a:lnTo>
                <a:lnTo>
                  <a:pt x="52" y="139"/>
                </a:lnTo>
                <a:lnTo>
                  <a:pt x="52" y="144"/>
                </a:lnTo>
                <a:lnTo>
                  <a:pt x="52" y="144"/>
                </a:lnTo>
                <a:close/>
                <a:moveTo>
                  <a:pt x="41" y="149"/>
                </a:moveTo>
                <a:lnTo>
                  <a:pt x="41" y="149"/>
                </a:lnTo>
                <a:lnTo>
                  <a:pt x="42" y="149"/>
                </a:lnTo>
                <a:lnTo>
                  <a:pt x="42" y="149"/>
                </a:lnTo>
                <a:lnTo>
                  <a:pt x="42" y="150"/>
                </a:lnTo>
                <a:lnTo>
                  <a:pt x="43" y="150"/>
                </a:lnTo>
                <a:lnTo>
                  <a:pt x="43" y="150"/>
                </a:lnTo>
                <a:lnTo>
                  <a:pt x="43" y="151"/>
                </a:lnTo>
                <a:lnTo>
                  <a:pt x="42" y="151"/>
                </a:lnTo>
                <a:lnTo>
                  <a:pt x="42" y="151"/>
                </a:lnTo>
                <a:lnTo>
                  <a:pt x="41" y="150"/>
                </a:lnTo>
                <a:lnTo>
                  <a:pt x="41" y="150"/>
                </a:lnTo>
                <a:lnTo>
                  <a:pt x="41" y="149"/>
                </a:lnTo>
                <a:lnTo>
                  <a:pt x="41" y="149"/>
                </a:lnTo>
                <a:close/>
                <a:moveTo>
                  <a:pt x="42" y="151"/>
                </a:moveTo>
                <a:lnTo>
                  <a:pt x="42" y="151"/>
                </a:lnTo>
                <a:lnTo>
                  <a:pt x="43" y="153"/>
                </a:lnTo>
                <a:lnTo>
                  <a:pt x="45" y="153"/>
                </a:lnTo>
                <a:lnTo>
                  <a:pt x="46" y="153"/>
                </a:lnTo>
                <a:lnTo>
                  <a:pt x="46" y="154"/>
                </a:lnTo>
                <a:lnTo>
                  <a:pt x="46" y="154"/>
                </a:lnTo>
                <a:lnTo>
                  <a:pt x="45" y="154"/>
                </a:lnTo>
                <a:lnTo>
                  <a:pt x="43" y="153"/>
                </a:lnTo>
                <a:lnTo>
                  <a:pt x="43" y="153"/>
                </a:lnTo>
                <a:lnTo>
                  <a:pt x="42" y="154"/>
                </a:lnTo>
                <a:lnTo>
                  <a:pt x="42" y="154"/>
                </a:lnTo>
                <a:lnTo>
                  <a:pt x="42" y="153"/>
                </a:lnTo>
                <a:lnTo>
                  <a:pt x="42" y="151"/>
                </a:lnTo>
                <a:lnTo>
                  <a:pt x="42" y="151"/>
                </a:lnTo>
                <a:close/>
                <a:moveTo>
                  <a:pt x="52" y="149"/>
                </a:moveTo>
                <a:lnTo>
                  <a:pt x="52" y="149"/>
                </a:lnTo>
                <a:lnTo>
                  <a:pt x="53" y="148"/>
                </a:lnTo>
                <a:lnTo>
                  <a:pt x="53" y="146"/>
                </a:lnTo>
                <a:lnTo>
                  <a:pt x="53" y="145"/>
                </a:lnTo>
                <a:lnTo>
                  <a:pt x="53" y="145"/>
                </a:lnTo>
                <a:lnTo>
                  <a:pt x="53" y="145"/>
                </a:lnTo>
                <a:lnTo>
                  <a:pt x="54" y="148"/>
                </a:lnTo>
                <a:lnTo>
                  <a:pt x="53" y="149"/>
                </a:lnTo>
                <a:lnTo>
                  <a:pt x="52" y="149"/>
                </a:lnTo>
                <a:lnTo>
                  <a:pt x="52" y="149"/>
                </a:lnTo>
                <a:close/>
                <a:moveTo>
                  <a:pt x="23" y="247"/>
                </a:moveTo>
                <a:lnTo>
                  <a:pt x="23" y="247"/>
                </a:lnTo>
                <a:lnTo>
                  <a:pt x="23" y="244"/>
                </a:lnTo>
                <a:lnTo>
                  <a:pt x="23" y="243"/>
                </a:lnTo>
                <a:lnTo>
                  <a:pt x="23" y="243"/>
                </a:lnTo>
                <a:lnTo>
                  <a:pt x="24" y="243"/>
                </a:lnTo>
                <a:lnTo>
                  <a:pt x="24" y="244"/>
                </a:lnTo>
                <a:lnTo>
                  <a:pt x="24" y="245"/>
                </a:lnTo>
                <a:lnTo>
                  <a:pt x="27" y="245"/>
                </a:lnTo>
                <a:lnTo>
                  <a:pt x="27" y="245"/>
                </a:lnTo>
                <a:lnTo>
                  <a:pt x="27" y="247"/>
                </a:lnTo>
                <a:lnTo>
                  <a:pt x="25" y="247"/>
                </a:lnTo>
                <a:lnTo>
                  <a:pt x="23" y="247"/>
                </a:lnTo>
                <a:lnTo>
                  <a:pt x="23" y="247"/>
                </a:lnTo>
                <a:close/>
                <a:moveTo>
                  <a:pt x="23" y="180"/>
                </a:moveTo>
                <a:lnTo>
                  <a:pt x="23" y="180"/>
                </a:lnTo>
                <a:lnTo>
                  <a:pt x="23" y="178"/>
                </a:lnTo>
                <a:lnTo>
                  <a:pt x="23" y="175"/>
                </a:lnTo>
                <a:lnTo>
                  <a:pt x="23" y="170"/>
                </a:lnTo>
                <a:lnTo>
                  <a:pt x="23" y="170"/>
                </a:lnTo>
                <a:lnTo>
                  <a:pt x="23" y="166"/>
                </a:lnTo>
                <a:lnTo>
                  <a:pt x="22" y="165"/>
                </a:lnTo>
                <a:lnTo>
                  <a:pt x="22" y="164"/>
                </a:lnTo>
                <a:lnTo>
                  <a:pt x="22" y="164"/>
                </a:lnTo>
                <a:lnTo>
                  <a:pt x="23" y="164"/>
                </a:lnTo>
                <a:lnTo>
                  <a:pt x="23" y="165"/>
                </a:lnTo>
                <a:lnTo>
                  <a:pt x="23" y="168"/>
                </a:lnTo>
                <a:lnTo>
                  <a:pt x="23" y="168"/>
                </a:lnTo>
                <a:lnTo>
                  <a:pt x="24" y="170"/>
                </a:lnTo>
                <a:lnTo>
                  <a:pt x="24" y="170"/>
                </a:lnTo>
                <a:lnTo>
                  <a:pt x="24" y="171"/>
                </a:lnTo>
                <a:lnTo>
                  <a:pt x="24" y="171"/>
                </a:lnTo>
                <a:lnTo>
                  <a:pt x="24" y="171"/>
                </a:lnTo>
                <a:lnTo>
                  <a:pt x="24" y="173"/>
                </a:lnTo>
                <a:lnTo>
                  <a:pt x="24" y="174"/>
                </a:lnTo>
                <a:lnTo>
                  <a:pt x="23" y="175"/>
                </a:lnTo>
                <a:lnTo>
                  <a:pt x="23" y="175"/>
                </a:lnTo>
                <a:lnTo>
                  <a:pt x="24" y="178"/>
                </a:lnTo>
                <a:lnTo>
                  <a:pt x="23" y="180"/>
                </a:lnTo>
                <a:lnTo>
                  <a:pt x="23" y="180"/>
                </a:lnTo>
                <a:close/>
                <a:moveTo>
                  <a:pt x="48" y="140"/>
                </a:moveTo>
                <a:lnTo>
                  <a:pt x="48" y="140"/>
                </a:lnTo>
                <a:lnTo>
                  <a:pt x="50" y="141"/>
                </a:lnTo>
                <a:lnTo>
                  <a:pt x="50" y="143"/>
                </a:lnTo>
                <a:lnTo>
                  <a:pt x="50" y="143"/>
                </a:lnTo>
                <a:lnTo>
                  <a:pt x="48" y="143"/>
                </a:lnTo>
                <a:lnTo>
                  <a:pt x="48" y="143"/>
                </a:lnTo>
                <a:lnTo>
                  <a:pt x="48" y="140"/>
                </a:lnTo>
                <a:lnTo>
                  <a:pt x="48" y="140"/>
                </a:lnTo>
                <a:close/>
                <a:moveTo>
                  <a:pt x="41" y="134"/>
                </a:moveTo>
                <a:lnTo>
                  <a:pt x="41" y="134"/>
                </a:lnTo>
                <a:lnTo>
                  <a:pt x="42" y="130"/>
                </a:lnTo>
                <a:lnTo>
                  <a:pt x="42" y="130"/>
                </a:lnTo>
                <a:lnTo>
                  <a:pt x="45" y="133"/>
                </a:lnTo>
                <a:lnTo>
                  <a:pt x="45" y="135"/>
                </a:lnTo>
                <a:lnTo>
                  <a:pt x="45" y="141"/>
                </a:lnTo>
                <a:lnTo>
                  <a:pt x="45" y="141"/>
                </a:lnTo>
                <a:lnTo>
                  <a:pt x="46" y="143"/>
                </a:lnTo>
                <a:lnTo>
                  <a:pt x="46" y="143"/>
                </a:lnTo>
                <a:lnTo>
                  <a:pt x="46" y="143"/>
                </a:lnTo>
                <a:lnTo>
                  <a:pt x="46" y="144"/>
                </a:lnTo>
                <a:lnTo>
                  <a:pt x="46" y="145"/>
                </a:lnTo>
                <a:lnTo>
                  <a:pt x="47" y="148"/>
                </a:lnTo>
                <a:lnTo>
                  <a:pt x="47" y="148"/>
                </a:lnTo>
                <a:lnTo>
                  <a:pt x="47" y="149"/>
                </a:lnTo>
                <a:lnTo>
                  <a:pt x="46" y="150"/>
                </a:lnTo>
                <a:lnTo>
                  <a:pt x="45" y="151"/>
                </a:lnTo>
                <a:lnTo>
                  <a:pt x="45" y="151"/>
                </a:lnTo>
                <a:lnTo>
                  <a:pt x="45" y="149"/>
                </a:lnTo>
                <a:lnTo>
                  <a:pt x="45" y="148"/>
                </a:lnTo>
                <a:lnTo>
                  <a:pt x="45" y="146"/>
                </a:lnTo>
                <a:lnTo>
                  <a:pt x="45" y="144"/>
                </a:lnTo>
                <a:lnTo>
                  <a:pt x="45" y="144"/>
                </a:lnTo>
                <a:lnTo>
                  <a:pt x="43" y="143"/>
                </a:lnTo>
                <a:lnTo>
                  <a:pt x="42" y="143"/>
                </a:lnTo>
                <a:lnTo>
                  <a:pt x="42" y="141"/>
                </a:lnTo>
                <a:lnTo>
                  <a:pt x="42" y="141"/>
                </a:lnTo>
                <a:lnTo>
                  <a:pt x="43" y="141"/>
                </a:lnTo>
                <a:lnTo>
                  <a:pt x="43" y="141"/>
                </a:lnTo>
                <a:lnTo>
                  <a:pt x="43" y="136"/>
                </a:lnTo>
                <a:lnTo>
                  <a:pt x="43" y="135"/>
                </a:lnTo>
                <a:lnTo>
                  <a:pt x="41" y="134"/>
                </a:lnTo>
                <a:lnTo>
                  <a:pt x="41" y="134"/>
                </a:lnTo>
                <a:close/>
                <a:moveTo>
                  <a:pt x="28" y="145"/>
                </a:moveTo>
                <a:lnTo>
                  <a:pt x="28" y="145"/>
                </a:lnTo>
                <a:lnTo>
                  <a:pt x="27" y="144"/>
                </a:lnTo>
                <a:lnTo>
                  <a:pt x="25" y="143"/>
                </a:lnTo>
                <a:lnTo>
                  <a:pt x="27" y="139"/>
                </a:lnTo>
                <a:lnTo>
                  <a:pt x="27" y="139"/>
                </a:lnTo>
                <a:lnTo>
                  <a:pt x="25" y="136"/>
                </a:lnTo>
                <a:lnTo>
                  <a:pt x="25" y="135"/>
                </a:lnTo>
                <a:lnTo>
                  <a:pt x="27" y="134"/>
                </a:lnTo>
                <a:lnTo>
                  <a:pt x="27" y="134"/>
                </a:lnTo>
                <a:lnTo>
                  <a:pt x="28" y="140"/>
                </a:lnTo>
                <a:lnTo>
                  <a:pt x="28" y="145"/>
                </a:lnTo>
                <a:lnTo>
                  <a:pt x="28" y="145"/>
                </a:lnTo>
                <a:close/>
                <a:moveTo>
                  <a:pt x="482" y="638"/>
                </a:moveTo>
                <a:lnTo>
                  <a:pt x="482" y="638"/>
                </a:lnTo>
                <a:lnTo>
                  <a:pt x="476" y="639"/>
                </a:lnTo>
                <a:lnTo>
                  <a:pt x="471" y="639"/>
                </a:lnTo>
                <a:lnTo>
                  <a:pt x="471" y="639"/>
                </a:lnTo>
                <a:lnTo>
                  <a:pt x="476" y="638"/>
                </a:lnTo>
                <a:lnTo>
                  <a:pt x="482" y="638"/>
                </a:lnTo>
                <a:lnTo>
                  <a:pt x="482" y="638"/>
                </a:lnTo>
                <a:close/>
                <a:moveTo>
                  <a:pt x="71" y="377"/>
                </a:moveTo>
                <a:lnTo>
                  <a:pt x="71" y="377"/>
                </a:lnTo>
                <a:lnTo>
                  <a:pt x="70" y="375"/>
                </a:lnTo>
                <a:lnTo>
                  <a:pt x="70" y="375"/>
                </a:lnTo>
                <a:lnTo>
                  <a:pt x="71" y="373"/>
                </a:lnTo>
                <a:lnTo>
                  <a:pt x="71" y="373"/>
                </a:lnTo>
                <a:lnTo>
                  <a:pt x="71" y="373"/>
                </a:lnTo>
                <a:lnTo>
                  <a:pt x="72" y="374"/>
                </a:lnTo>
                <a:lnTo>
                  <a:pt x="71" y="377"/>
                </a:lnTo>
                <a:lnTo>
                  <a:pt x="71" y="377"/>
                </a:lnTo>
                <a:close/>
                <a:moveTo>
                  <a:pt x="69" y="372"/>
                </a:moveTo>
                <a:lnTo>
                  <a:pt x="69" y="378"/>
                </a:lnTo>
                <a:lnTo>
                  <a:pt x="69" y="378"/>
                </a:lnTo>
                <a:lnTo>
                  <a:pt x="68" y="377"/>
                </a:lnTo>
                <a:lnTo>
                  <a:pt x="68" y="374"/>
                </a:lnTo>
                <a:lnTo>
                  <a:pt x="68" y="373"/>
                </a:lnTo>
                <a:lnTo>
                  <a:pt x="69" y="372"/>
                </a:lnTo>
                <a:lnTo>
                  <a:pt x="69" y="372"/>
                </a:lnTo>
                <a:close/>
                <a:moveTo>
                  <a:pt x="75" y="373"/>
                </a:moveTo>
                <a:lnTo>
                  <a:pt x="75" y="373"/>
                </a:lnTo>
                <a:lnTo>
                  <a:pt x="75" y="373"/>
                </a:lnTo>
                <a:lnTo>
                  <a:pt x="75" y="374"/>
                </a:lnTo>
                <a:lnTo>
                  <a:pt x="75" y="375"/>
                </a:lnTo>
                <a:lnTo>
                  <a:pt x="75" y="375"/>
                </a:lnTo>
                <a:lnTo>
                  <a:pt x="74" y="375"/>
                </a:lnTo>
                <a:lnTo>
                  <a:pt x="74" y="374"/>
                </a:lnTo>
                <a:lnTo>
                  <a:pt x="75" y="373"/>
                </a:lnTo>
                <a:lnTo>
                  <a:pt x="75" y="373"/>
                </a:lnTo>
                <a:close/>
                <a:moveTo>
                  <a:pt x="68" y="409"/>
                </a:moveTo>
                <a:lnTo>
                  <a:pt x="68" y="409"/>
                </a:lnTo>
                <a:lnTo>
                  <a:pt x="68" y="410"/>
                </a:lnTo>
                <a:lnTo>
                  <a:pt x="68" y="410"/>
                </a:lnTo>
                <a:lnTo>
                  <a:pt x="68" y="413"/>
                </a:lnTo>
                <a:lnTo>
                  <a:pt x="68" y="413"/>
                </a:lnTo>
                <a:lnTo>
                  <a:pt x="66" y="413"/>
                </a:lnTo>
                <a:lnTo>
                  <a:pt x="66" y="412"/>
                </a:lnTo>
                <a:lnTo>
                  <a:pt x="68" y="409"/>
                </a:lnTo>
                <a:lnTo>
                  <a:pt x="68" y="409"/>
                </a:lnTo>
                <a:close/>
                <a:moveTo>
                  <a:pt x="80" y="372"/>
                </a:moveTo>
                <a:lnTo>
                  <a:pt x="80" y="372"/>
                </a:lnTo>
                <a:lnTo>
                  <a:pt x="80" y="367"/>
                </a:lnTo>
                <a:lnTo>
                  <a:pt x="80" y="362"/>
                </a:lnTo>
                <a:lnTo>
                  <a:pt x="80" y="362"/>
                </a:lnTo>
                <a:lnTo>
                  <a:pt x="81" y="362"/>
                </a:lnTo>
                <a:lnTo>
                  <a:pt x="81" y="362"/>
                </a:lnTo>
                <a:lnTo>
                  <a:pt x="81" y="360"/>
                </a:lnTo>
                <a:lnTo>
                  <a:pt x="82" y="360"/>
                </a:lnTo>
                <a:lnTo>
                  <a:pt x="82" y="360"/>
                </a:lnTo>
                <a:lnTo>
                  <a:pt x="82" y="363"/>
                </a:lnTo>
                <a:lnTo>
                  <a:pt x="81" y="365"/>
                </a:lnTo>
                <a:lnTo>
                  <a:pt x="81" y="365"/>
                </a:lnTo>
                <a:lnTo>
                  <a:pt x="80" y="365"/>
                </a:lnTo>
                <a:lnTo>
                  <a:pt x="80" y="365"/>
                </a:lnTo>
                <a:lnTo>
                  <a:pt x="80" y="369"/>
                </a:lnTo>
                <a:lnTo>
                  <a:pt x="80" y="369"/>
                </a:lnTo>
                <a:lnTo>
                  <a:pt x="81" y="369"/>
                </a:lnTo>
                <a:lnTo>
                  <a:pt x="82" y="369"/>
                </a:lnTo>
                <a:lnTo>
                  <a:pt x="82" y="369"/>
                </a:lnTo>
                <a:lnTo>
                  <a:pt x="82" y="370"/>
                </a:lnTo>
                <a:lnTo>
                  <a:pt x="82" y="372"/>
                </a:lnTo>
                <a:lnTo>
                  <a:pt x="81" y="374"/>
                </a:lnTo>
                <a:lnTo>
                  <a:pt x="81" y="374"/>
                </a:lnTo>
                <a:lnTo>
                  <a:pt x="82" y="375"/>
                </a:lnTo>
                <a:lnTo>
                  <a:pt x="82" y="374"/>
                </a:lnTo>
                <a:lnTo>
                  <a:pt x="82" y="374"/>
                </a:lnTo>
                <a:lnTo>
                  <a:pt x="82" y="375"/>
                </a:lnTo>
                <a:lnTo>
                  <a:pt x="82" y="375"/>
                </a:lnTo>
                <a:lnTo>
                  <a:pt x="81" y="377"/>
                </a:lnTo>
                <a:lnTo>
                  <a:pt x="81" y="377"/>
                </a:lnTo>
                <a:lnTo>
                  <a:pt x="81" y="377"/>
                </a:lnTo>
                <a:lnTo>
                  <a:pt x="80" y="375"/>
                </a:lnTo>
                <a:lnTo>
                  <a:pt x="80" y="375"/>
                </a:lnTo>
                <a:lnTo>
                  <a:pt x="79" y="375"/>
                </a:lnTo>
                <a:lnTo>
                  <a:pt x="79" y="375"/>
                </a:lnTo>
                <a:lnTo>
                  <a:pt x="79" y="374"/>
                </a:lnTo>
                <a:lnTo>
                  <a:pt x="79" y="373"/>
                </a:lnTo>
                <a:lnTo>
                  <a:pt x="80" y="373"/>
                </a:lnTo>
                <a:lnTo>
                  <a:pt x="81" y="373"/>
                </a:lnTo>
                <a:lnTo>
                  <a:pt x="81" y="373"/>
                </a:lnTo>
                <a:lnTo>
                  <a:pt x="81" y="372"/>
                </a:lnTo>
                <a:lnTo>
                  <a:pt x="81" y="372"/>
                </a:lnTo>
                <a:lnTo>
                  <a:pt x="80" y="372"/>
                </a:lnTo>
                <a:lnTo>
                  <a:pt x="80" y="372"/>
                </a:lnTo>
                <a:close/>
                <a:moveTo>
                  <a:pt x="68" y="359"/>
                </a:moveTo>
                <a:lnTo>
                  <a:pt x="68" y="359"/>
                </a:lnTo>
                <a:lnTo>
                  <a:pt x="69" y="360"/>
                </a:lnTo>
                <a:lnTo>
                  <a:pt x="69" y="362"/>
                </a:lnTo>
                <a:lnTo>
                  <a:pt x="69" y="367"/>
                </a:lnTo>
                <a:lnTo>
                  <a:pt x="69" y="367"/>
                </a:lnTo>
                <a:lnTo>
                  <a:pt x="68" y="365"/>
                </a:lnTo>
                <a:lnTo>
                  <a:pt x="68" y="363"/>
                </a:lnTo>
                <a:lnTo>
                  <a:pt x="68" y="362"/>
                </a:lnTo>
                <a:lnTo>
                  <a:pt x="68" y="359"/>
                </a:lnTo>
                <a:lnTo>
                  <a:pt x="68" y="359"/>
                </a:lnTo>
                <a:close/>
                <a:moveTo>
                  <a:pt x="75" y="419"/>
                </a:moveTo>
                <a:lnTo>
                  <a:pt x="75" y="419"/>
                </a:lnTo>
                <a:lnTo>
                  <a:pt x="74" y="419"/>
                </a:lnTo>
                <a:lnTo>
                  <a:pt x="72" y="420"/>
                </a:lnTo>
                <a:lnTo>
                  <a:pt x="72" y="420"/>
                </a:lnTo>
                <a:lnTo>
                  <a:pt x="75" y="422"/>
                </a:lnTo>
                <a:lnTo>
                  <a:pt x="75" y="422"/>
                </a:lnTo>
                <a:lnTo>
                  <a:pt x="74" y="424"/>
                </a:lnTo>
                <a:lnTo>
                  <a:pt x="74" y="427"/>
                </a:lnTo>
                <a:lnTo>
                  <a:pt x="74" y="427"/>
                </a:lnTo>
                <a:lnTo>
                  <a:pt x="72" y="425"/>
                </a:lnTo>
                <a:lnTo>
                  <a:pt x="71" y="424"/>
                </a:lnTo>
                <a:lnTo>
                  <a:pt x="71" y="424"/>
                </a:lnTo>
                <a:lnTo>
                  <a:pt x="71" y="423"/>
                </a:lnTo>
                <a:lnTo>
                  <a:pt x="72" y="423"/>
                </a:lnTo>
                <a:lnTo>
                  <a:pt x="74" y="424"/>
                </a:lnTo>
                <a:lnTo>
                  <a:pt x="74" y="424"/>
                </a:lnTo>
                <a:lnTo>
                  <a:pt x="72" y="422"/>
                </a:lnTo>
                <a:lnTo>
                  <a:pt x="71" y="420"/>
                </a:lnTo>
                <a:lnTo>
                  <a:pt x="71" y="419"/>
                </a:lnTo>
                <a:lnTo>
                  <a:pt x="71" y="419"/>
                </a:lnTo>
                <a:lnTo>
                  <a:pt x="74" y="419"/>
                </a:lnTo>
                <a:lnTo>
                  <a:pt x="74" y="418"/>
                </a:lnTo>
                <a:lnTo>
                  <a:pt x="74" y="415"/>
                </a:lnTo>
                <a:lnTo>
                  <a:pt x="74" y="415"/>
                </a:lnTo>
                <a:lnTo>
                  <a:pt x="75" y="415"/>
                </a:lnTo>
                <a:lnTo>
                  <a:pt x="76" y="417"/>
                </a:lnTo>
                <a:lnTo>
                  <a:pt x="76" y="420"/>
                </a:lnTo>
                <a:lnTo>
                  <a:pt x="76" y="420"/>
                </a:lnTo>
                <a:lnTo>
                  <a:pt x="75" y="420"/>
                </a:lnTo>
                <a:lnTo>
                  <a:pt x="75" y="419"/>
                </a:lnTo>
                <a:lnTo>
                  <a:pt x="75" y="419"/>
                </a:lnTo>
                <a:close/>
                <a:moveTo>
                  <a:pt x="76" y="362"/>
                </a:moveTo>
                <a:lnTo>
                  <a:pt x="76" y="362"/>
                </a:lnTo>
                <a:lnTo>
                  <a:pt x="76" y="360"/>
                </a:lnTo>
                <a:lnTo>
                  <a:pt x="76" y="359"/>
                </a:lnTo>
                <a:lnTo>
                  <a:pt x="76" y="355"/>
                </a:lnTo>
                <a:lnTo>
                  <a:pt x="76" y="355"/>
                </a:lnTo>
                <a:lnTo>
                  <a:pt x="77" y="357"/>
                </a:lnTo>
                <a:lnTo>
                  <a:pt x="77" y="358"/>
                </a:lnTo>
                <a:lnTo>
                  <a:pt x="76" y="362"/>
                </a:lnTo>
                <a:lnTo>
                  <a:pt x="76" y="362"/>
                </a:lnTo>
                <a:close/>
                <a:moveTo>
                  <a:pt x="85" y="368"/>
                </a:moveTo>
                <a:lnTo>
                  <a:pt x="85" y="368"/>
                </a:lnTo>
                <a:lnTo>
                  <a:pt x="85" y="368"/>
                </a:lnTo>
                <a:lnTo>
                  <a:pt x="85" y="369"/>
                </a:lnTo>
                <a:lnTo>
                  <a:pt x="85" y="370"/>
                </a:lnTo>
                <a:lnTo>
                  <a:pt x="85" y="370"/>
                </a:lnTo>
                <a:lnTo>
                  <a:pt x="83" y="370"/>
                </a:lnTo>
                <a:lnTo>
                  <a:pt x="83" y="369"/>
                </a:lnTo>
                <a:lnTo>
                  <a:pt x="85" y="368"/>
                </a:lnTo>
                <a:lnTo>
                  <a:pt x="85" y="368"/>
                </a:lnTo>
                <a:close/>
                <a:moveTo>
                  <a:pt x="76" y="430"/>
                </a:moveTo>
                <a:lnTo>
                  <a:pt x="76" y="430"/>
                </a:lnTo>
                <a:lnTo>
                  <a:pt x="77" y="432"/>
                </a:lnTo>
                <a:lnTo>
                  <a:pt x="77" y="434"/>
                </a:lnTo>
                <a:lnTo>
                  <a:pt x="77" y="434"/>
                </a:lnTo>
                <a:lnTo>
                  <a:pt x="77" y="434"/>
                </a:lnTo>
                <a:lnTo>
                  <a:pt x="76" y="433"/>
                </a:lnTo>
                <a:lnTo>
                  <a:pt x="76" y="430"/>
                </a:lnTo>
                <a:lnTo>
                  <a:pt x="76" y="430"/>
                </a:lnTo>
                <a:close/>
                <a:moveTo>
                  <a:pt x="75" y="447"/>
                </a:moveTo>
                <a:lnTo>
                  <a:pt x="75" y="447"/>
                </a:lnTo>
                <a:lnTo>
                  <a:pt x="76" y="445"/>
                </a:lnTo>
                <a:lnTo>
                  <a:pt x="76" y="445"/>
                </a:lnTo>
                <a:lnTo>
                  <a:pt x="77" y="447"/>
                </a:lnTo>
                <a:lnTo>
                  <a:pt x="77" y="449"/>
                </a:lnTo>
                <a:lnTo>
                  <a:pt x="77" y="449"/>
                </a:lnTo>
                <a:lnTo>
                  <a:pt x="76" y="448"/>
                </a:lnTo>
                <a:lnTo>
                  <a:pt x="75" y="447"/>
                </a:lnTo>
                <a:lnTo>
                  <a:pt x="75" y="447"/>
                </a:lnTo>
                <a:close/>
                <a:moveTo>
                  <a:pt x="68" y="357"/>
                </a:moveTo>
                <a:lnTo>
                  <a:pt x="68" y="357"/>
                </a:lnTo>
                <a:lnTo>
                  <a:pt x="69" y="338"/>
                </a:lnTo>
                <a:lnTo>
                  <a:pt x="69" y="338"/>
                </a:lnTo>
                <a:lnTo>
                  <a:pt x="69" y="338"/>
                </a:lnTo>
                <a:lnTo>
                  <a:pt x="69" y="339"/>
                </a:lnTo>
                <a:lnTo>
                  <a:pt x="69" y="342"/>
                </a:lnTo>
                <a:lnTo>
                  <a:pt x="69" y="342"/>
                </a:lnTo>
                <a:lnTo>
                  <a:pt x="69" y="358"/>
                </a:lnTo>
                <a:lnTo>
                  <a:pt x="69" y="358"/>
                </a:lnTo>
                <a:lnTo>
                  <a:pt x="68" y="358"/>
                </a:lnTo>
                <a:lnTo>
                  <a:pt x="68" y="357"/>
                </a:lnTo>
                <a:lnTo>
                  <a:pt x="68" y="357"/>
                </a:lnTo>
                <a:close/>
                <a:moveTo>
                  <a:pt x="76" y="472"/>
                </a:moveTo>
                <a:lnTo>
                  <a:pt x="76" y="472"/>
                </a:lnTo>
                <a:lnTo>
                  <a:pt x="76" y="473"/>
                </a:lnTo>
                <a:lnTo>
                  <a:pt x="76" y="474"/>
                </a:lnTo>
                <a:lnTo>
                  <a:pt x="74" y="474"/>
                </a:lnTo>
                <a:lnTo>
                  <a:pt x="74" y="474"/>
                </a:lnTo>
                <a:lnTo>
                  <a:pt x="74" y="473"/>
                </a:lnTo>
                <a:lnTo>
                  <a:pt x="75" y="473"/>
                </a:lnTo>
                <a:lnTo>
                  <a:pt x="76" y="472"/>
                </a:lnTo>
                <a:lnTo>
                  <a:pt x="76" y="472"/>
                </a:lnTo>
                <a:close/>
                <a:moveTo>
                  <a:pt x="83" y="499"/>
                </a:moveTo>
                <a:lnTo>
                  <a:pt x="83" y="499"/>
                </a:lnTo>
                <a:lnTo>
                  <a:pt x="83" y="501"/>
                </a:lnTo>
                <a:lnTo>
                  <a:pt x="81" y="502"/>
                </a:lnTo>
                <a:lnTo>
                  <a:pt x="81" y="502"/>
                </a:lnTo>
                <a:lnTo>
                  <a:pt x="82" y="499"/>
                </a:lnTo>
                <a:lnTo>
                  <a:pt x="83" y="499"/>
                </a:lnTo>
                <a:lnTo>
                  <a:pt x="83" y="499"/>
                </a:lnTo>
                <a:close/>
                <a:moveTo>
                  <a:pt x="83" y="476"/>
                </a:moveTo>
                <a:lnTo>
                  <a:pt x="83" y="476"/>
                </a:lnTo>
                <a:lnTo>
                  <a:pt x="83" y="482"/>
                </a:lnTo>
                <a:lnTo>
                  <a:pt x="82" y="488"/>
                </a:lnTo>
                <a:lnTo>
                  <a:pt x="82" y="488"/>
                </a:lnTo>
                <a:lnTo>
                  <a:pt x="82" y="489"/>
                </a:lnTo>
                <a:lnTo>
                  <a:pt x="83" y="489"/>
                </a:lnTo>
                <a:lnTo>
                  <a:pt x="83" y="491"/>
                </a:lnTo>
                <a:lnTo>
                  <a:pt x="83" y="492"/>
                </a:lnTo>
                <a:lnTo>
                  <a:pt x="83" y="492"/>
                </a:lnTo>
                <a:lnTo>
                  <a:pt x="82" y="491"/>
                </a:lnTo>
                <a:lnTo>
                  <a:pt x="82" y="491"/>
                </a:lnTo>
                <a:lnTo>
                  <a:pt x="82" y="494"/>
                </a:lnTo>
                <a:lnTo>
                  <a:pt x="83" y="497"/>
                </a:lnTo>
                <a:lnTo>
                  <a:pt x="83" y="497"/>
                </a:lnTo>
                <a:lnTo>
                  <a:pt x="81" y="497"/>
                </a:lnTo>
                <a:lnTo>
                  <a:pt x="81" y="498"/>
                </a:lnTo>
                <a:lnTo>
                  <a:pt x="80" y="501"/>
                </a:lnTo>
                <a:lnTo>
                  <a:pt x="80" y="501"/>
                </a:lnTo>
                <a:lnTo>
                  <a:pt x="79" y="499"/>
                </a:lnTo>
                <a:lnTo>
                  <a:pt x="79" y="497"/>
                </a:lnTo>
                <a:lnTo>
                  <a:pt x="81" y="494"/>
                </a:lnTo>
                <a:lnTo>
                  <a:pt x="81" y="494"/>
                </a:lnTo>
                <a:lnTo>
                  <a:pt x="79" y="492"/>
                </a:lnTo>
                <a:lnTo>
                  <a:pt x="77" y="491"/>
                </a:lnTo>
                <a:lnTo>
                  <a:pt x="77" y="489"/>
                </a:lnTo>
                <a:lnTo>
                  <a:pt x="77" y="489"/>
                </a:lnTo>
                <a:lnTo>
                  <a:pt x="79" y="489"/>
                </a:lnTo>
                <a:lnTo>
                  <a:pt x="79" y="491"/>
                </a:lnTo>
                <a:lnTo>
                  <a:pt x="79" y="491"/>
                </a:lnTo>
                <a:lnTo>
                  <a:pt x="80" y="492"/>
                </a:lnTo>
                <a:lnTo>
                  <a:pt x="80" y="492"/>
                </a:lnTo>
                <a:lnTo>
                  <a:pt x="80" y="491"/>
                </a:lnTo>
                <a:lnTo>
                  <a:pt x="80" y="491"/>
                </a:lnTo>
                <a:lnTo>
                  <a:pt x="79" y="489"/>
                </a:lnTo>
                <a:lnTo>
                  <a:pt x="79" y="489"/>
                </a:lnTo>
                <a:lnTo>
                  <a:pt x="79" y="487"/>
                </a:lnTo>
                <a:lnTo>
                  <a:pt x="79" y="486"/>
                </a:lnTo>
                <a:lnTo>
                  <a:pt x="79" y="486"/>
                </a:lnTo>
                <a:lnTo>
                  <a:pt x="80" y="486"/>
                </a:lnTo>
                <a:lnTo>
                  <a:pt x="80" y="486"/>
                </a:lnTo>
                <a:lnTo>
                  <a:pt x="79" y="483"/>
                </a:lnTo>
                <a:lnTo>
                  <a:pt x="79" y="483"/>
                </a:lnTo>
                <a:lnTo>
                  <a:pt x="79" y="482"/>
                </a:lnTo>
                <a:lnTo>
                  <a:pt x="80" y="482"/>
                </a:lnTo>
                <a:lnTo>
                  <a:pt x="80" y="482"/>
                </a:lnTo>
                <a:lnTo>
                  <a:pt x="79" y="481"/>
                </a:lnTo>
                <a:lnTo>
                  <a:pt x="80" y="479"/>
                </a:lnTo>
                <a:lnTo>
                  <a:pt x="80" y="479"/>
                </a:lnTo>
                <a:lnTo>
                  <a:pt x="80" y="478"/>
                </a:lnTo>
                <a:lnTo>
                  <a:pt x="80" y="478"/>
                </a:lnTo>
                <a:lnTo>
                  <a:pt x="82" y="478"/>
                </a:lnTo>
                <a:lnTo>
                  <a:pt x="82" y="477"/>
                </a:lnTo>
                <a:lnTo>
                  <a:pt x="83" y="476"/>
                </a:lnTo>
                <a:lnTo>
                  <a:pt x="83" y="476"/>
                </a:lnTo>
                <a:close/>
                <a:moveTo>
                  <a:pt x="81" y="478"/>
                </a:moveTo>
                <a:lnTo>
                  <a:pt x="81" y="478"/>
                </a:lnTo>
                <a:lnTo>
                  <a:pt x="81" y="481"/>
                </a:lnTo>
                <a:lnTo>
                  <a:pt x="80" y="482"/>
                </a:lnTo>
                <a:lnTo>
                  <a:pt x="81" y="483"/>
                </a:lnTo>
                <a:lnTo>
                  <a:pt x="82" y="483"/>
                </a:lnTo>
                <a:lnTo>
                  <a:pt x="82" y="483"/>
                </a:lnTo>
                <a:lnTo>
                  <a:pt x="82" y="479"/>
                </a:lnTo>
                <a:lnTo>
                  <a:pt x="82" y="479"/>
                </a:lnTo>
                <a:lnTo>
                  <a:pt x="81" y="478"/>
                </a:lnTo>
                <a:lnTo>
                  <a:pt x="81" y="478"/>
                </a:lnTo>
                <a:close/>
                <a:moveTo>
                  <a:pt x="68" y="428"/>
                </a:moveTo>
                <a:lnTo>
                  <a:pt x="68" y="428"/>
                </a:lnTo>
                <a:lnTo>
                  <a:pt x="66" y="427"/>
                </a:lnTo>
                <a:lnTo>
                  <a:pt x="66" y="427"/>
                </a:lnTo>
                <a:lnTo>
                  <a:pt x="66" y="424"/>
                </a:lnTo>
                <a:lnTo>
                  <a:pt x="66" y="424"/>
                </a:lnTo>
                <a:lnTo>
                  <a:pt x="68" y="424"/>
                </a:lnTo>
                <a:lnTo>
                  <a:pt x="68" y="425"/>
                </a:lnTo>
                <a:lnTo>
                  <a:pt x="68" y="428"/>
                </a:lnTo>
                <a:lnTo>
                  <a:pt x="68" y="428"/>
                </a:lnTo>
                <a:close/>
                <a:moveTo>
                  <a:pt x="70" y="429"/>
                </a:moveTo>
                <a:lnTo>
                  <a:pt x="70" y="429"/>
                </a:lnTo>
                <a:lnTo>
                  <a:pt x="70" y="428"/>
                </a:lnTo>
                <a:lnTo>
                  <a:pt x="70" y="425"/>
                </a:lnTo>
                <a:lnTo>
                  <a:pt x="70" y="422"/>
                </a:lnTo>
                <a:lnTo>
                  <a:pt x="70" y="422"/>
                </a:lnTo>
                <a:lnTo>
                  <a:pt x="70" y="423"/>
                </a:lnTo>
                <a:lnTo>
                  <a:pt x="70" y="425"/>
                </a:lnTo>
                <a:lnTo>
                  <a:pt x="70" y="429"/>
                </a:lnTo>
                <a:lnTo>
                  <a:pt x="70" y="429"/>
                </a:lnTo>
                <a:close/>
                <a:moveTo>
                  <a:pt x="66" y="511"/>
                </a:moveTo>
                <a:lnTo>
                  <a:pt x="66" y="511"/>
                </a:lnTo>
                <a:lnTo>
                  <a:pt x="66" y="512"/>
                </a:lnTo>
                <a:lnTo>
                  <a:pt x="66" y="513"/>
                </a:lnTo>
                <a:lnTo>
                  <a:pt x="66" y="516"/>
                </a:lnTo>
                <a:lnTo>
                  <a:pt x="66" y="516"/>
                </a:lnTo>
                <a:lnTo>
                  <a:pt x="66" y="516"/>
                </a:lnTo>
                <a:lnTo>
                  <a:pt x="66" y="514"/>
                </a:lnTo>
                <a:lnTo>
                  <a:pt x="66" y="511"/>
                </a:lnTo>
                <a:lnTo>
                  <a:pt x="66" y="511"/>
                </a:lnTo>
                <a:close/>
                <a:moveTo>
                  <a:pt x="66" y="491"/>
                </a:moveTo>
                <a:lnTo>
                  <a:pt x="66" y="491"/>
                </a:lnTo>
                <a:lnTo>
                  <a:pt x="68" y="494"/>
                </a:lnTo>
                <a:lnTo>
                  <a:pt x="66" y="499"/>
                </a:lnTo>
                <a:lnTo>
                  <a:pt x="66" y="499"/>
                </a:lnTo>
                <a:lnTo>
                  <a:pt x="66" y="506"/>
                </a:lnTo>
                <a:lnTo>
                  <a:pt x="66" y="508"/>
                </a:lnTo>
                <a:lnTo>
                  <a:pt x="66" y="506"/>
                </a:lnTo>
                <a:lnTo>
                  <a:pt x="66" y="506"/>
                </a:lnTo>
                <a:lnTo>
                  <a:pt x="66" y="491"/>
                </a:lnTo>
                <a:lnTo>
                  <a:pt x="66" y="491"/>
                </a:lnTo>
                <a:close/>
                <a:moveTo>
                  <a:pt x="83" y="676"/>
                </a:moveTo>
                <a:lnTo>
                  <a:pt x="83" y="676"/>
                </a:lnTo>
                <a:lnTo>
                  <a:pt x="83" y="676"/>
                </a:lnTo>
                <a:lnTo>
                  <a:pt x="83" y="677"/>
                </a:lnTo>
                <a:lnTo>
                  <a:pt x="81" y="676"/>
                </a:lnTo>
                <a:lnTo>
                  <a:pt x="76" y="674"/>
                </a:lnTo>
                <a:lnTo>
                  <a:pt x="76" y="674"/>
                </a:lnTo>
                <a:lnTo>
                  <a:pt x="79" y="674"/>
                </a:lnTo>
                <a:lnTo>
                  <a:pt x="80" y="674"/>
                </a:lnTo>
                <a:lnTo>
                  <a:pt x="81" y="676"/>
                </a:lnTo>
                <a:lnTo>
                  <a:pt x="81" y="676"/>
                </a:lnTo>
                <a:lnTo>
                  <a:pt x="82" y="676"/>
                </a:lnTo>
                <a:lnTo>
                  <a:pt x="83" y="676"/>
                </a:lnTo>
                <a:lnTo>
                  <a:pt x="83" y="676"/>
                </a:lnTo>
                <a:close/>
                <a:moveTo>
                  <a:pt x="93" y="679"/>
                </a:moveTo>
                <a:lnTo>
                  <a:pt x="93" y="679"/>
                </a:lnTo>
                <a:lnTo>
                  <a:pt x="85" y="677"/>
                </a:lnTo>
                <a:lnTo>
                  <a:pt x="85" y="677"/>
                </a:lnTo>
                <a:lnTo>
                  <a:pt x="89" y="677"/>
                </a:lnTo>
                <a:lnTo>
                  <a:pt x="92" y="677"/>
                </a:lnTo>
                <a:lnTo>
                  <a:pt x="93" y="679"/>
                </a:lnTo>
                <a:lnTo>
                  <a:pt x="93" y="679"/>
                </a:lnTo>
                <a:close/>
                <a:moveTo>
                  <a:pt x="97" y="684"/>
                </a:moveTo>
                <a:lnTo>
                  <a:pt x="97" y="684"/>
                </a:lnTo>
                <a:lnTo>
                  <a:pt x="98" y="684"/>
                </a:lnTo>
                <a:lnTo>
                  <a:pt x="98" y="686"/>
                </a:lnTo>
                <a:lnTo>
                  <a:pt x="97" y="687"/>
                </a:lnTo>
                <a:lnTo>
                  <a:pt x="97" y="687"/>
                </a:lnTo>
                <a:lnTo>
                  <a:pt x="95" y="686"/>
                </a:lnTo>
                <a:lnTo>
                  <a:pt x="93" y="684"/>
                </a:lnTo>
                <a:lnTo>
                  <a:pt x="93" y="684"/>
                </a:lnTo>
                <a:lnTo>
                  <a:pt x="94" y="684"/>
                </a:lnTo>
                <a:lnTo>
                  <a:pt x="95" y="684"/>
                </a:lnTo>
                <a:lnTo>
                  <a:pt x="97" y="684"/>
                </a:lnTo>
                <a:lnTo>
                  <a:pt x="97" y="684"/>
                </a:lnTo>
                <a:lnTo>
                  <a:pt x="97" y="684"/>
                </a:lnTo>
                <a:close/>
                <a:moveTo>
                  <a:pt x="69" y="334"/>
                </a:moveTo>
                <a:lnTo>
                  <a:pt x="69" y="334"/>
                </a:lnTo>
                <a:lnTo>
                  <a:pt x="69" y="329"/>
                </a:lnTo>
                <a:lnTo>
                  <a:pt x="69" y="324"/>
                </a:lnTo>
                <a:lnTo>
                  <a:pt x="69" y="324"/>
                </a:lnTo>
                <a:lnTo>
                  <a:pt x="70" y="327"/>
                </a:lnTo>
                <a:lnTo>
                  <a:pt x="70" y="329"/>
                </a:lnTo>
                <a:lnTo>
                  <a:pt x="69" y="334"/>
                </a:lnTo>
                <a:lnTo>
                  <a:pt x="69" y="334"/>
                </a:lnTo>
                <a:close/>
                <a:moveTo>
                  <a:pt x="77" y="501"/>
                </a:moveTo>
                <a:lnTo>
                  <a:pt x="77" y="501"/>
                </a:lnTo>
                <a:lnTo>
                  <a:pt x="81" y="502"/>
                </a:lnTo>
                <a:lnTo>
                  <a:pt x="82" y="504"/>
                </a:lnTo>
                <a:lnTo>
                  <a:pt x="82" y="507"/>
                </a:lnTo>
                <a:lnTo>
                  <a:pt x="81" y="511"/>
                </a:lnTo>
                <a:lnTo>
                  <a:pt x="81" y="511"/>
                </a:lnTo>
                <a:lnTo>
                  <a:pt x="81" y="511"/>
                </a:lnTo>
                <a:lnTo>
                  <a:pt x="82" y="509"/>
                </a:lnTo>
                <a:lnTo>
                  <a:pt x="82" y="509"/>
                </a:lnTo>
                <a:lnTo>
                  <a:pt x="82" y="511"/>
                </a:lnTo>
                <a:lnTo>
                  <a:pt x="82" y="512"/>
                </a:lnTo>
                <a:lnTo>
                  <a:pt x="81" y="514"/>
                </a:lnTo>
                <a:lnTo>
                  <a:pt x="81" y="514"/>
                </a:lnTo>
                <a:lnTo>
                  <a:pt x="81" y="516"/>
                </a:lnTo>
                <a:lnTo>
                  <a:pt x="81" y="514"/>
                </a:lnTo>
                <a:lnTo>
                  <a:pt x="81" y="514"/>
                </a:lnTo>
                <a:lnTo>
                  <a:pt x="81" y="518"/>
                </a:lnTo>
                <a:lnTo>
                  <a:pt x="81" y="522"/>
                </a:lnTo>
                <a:lnTo>
                  <a:pt x="81" y="522"/>
                </a:lnTo>
                <a:lnTo>
                  <a:pt x="81" y="523"/>
                </a:lnTo>
                <a:lnTo>
                  <a:pt x="81" y="524"/>
                </a:lnTo>
                <a:lnTo>
                  <a:pt x="82" y="524"/>
                </a:lnTo>
                <a:lnTo>
                  <a:pt x="82" y="524"/>
                </a:lnTo>
                <a:lnTo>
                  <a:pt x="82" y="527"/>
                </a:lnTo>
                <a:lnTo>
                  <a:pt x="82" y="528"/>
                </a:lnTo>
                <a:lnTo>
                  <a:pt x="82" y="533"/>
                </a:lnTo>
                <a:lnTo>
                  <a:pt x="82" y="533"/>
                </a:lnTo>
                <a:lnTo>
                  <a:pt x="80" y="536"/>
                </a:lnTo>
                <a:lnTo>
                  <a:pt x="80" y="536"/>
                </a:lnTo>
                <a:lnTo>
                  <a:pt x="79" y="538"/>
                </a:lnTo>
                <a:lnTo>
                  <a:pt x="79" y="538"/>
                </a:lnTo>
                <a:lnTo>
                  <a:pt x="80" y="538"/>
                </a:lnTo>
                <a:lnTo>
                  <a:pt x="80" y="537"/>
                </a:lnTo>
                <a:lnTo>
                  <a:pt x="81" y="536"/>
                </a:lnTo>
                <a:lnTo>
                  <a:pt x="82" y="537"/>
                </a:lnTo>
                <a:lnTo>
                  <a:pt x="82" y="537"/>
                </a:lnTo>
                <a:lnTo>
                  <a:pt x="82" y="538"/>
                </a:lnTo>
                <a:lnTo>
                  <a:pt x="81" y="538"/>
                </a:lnTo>
                <a:lnTo>
                  <a:pt x="81" y="538"/>
                </a:lnTo>
                <a:lnTo>
                  <a:pt x="81" y="546"/>
                </a:lnTo>
                <a:lnTo>
                  <a:pt x="81" y="552"/>
                </a:lnTo>
                <a:lnTo>
                  <a:pt x="81" y="552"/>
                </a:lnTo>
                <a:lnTo>
                  <a:pt x="80" y="554"/>
                </a:lnTo>
                <a:lnTo>
                  <a:pt x="79" y="554"/>
                </a:lnTo>
                <a:lnTo>
                  <a:pt x="79" y="554"/>
                </a:lnTo>
                <a:lnTo>
                  <a:pt x="80" y="556"/>
                </a:lnTo>
                <a:lnTo>
                  <a:pt x="80" y="557"/>
                </a:lnTo>
                <a:lnTo>
                  <a:pt x="79" y="562"/>
                </a:lnTo>
                <a:lnTo>
                  <a:pt x="79" y="562"/>
                </a:lnTo>
                <a:lnTo>
                  <a:pt x="80" y="563"/>
                </a:lnTo>
                <a:lnTo>
                  <a:pt x="80" y="564"/>
                </a:lnTo>
                <a:lnTo>
                  <a:pt x="80" y="567"/>
                </a:lnTo>
                <a:lnTo>
                  <a:pt x="80" y="567"/>
                </a:lnTo>
                <a:lnTo>
                  <a:pt x="80" y="566"/>
                </a:lnTo>
                <a:lnTo>
                  <a:pt x="80" y="564"/>
                </a:lnTo>
                <a:lnTo>
                  <a:pt x="80" y="564"/>
                </a:lnTo>
                <a:lnTo>
                  <a:pt x="79" y="566"/>
                </a:lnTo>
                <a:lnTo>
                  <a:pt x="79" y="567"/>
                </a:lnTo>
                <a:lnTo>
                  <a:pt x="79" y="569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79" y="571"/>
                </a:lnTo>
                <a:lnTo>
                  <a:pt x="80" y="571"/>
                </a:lnTo>
                <a:lnTo>
                  <a:pt x="79" y="571"/>
                </a:lnTo>
                <a:lnTo>
                  <a:pt x="77" y="572"/>
                </a:lnTo>
                <a:lnTo>
                  <a:pt x="77" y="572"/>
                </a:lnTo>
                <a:lnTo>
                  <a:pt x="77" y="574"/>
                </a:lnTo>
                <a:lnTo>
                  <a:pt x="77" y="574"/>
                </a:lnTo>
                <a:lnTo>
                  <a:pt x="77" y="578"/>
                </a:lnTo>
                <a:lnTo>
                  <a:pt x="77" y="578"/>
                </a:lnTo>
                <a:lnTo>
                  <a:pt x="76" y="579"/>
                </a:lnTo>
                <a:lnTo>
                  <a:pt x="76" y="579"/>
                </a:lnTo>
                <a:lnTo>
                  <a:pt x="77" y="582"/>
                </a:lnTo>
                <a:lnTo>
                  <a:pt x="77" y="582"/>
                </a:lnTo>
                <a:lnTo>
                  <a:pt x="77" y="582"/>
                </a:lnTo>
                <a:lnTo>
                  <a:pt x="76" y="583"/>
                </a:lnTo>
                <a:lnTo>
                  <a:pt x="76" y="583"/>
                </a:lnTo>
                <a:lnTo>
                  <a:pt x="77" y="584"/>
                </a:lnTo>
                <a:lnTo>
                  <a:pt x="77" y="584"/>
                </a:lnTo>
                <a:lnTo>
                  <a:pt x="76" y="587"/>
                </a:lnTo>
                <a:lnTo>
                  <a:pt x="76" y="589"/>
                </a:lnTo>
                <a:lnTo>
                  <a:pt x="76" y="589"/>
                </a:lnTo>
                <a:lnTo>
                  <a:pt x="77" y="588"/>
                </a:lnTo>
                <a:lnTo>
                  <a:pt x="77" y="588"/>
                </a:lnTo>
                <a:lnTo>
                  <a:pt x="76" y="592"/>
                </a:lnTo>
                <a:lnTo>
                  <a:pt x="76" y="594"/>
                </a:lnTo>
                <a:lnTo>
                  <a:pt x="76" y="594"/>
                </a:lnTo>
                <a:lnTo>
                  <a:pt x="76" y="598"/>
                </a:lnTo>
                <a:lnTo>
                  <a:pt x="76" y="598"/>
                </a:lnTo>
                <a:lnTo>
                  <a:pt x="76" y="599"/>
                </a:lnTo>
                <a:lnTo>
                  <a:pt x="76" y="599"/>
                </a:lnTo>
                <a:lnTo>
                  <a:pt x="76" y="599"/>
                </a:lnTo>
                <a:lnTo>
                  <a:pt x="77" y="601"/>
                </a:lnTo>
                <a:lnTo>
                  <a:pt x="77" y="601"/>
                </a:lnTo>
                <a:lnTo>
                  <a:pt x="77" y="602"/>
                </a:lnTo>
                <a:lnTo>
                  <a:pt x="76" y="603"/>
                </a:lnTo>
                <a:lnTo>
                  <a:pt x="76" y="603"/>
                </a:lnTo>
                <a:lnTo>
                  <a:pt x="76" y="603"/>
                </a:lnTo>
                <a:lnTo>
                  <a:pt x="76" y="602"/>
                </a:lnTo>
                <a:lnTo>
                  <a:pt x="76" y="602"/>
                </a:lnTo>
                <a:lnTo>
                  <a:pt x="75" y="602"/>
                </a:lnTo>
                <a:lnTo>
                  <a:pt x="74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2"/>
                </a:lnTo>
                <a:lnTo>
                  <a:pt x="72" y="603"/>
                </a:lnTo>
                <a:lnTo>
                  <a:pt x="72" y="603"/>
                </a:lnTo>
                <a:lnTo>
                  <a:pt x="72" y="603"/>
                </a:lnTo>
                <a:lnTo>
                  <a:pt x="74" y="603"/>
                </a:lnTo>
                <a:lnTo>
                  <a:pt x="75" y="603"/>
                </a:lnTo>
                <a:lnTo>
                  <a:pt x="75" y="603"/>
                </a:lnTo>
                <a:lnTo>
                  <a:pt x="75" y="604"/>
                </a:lnTo>
                <a:lnTo>
                  <a:pt x="75" y="606"/>
                </a:lnTo>
                <a:lnTo>
                  <a:pt x="75" y="606"/>
                </a:lnTo>
                <a:lnTo>
                  <a:pt x="76" y="607"/>
                </a:lnTo>
                <a:lnTo>
                  <a:pt x="76" y="607"/>
                </a:lnTo>
                <a:lnTo>
                  <a:pt x="75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8"/>
                </a:lnTo>
                <a:lnTo>
                  <a:pt x="76" y="609"/>
                </a:lnTo>
                <a:lnTo>
                  <a:pt x="76" y="609"/>
                </a:lnTo>
                <a:lnTo>
                  <a:pt x="76" y="609"/>
                </a:lnTo>
                <a:lnTo>
                  <a:pt x="76" y="611"/>
                </a:lnTo>
                <a:lnTo>
                  <a:pt x="77" y="611"/>
                </a:lnTo>
                <a:lnTo>
                  <a:pt x="77" y="611"/>
                </a:lnTo>
                <a:lnTo>
                  <a:pt x="76" y="613"/>
                </a:lnTo>
                <a:lnTo>
                  <a:pt x="77" y="616"/>
                </a:lnTo>
                <a:lnTo>
                  <a:pt x="77" y="616"/>
                </a:lnTo>
                <a:lnTo>
                  <a:pt x="76" y="617"/>
                </a:lnTo>
                <a:lnTo>
                  <a:pt x="76" y="619"/>
                </a:lnTo>
                <a:lnTo>
                  <a:pt x="76" y="619"/>
                </a:lnTo>
                <a:lnTo>
                  <a:pt x="77" y="619"/>
                </a:lnTo>
                <a:lnTo>
                  <a:pt x="77" y="618"/>
                </a:lnTo>
                <a:lnTo>
                  <a:pt x="77" y="618"/>
                </a:lnTo>
                <a:lnTo>
                  <a:pt x="77" y="619"/>
                </a:lnTo>
                <a:lnTo>
                  <a:pt x="79" y="621"/>
                </a:lnTo>
                <a:lnTo>
                  <a:pt x="79" y="621"/>
                </a:lnTo>
                <a:lnTo>
                  <a:pt x="79" y="621"/>
                </a:lnTo>
                <a:lnTo>
                  <a:pt x="80" y="621"/>
                </a:lnTo>
                <a:lnTo>
                  <a:pt x="80" y="621"/>
                </a:lnTo>
                <a:lnTo>
                  <a:pt x="81" y="622"/>
                </a:lnTo>
                <a:lnTo>
                  <a:pt x="81" y="622"/>
                </a:lnTo>
                <a:lnTo>
                  <a:pt x="82" y="622"/>
                </a:lnTo>
                <a:lnTo>
                  <a:pt x="82" y="622"/>
                </a:lnTo>
                <a:lnTo>
                  <a:pt x="82" y="623"/>
                </a:lnTo>
                <a:lnTo>
                  <a:pt x="82" y="623"/>
                </a:lnTo>
                <a:lnTo>
                  <a:pt x="85" y="626"/>
                </a:lnTo>
                <a:lnTo>
                  <a:pt x="86" y="629"/>
                </a:lnTo>
                <a:lnTo>
                  <a:pt x="86" y="629"/>
                </a:lnTo>
                <a:lnTo>
                  <a:pt x="86" y="629"/>
                </a:lnTo>
                <a:lnTo>
                  <a:pt x="86" y="631"/>
                </a:lnTo>
                <a:lnTo>
                  <a:pt x="86" y="631"/>
                </a:lnTo>
                <a:lnTo>
                  <a:pt x="86" y="631"/>
                </a:lnTo>
                <a:lnTo>
                  <a:pt x="87" y="631"/>
                </a:lnTo>
                <a:lnTo>
                  <a:pt x="87" y="631"/>
                </a:lnTo>
                <a:lnTo>
                  <a:pt x="88" y="632"/>
                </a:lnTo>
                <a:lnTo>
                  <a:pt x="91" y="634"/>
                </a:lnTo>
                <a:lnTo>
                  <a:pt x="91" y="634"/>
                </a:lnTo>
                <a:lnTo>
                  <a:pt x="89" y="634"/>
                </a:lnTo>
                <a:lnTo>
                  <a:pt x="89" y="634"/>
                </a:lnTo>
                <a:lnTo>
                  <a:pt x="88" y="633"/>
                </a:lnTo>
                <a:lnTo>
                  <a:pt x="88" y="633"/>
                </a:lnTo>
                <a:lnTo>
                  <a:pt x="88" y="633"/>
                </a:lnTo>
                <a:lnTo>
                  <a:pt x="87" y="634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8" y="636"/>
                </a:lnTo>
                <a:lnTo>
                  <a:pt x="89" y="636"/>
                </a:lnTo>
                <a:lnTo>
                  <a:pt x="89" y="636"/>
                </a:lnTo>
                <a:lnTo>
                  <a:pt x="92" y="637"/>
                </a:lnTo>
                <a:lnTo>
                  <a:pt x="92" y="637"/>
                </a:lnTo>
                <a:lnTo>
                  <a:pt x="93" y="636"/>
                </a:lnTo>
                <a:lnTo>
                  <a:pt x="93" y="636"/>
                </a:lnTo>
                <a:lnTo>
                  <a:pt x="95" y="637"/>
                </a:lnTo>
                <a:lnTo>
                  <a:pt x="95" y="637"/>
                </a:lnTo>
                <a:lnTo>
                  <a:pt x="98" y="637"/>
                </a:lnTo>
                <a:lnTo>
                  <a:pt x="99" y="638"/>
                </a:lnTo>
                <a:lnTo>
                  <a:pt x="99" y="638"/>
                </a:lnTo>
                <a:lnTo>
                  <a:pt x="101" y="637"/>
                </a:lnTo>
                <a:lnTo>
                  <a:pt x="104" y="637"/>
                </a:lnTo>
                <a:lnTo>
                  <a:pt x="110" y="638"/>
                </a:lnTo>
                <a:lnTo>
                  <a:pt x="110" y="638"/>
                </a:lnTo>
                <a:lnTo>
                  <a:pt x="111" y="637"/>
                </a:lnTo>
                <a:lnTo>
                  <a:pt x="112" y="636"/>
                </a:lnTo>
                <a:lnTo>
                  <a:pt x="117" y="637"/>
                </a:lnTo>
                <a:lnTo>
                  <a:pt x="117" y="637"/>
                </a:lnTo>
                <a:lnTo>
                  <a:pt x="126" y="634"/>
                </a:lnTo>
                <a:lnTo>
                  <a:pt x="126" y="634"/>
                </a:lnTo>
                <a:lnTo>
                  <a:pt x="135" y="633"/>
                </a:lnTo>
                <a:lnTo>
                  <a:pt x="135" y="633"/>
                </a:lnTo>
                <a:lnTo>
                  <a:pt x="140" y="632"/>
                </a:lnTo>
                <a:lnTo>
                  <a:pt x="141" y="632"/>
                </a:lnTo>
                <a:lnTo>
                  <a:pt x="144" y="631"/>
                </a:lnTo>
                <a:lnTo>
                  <a:pt x="144" y="631"/>
                </a:lnTo>
                <a:lnTo>
                  <a:pt x="145" y="631"/>
                </a:lnTo>
                <a:lnTo>
                  <a:pt x="146" y="631"/>
                </a:lnTo>
                <a:lnTo>
                  <a:pt x="147" y="629"/>
                </a:lnTo>
                <a:lnTo>
                  <a:pt x="147" y="629"/>
                </a:lnTo>
                <a:lnTo>
                  <a:pt x="150" y="631"/>
                </a:lnTo>
                <a:lnTo>
                  <a:pt x="150" y="631"/>
                </a:lnTo>
                <a:lnTo>
                  <a:pt x="161" y="627"/>
                </a:lnTo>
                <a:lnTo>
                  <a:pt x="161" y="627"/>
                </a:lnTo>
                <a:lnTo>
                  <a:pt x="167" y="627"/>
                </a:lnTo>
                <a:lnTo>
                  <a:pt x="167" y="627"/>
                </a:lnTo>
                <a:lnTo>
                  <a:pt x="170" y="624"/>
                </a:lnTo>
                <a:lnTo>
                  <a:pt x="170" y="624"/>
                </a:lnTo>
                <a:lnTo>
                  <a:pt x="175" y="624"/>
                </a:lnTo>
                <a:lnTo>
                  <a:pt x="175" y="624"/>
                </a:lnTo>
                <a:lnTo>
                  <a:pt x="178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3"/>
                </a:lnTo>
                <a:lnTo>
                  <a:pt x="181" y="622"/>
                </a:lnTo>
                <a:lnTo>
                  <a:pt x="181" y="622"/>
                </a:lnTo>
                <a:lnTo>
                  <a:pt x="184" y="622"/>
                </a:lnTo>
                <a:lnTo>
                  <a:pt x="186" y="622"/>
                </a:lnTo>
                <a:lnTo>
                  <a:pt x="186" y="622"/>
                </a:lnTo>
                <a:lnTo>
                  <a:pt x="190" y="624"/>
                </a:lnTo>
                <a:lnTo>
                  <a:pt x="191" y="624"/>
                </a:lnTo>
                <a:lnTo>
                  <a:pt x="193" y="624"/>
                </a:lnTo>
                <a:lnTo>
                  <a:pt x="193" y="624"/>
                </a:lnTo>
                <a:lnTo>
                  <a:pt x="193" y="626"/>
                </a:lnTo>
                <a:lnTo>
                  <a:pt x="193" y="627"/>
                </a:lnTo>
                <a:lnTo>
                  <a:pt x="192" y="628"/>
                </a:lnTo>
                <a:lnTo>
                  <a:pt x="192" y="631"/>
                </a:lnTo>
                <a:lnTo>
                  <a:pt x="192" y="631"/>
                </a:lnTo>
                <a:lnTo>
                  <a:pt x="193" y="632"/>
                </a:lnTo>
                <a:lnTo>
                  <a:pt x="194" y="631"/>
                </a:lnTo>
                <a:lnTo>
                  <a:pt x="196" y="631"/>
                </a:lnTo>
                <a:lnTo>
                  <a:pt x="196" y="631"/>
                </a:lnTo>
                <a:lnTo>
                  <a:pt x="196" y="629"/>
                </a:lnTo>
                <a:lnTo>
                  <a:pt x="196" y="628"/>
                </a:lnTo>
                <a:lnTo>
                  <a:pt x="196" y="628"/>
                </a:lnTo>
                <a:lnTo>
                  <a:pt x="197" y="628"/>
                </a:lnTo>
                <a:lnTo>
                  <a:pt x="198" y="628"/>
                </a:lnTo>
                <a:lnTo>
                  <a:pt x="198" y="629"/>
                </a:lnTo>
                <a:lnTo>
                  <a:pt x="199" y="629"/>
                </a:lnTo>
                <a:lnTo>
                  <a:pt x="199" y="629"/>
                </a:lnTo>
                <a:lnTo>
                  <a:pt x="201" y="629"/>
                </a:lnTo>
                <a:lnTo>
                  <a:pt x="202" y="629"/>
                </a:lnTo>
                <a:lnTo>
                  <a:pt x="202" y="628"/>
                </a:lnTo>
                <a:lnTo>
                  <a:pt x="203" y="628"/>
                </a:lnTo>
                <a:lnTo>
                  <a:pt x="203" y="628"/>
                </a:lnTo>
                <a:lnTo>
                  <a:pt x="203" y="631"/>
                </a:lnTo>
                <a:lnTo>
                  <a:pt x="203" y="631"/>
                </a:lnTo>
                <a:lnTo>
                  <a:pt x="205" y="629"/>
                </a:lnTo>
                <a:lnTo>
                  <a:pt x="208" y="629"/>
                </a:lnTo>
                <a:lnTo>
                  <a:pt x="208" y="629"/>
                </a:lnTo>
                <a:lnTo>
                  <a:pt x="207" y="631"/>
                </a:lnTo>
                <a:lnTo>
                  <a:pt x="207" y="631"/>
                </a:lnTo>
                <a:lnTo>
                  <a:pt x="210" y="631"/>
                </a:lnTo>
                <a:lnTo>
                  <a:pt x="211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3" y="631"/>
                </a:lnTo>
                <a:lnTo>
                  <a:pt x="216" y="629"/>
                </a:lnTo>
                <a:lnTo>
                  <a:pt x="219" y="631"/>
                </a:lnTo>
                <a:lnTo>
                  <a:pt x="219" y="631"/>
                </a:lnTo>
                <a:lnTo>
                  <a:pt x="220" y="629"/>
                </a:lnTo>
                <a:lnTo>
                  <a:pt x="221" y="629"/>
                </a:lnTo>
                <a:lnTo>
                  <a:pt x="221" y="629"/>
                </a:lnTo>
                <a:lnTo>
                  <a:pt x="222" y="628"/>
                </a:lnTo>
                <a:lnTo>
                  <a:pt x="223" y="627"/>
                </a:lnTo>
                <a:lnTo>
                  <a:pt x="223" y="627"/>
                </a:lnTo>
                <a:lnTo>
                  <a:pt x="225" y="628"/>
                </a:lnTo>
                <a:lnTo>
                  <a:pt x="226" y="628"/>
                </a:lnTo>
                <a:lnTo>
                  <a:pt x="226" y="628"/>
                </a:lnTo>
                <a:lnTo>
                  <a:pt x="227" y="628"/>
                </a:lnTo>
                <a:lnTo>
                  <a:pt x="227" y="628"/>
                </a:lnTo>
                <a:lnTo>
                  <a:pt x="227" y="626"/>
                </a:lnTo>
                <a:lnTo>
                  <a:pt x="227" y="624"/>
                </a:lnTo>
                <a:lnTo>
                  <a:pt x="227" y="624"/>
                </a:lnTo>
                <a:lnTo>
                  <a:pt x="227" y="624"/>
                </a:lnTo>
                <a:lnTo>
                  <a:pt x="227" y="626"/>
                </a:lnTo>
                <a:lnTo>
                  <a:pt x="227" y="626"/>
                </a:lnTo>
                <a:lnTo>
                  <a:pt x="228" y="626"/>
                </a:lnTo>
                <a:lnTo>
                  <a:pt x="230" y="624"/>
                </a:lnTo>
                <a:lnTo>
                  <a:pt x="230" y="624"/>
                </a:lnTo>
                <a:lnTo>
                  <a:pt x="232" y="627"/>
                </a:lnTo>
                <a:lnTo>
                  <a:pt x="233" y="627"/>
                </a:lnTo>
                <a:lnTo>
                  <a:pt x="234" y="626"/>
                </a:lnTo>
                <a:lnTo>
                  <a:pt x="234" y="626"/>
                </a:lnTo>
                <a:lnTo>
                  <a:pt x="233" y="624"/>
                </a:lnTo>
                <a:lnTo>
                  <a:pt x="232" y="626"/>
                </a:lnTo>
                <a:lnTo>
                  <a:pt x="232" y="626"/>
                </a:lnTo>
                <a:lnTo>
                  <a:pt x="232" y="624"/>
                </a:lnTo>
                <a:lnTo>
                  <a:pt x="231" y="622"/>
                </a:lnTo>
                <a:lnTo>
                  <a:pt x="231" y="622"/>
                </a:lnTo>
                <a:lnTo>
                  <a:pt x="233" y="621"/>
                </a:lnTo>
                <a:lnTo>
                  <a:pt x="236" y="621"/>
                </a:lnTo>
                <a:lnTo>
                  <a:pt x="236" y="621"/>
                </a:lnTo>
                <a:lnTo>
                  <a:pt x="234" y="622"/>
                </a:lnTo>
                <a:lnTo>
                  <a:pt x="234" y="622"/>
                </a:lnTo>
                <a:lnTo>
                  <a:pt x="233" y="622"/>
                </a:lnTo>
                <a:lnTo>
                  <a:pt x="233" y="623"/>
                </a:lnTo>
                <a:lnTo>
                  <a:pt x="233" y="623"/>
                </a:lnTo>
                <a:lnTo>
                  <a:pt x="234" y="623"/>
                </a:lnTo>
                <a:lnTo>
                  <a:pt x="237" y="623"/>
                </a:lnTo>
                <a:lnTo>
                  <a:pt x="239" y="622"/>
                </a:lnTo>
                <a:lnTo>
                  <a:pt x="240" y="621"/>
                </a:lnTo>
                <a:lnTo>
                  <a:pt x="240" y="621"/>
                </a:lnTo>
                <a:lnTo>
                  <a:pt x="244" y="619"/>
                </a:lnTo>
                <a:lnTo>
                  <a:pt x="245" y="621"/>
                </a:lnTo>
                <a:lnTo>
                  <a:pt x="245" y="622"/>
                </a:lnTo>
                <a:lnTo>
                  <a:pt x="245" y="622"/>
                </a:lnTo>
                <a:lnTo>
                  <a:pt x="246" y="622"/>
                </a:lnTo>
                <a:lnTo>
                  <a:pt x="248" y="621"/>
                </a:lnTo>
                <a:lnTo>
                  <a:pt x="248" y="621"/>
                </a:lnTo>
                <a:lnTo>
                  <a:pt x="249" y="621"/>
                </a:lnTo>
                <a:lnTo>
                  <a:pt x="249" y="621"/>
                </a:lnTo>
                <a:lnTo>
                  <a:pt x="249" y="621"/>
                </a:lnTo>
                <a:lnTo>
                  <a:pt x="248" y="621"/>
                </a:lnTo>
                <a:lnTo>
                  <a:pt x="248" y="621"/>
                </a:lnTo>
                <a:lnTo>
                  <a:pt x="250" y="623"/>
                </a:lnTo>
                <a:lnTo>
                  <a:pt x="250" y="624"/>
                </a:lnTo>
                <a:lnTo>
                  <a:pt x="250" y="626"/>
                </a:lnTo>
                <a:lnTo>
                  <a:pt x="250" y="626"/>
                </a:lnTo>
                <a:lnTo>
                  <a:pt x="252" y="626"/>
                </a:lnTo>
                <a:lnTo>
                  <a:pt x="254" y="624"/>
                </a:lnTo>
                <a:lnTo>
                  <a:pt x="254" y="624"/>
                </a:lnTo>
                <a:lnTo>
                  <a:pt x="252" y="624"/>
                </a:lnTo>
                <a:lnTo>
                  <a:pt x="251" y="624"/>
                </a:lnTo>
                <a:lnTo>
                  <a:pt x="251" y="624"/>
                </a:lnTo>
                <a:lnTo>
                  <a:pt x="251" y="622"/>
                </a:lnTo>
                <a:lnTo>
                  <a:pt x="251" y="621"/>
                </a:lnTo>
                <a:lnTo>
                  <a:pt x="252" y="621"/>
                </a:lnTo>
                <a:lnTo>
                  <a:pt x="252" y="621"/>
                </a:lnTo>
                <a:lnTo>
                  <a:pt x="254" y="621"/>
                </a:lnTo>
                <a:lnTo>
                  <a:pt x="252" y="621"/>
                </a:lnTo>
                <a:lnTo>
                  <a:pt x="252" y="622"/>
                </a:lnTo>
                <a:lnTo>
                  <a:pt x="252" y="623"/>
                </a:lnTo>
                <a:lnTo>
                  <a:pt x="252" y="623"/>
                </a:lnTo>
                <a:lnTo>
                  <a:pt x="255" y="622"/>
                </a:lnTo>
                <a:lnTo>
                  <a:pt x="255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2"/>
                </a:lnTo>
                <a:lnTo>
                  <a:pt x="256" y="621"/>
                </a:lnTo>
                <a:lnTo>
                  <a:pt x="256" y="619"/>
                </a:lnTo>
                <a:lnTo>
                  <a:pt x="256" y="619"/>
                </a:lnTo>
                <a:lnTo>
                  <a:pt x="259" y="621"/>
                </a:lnTo>
                <a:lnTo>
                  <a:pt x="261" y="619"/>
                </a:lnTo>
                <a:lnTo>
                  <a:pt x="261" y="619"/>
                </a:lnTo>
                <a:lnTo>
                  <a:pt x="262" y="621"/>
                </a:lnTo>
                <a:lnTo>
                  <a:pt x="262" y="622"/>
                </a:lnTo>
                <a:lnTo>
                  <a:pt x="262" y="622"/>
                </a:lnTo>
                <a:lnTo>
                  <a:pt x="263" y="622"/>
                </a:lnTo>
                <a:lnTo>
                  <a:pt x="263" y="622"/>
                </a:lnTo>
                <a:lnTo>
                  <a:pt x="265" y="622"/>
                </a:lnTo>
                <a:lnTo>
                  <a:pt x="265" y="621"/>
                </a:lnTo>
                <a:lnTo>
                  <a:pt x="265" y="621"/>
                </a:lnTo>
                <a:lnTo>
                  <a:pt x="263" y="621"/>
                </a:lnTo>
                <a:lnTo>
                  <a:pt x="262" y="621"/>
                </a:lnTo>
                <a:lnTo>
                  <a:pt x="262" y="621"/>
                </a:lnTo>
                <a:lnTo>
                  <a:pt x="262" y="619"/>
                </a:lnTo>
                <a:lnTo>
                  <a:pt x="263" y="618"/>
                </a:lnTo>
                <a:lnTo>
                  <a:pt x="266" y="618"/>
                </a:lnTo>
                <a:lnTo>
                  <a:pt x="266" y="618"/>
                </a:lnTo>
                <a:lnTo>
                  <a:pt x="265" y="618"/>
                </a:lnTo>
                <a:lnTo>
                  <a:pt x="263" y="618"/>
                </a:lnTo>
                <a:lnTo>
                  <a:pt x="261" y="618"/>
                </a:lnTo>
                <a:lnTo>
                  <a:pt x="261" y="618"/>
                </a:lnTo>
                <a:lnTo>
                  <a:pt x="262" y="617"/>
                </a:lnTo>
                <a:lnTo>
                  <a:pt x="263" y="617"/>
                </a:lnTo>
                <a:lnTo>
                  <a:pt x="268" y="617"/>
                </a:lnTo>
                <a:lnTo>
                  <a:pt x="268" y="617"/>
                </a:lnTo>
                <a:lnTo>
                  <a:pt x="267" y="618"/>
                </a:lnTo>
                <a:lnTo>
                  <a:pt x="267" y="618"/>
                </a:lnTo>
                <a:lnTo>
                  <a:pt x="269" y="618"/>
                </a:lnTo>
                <a:lnTo>
                  <a:pt x="271" y="618"/>
                </a:lnTo>
                <a:lnTo>
                  <a:pt x="273" y="621"/>
                </a:lnTo>
                <a:lnTo>
                  <a:pt x="273" y="621"/>
                </a:lnTo>
                <a:lnTo>
                  <a:pt x="274" y="619"/>
                </a:lnTo>
                <a:lnTo>
                  <a:pt x="274" y="619"/>
                </a:lnTo>
                <a:lnTo>
                  <a:pt x="272" y="618"/>
                </a:lnTo>
                <a:lnTo>
                  <a:pt x="271" y="614"/>
                </a:lnTo>
                <a:lnTo>
                  <a:pt x="271" y="614"/>
                </a:lnTo>
                <a:lnTo>
                  <a:pt x="272" y="616"/>
                </a:lnTo>
                <a:lnTo>
                  <a:pt x="273" y="618"/>
                </a:lnTo>
                <a:lnTo>
                  <a:pt x="273" y="618"/>
                </a:lnTo>
                <a:lnTo>
                  <a:pt x="274" y="617"/>
                </a:lnTo>
                <a:lnTo>
                  <a:pt x="275" y="616"/>
                </a:lnTo>
                <a:lnTo>
                  <a:pt x="275" y="616"/>
                </a:lnTo>
                <a:lnTo>
                  <a:pt x="277" y="616"/>
                </a:lnTo>
                <a:lnTo>
                  <a:pt x="277" y="618"/>
                </a:lnTo>
                <a:lnTo>
                  <a:pt x="277" y="618"/>
                </a:lnTo>
                <a:lnTo>
                  <a:pt x="278" y="617"/>
                </a:lnTo>
                <a:lnTo>
                  <a:pt x="280" y="617"/>
                </a:lnTo>
                <a:lnTo>
                  <a:pt x="280" y="617"/>
                </a:lnTo>
                <a:lnTo>
                  <a:pt x="281" y="617"/>
                </a:lnTo>
                <a:lnTo>
                  <a:pt x="283" y="618"/>
                </a:lnTo>
                <a:lnTo>
                  <a:pt x="283" y="618"/>
                </a:lnTo>
                <a:lnTo>
                  <a:pt x="284" y="617"/>
                </a:lnTo>
                <a:lnTo>
                  <a:pt x="284" y="616"/>
                </a:lnTo>
                <a:lnTo>
                  <a:pt x="284" y="616"/>
                </a:lnTo>
                <a:lnTo>
                  <a:pt x="284" y="614"/>
                </a:lnTo>
                <a:lnTo>
                  <a:pt x="281" y="614"/>
                </a:lnTo>
                <a:lnTo>
                  <a:pt x="281" y="614"/>
                </a:lnTo>
                <a:lnTo>
                  <a:pt x="283" y="614"/>
                </a:lnTo>
                <a:lnTo>
                  <a:pt x="284" y="614"/>
                </a:lnTo>
                <a:lnTo>
                  <a:pt x="285" y="614"/>
                </a:lnTo>
                <a:lnTo>
                  <a:pt x="285" y="616"/>
                </a:lnTo>
                <a:lnTo>
                  <a:pt x="285" y="616"/>
                </a:lnTo>
                <a:lnTo>
                  <a:pt x="289" y="616"/>
                </a:lnTo>
                <a:lnTo>
                  <a:pt x="291" y="616"/>
                </a:lnTo>
                <a:lnTo>
                  <a:pt x="291" y="616"/>
                </a:lnTo>
                <a:lnTo>
                  <a:pt x="288" y="614"/>
                </a:lnTo>
                <a:lnTo>
                  <a:pt x="286" y="614"/>
                </a:lnTo>
                <a:lnTo>
                  <a:pt x="286" y="613"/>
                </a:lnTo>
                <a:lnTo>
                  <a:pt x="286" y="613"/>
                </a:lnTo>
                <a:lnTo>
                  <a:pt x="288" y="613"/>
                </a:lnTo>
                <a:lnTo>
                  <a:pt x="290" y="614"/>
                </a:lnTo>
                <a:lnTo>
                  <a:pt x="290" y="614"/>
                </a:lnTo>
                <a:lnTo>
                  <a:pt x="291" y="613"/>
                </a:lnTo>
                <a:lnTo>
                  <a:pt x="291" y="613"/>
                </a:lnTo>
                <a:lnTo>
                  <a:pt x="290" y="611"/>
                </a:lnTo>
                <a:lnTo>
                  <a:pt x="290" y="611"/>
                </a:lnTo>
                <a:lnTo>
                  <a:pt x="289" y="612"/>
                </a:lnTo>
                <a:lnTo>
                  <a:pt x="288" y="612"/>
                </a:lnTo>
                <a:lnTo>
                  <a:pt x="288" y="612"/>
                </a:lnTo>
                <a:lnTo>
                  <a:pt x="288" y="612"/>
                </a:lnTo>
                <a:lnTo>
                  <a:pt x="289" y="611"/>
                </a:lnTo>
                <a:lnTo>
                  <a:pt x="292" y="612"/>
                </a:lnTo>
                <a:lnTo>
                  <a:pt x="292" y="612"/>
                </a:lnTo>
                <a:lnTo>
                  <a:pt x="292" y="614"/>
                </a:lnTo>
                <a:lnTo>
                  <a:pt x="292" y="614"/>
                </a:lnTo>
                <a:lnTo>
                  <a:pt x="296" y="613"/>
                </a:lnTo>
                <a:lnTo>
                  <a:pt x="297" y="613"/>
                </a:lnTo>
                <a:lnTo>
                  <a:pt x="298" y="614"/>
                </a:lnTo>
                <a:lnTo>
                  <a:pt x="298" y="614"/>
                </a:lnTo>
                <a:lnTo>
                  <a:pt x="300" y="613"/>
                </a:lnTo>
                <a:lnTo>
                  <a:pt x="298" y="613"/>
                </a:lnTo>
                <a:lnTo>
                  <a:pt x="297" y="612"/>
                </a:lnTo>
                <a:lnTo>
                  <a:pt x="297" y="612"/>
                </a:lnTo>
                <a:lnTo>
                  <a:pt x="300" y="611"/>
                </a:lnTo>
                <a:lnTo>
                  <a:pt x="302" y="612"/>
                </a:lnTo>
                <a:lnTo>
                  <a:pt x="304" y="612"/>
                </a:lnTo>
                <a:lnTo>
                  <a:pt x="307" y="612"/>
                </a:lnTo>
                <a:lnTo>
                  <a:pt x="307" y="612"/>
                </a:lnTo>
                <a:lnTo>
                  <a:pt x="308" y="612"/>
                </a:lnTo>
                <a:lnTo>
                  <a:pt x="309" y="612"/>
                </a:lnTo>
                <a:lnTo>
                  <a:pt x="309" y="612"/>
                </a:lnTo>
                <a:lnTo>
                  <a:pt x="310" y="612"/>
                </a:lnTo>
                <a:lnTo>
                  <a:pt x="310" y="612"/>
                </a:lnTo>
                <a:lnTo>
                  <a:pt x="312" y="612"/>
                </a:lnTo>
                <a:lnTo>
                  <a:pt x="312" y="612"/>
                </a:lnTo>
                <a:lnTo>
                  <a:pt x="313" y="611"/>
                </a:lnTo>
                <a:lnTo>
                  <a:pt x="313" y="611"/>
                </a:lnTo>
                <a:lnTo>
                  <a:pt x="317" y="611"/>
                </a:lnTo>
                <a:lnTo>
                  <a:pt x="319" y="611"/>
                </a:lnTo>
                <a:lnTo>
                  <a:pt x="319" y="611"/>
                </a:lnTo>
                <a:lnTo>
                  <a:pt x="320" y="611"/>
                </a:lnTo>
                <a:lnTo>
                  <a:pt x="320" y="609"/>
                </a:lnTo>
                <a:lnTo>
                  <a:pt x="320" y="609"/>
                </a:lnTo>
                <a:lnTo>
                  <a:pt x="321" y="608"/>
                </a:lnTo>
                <a:lnTo>
                  <a:pt x="323" y="607"/>
                </a:lnTo>
                <a:lnTo>
                  <a:pt x="323" y="607"/>
                </a:lnTo>
                <a:lnTo>
                  <a:pt x="321" y="607"/>
                </a:lnTo>
                <a:lnTo>
                  <a:pt x="323" y="606"/>
                </a:lnTo>
                <a:lnTo>
                  <a:pt x="323" y="606"/>
                </a:lnTo>
                <a:lnTo>
                  <a:pt x="323" y="608"/>
                </a:lnTo>
                <a:lnTo>
                  <a:pt x="323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9"/>
                </a:lnTo>
                <a:lnTo>
                  <a:pt x="324" y="608"/>
                </a:lnTo>
                <a:lnTo>
                  <a:pt x="324" y="608"/>
                </a:lnTo>
                <a:lnTo>
                  <a:pt x="324" y="608"/>
                </a:lnTo>
                <a:lnTo>
                  <a:pt x="326" y="607"/>
                </a:lnTo>
                <a:lnTo>
                  <a:pt x="329" y="606"/>
                </a:lnTo>
                <a:lnTo>
                  <a:pt x="329" y="606"/>
                </a:lnTo>
                <a:lnTo>
                  <a:pt x="331" y="607"/>
                </a:lnTo>
                <a:lnTo>
                  <a:pt x="335" y="607"/>
                </a:lnTo>
                <a:lnTo>
                  <a:pt x="335" y="607"/>
                </a:lnTo>
                <a:lnTo>
                  <a:pt x="336" y="607"/>
                </a:lnTo>
                <a:lnTo>
                  <a:pt x="336" y="606"/>
                </a:lnTo>
                <a:lnTo>
                  <a:pt x="336" y="604"/>
                </a:lnTo>
                <a:lnTo>
                  <a:pt x="337" y="604"/>
                </a:lnTo>
                <a:lnTo>
                  <a:pt x="337" y="604"/>
                </a:lnTo>
                <a:lnTo>
                  <a:pt x="337" y="606"/>
                </a:lnTo>
                <a:lnTo>
                  <a:pt x="337" y="606"/>
                </a:lnTo>
                <a:lnTo>
                  <a:pt x="337" y="606"/>
                </a:lnTo>
                <a:lnTo>
                  <a:pt x="338" y="607"/>
                </a:lnTo>
                <a:lnTo>
                  <a:pt x="339" y="608"/>
                </a:lnTo>
                <a:lnTo>
                  <a:pt x="339" y="608"/>
                </a:lnTo>
                <a:lnTo>
                  <a:pt x="341" y="607"/>
                </a:lnTo>
                <a:lnTo>
                  <a:pt x="341" y="606"/>
                </a:lnTo>
                <a:lnTo>
                  <a:pt x="341" y="604"/>
                </a:lnTo>
                <a:lnTo>
                  <a:pt x="341" y="604"/>
                </a:lnTo>
                <a:lnTo>
                  <a:pt x="344" y="604"/>
                </a:lnTo>
                <a:lnTo>
                  <a:pt x="347" y="603"/>
                </a:lnTo>
                <a:lnTo>
                  <a:pt x="347" y="603"/>
                </a:lnTo>
                <a:lnTo>
                  <a:pt x="348" y="604"/>
                </a:lnTo>
                <a:lnTo>
                  <a:pt x="347" y="606"/>
                </a:lnTo>
                <a:lnTo>
                  <a:pt x="347" y="606"/>
                </a:lnTo>
                <a:lnTo>
                  <a:pt x="348" y="607"/>
                </a:lnTo>
                <a:lnTo>
                  <a:pt x="349" y="606"/>
                </a:lnTo>
                <a:lnTo>
                  <a:pt x="353" y="604"/>
                </a:lnTo>
                <a:lnTo>
                  <a:pt x="353" y="604"/>
                </a:lnTo>
                <a:lnTo>
                  <a:pt x="353" y="607"/>
                </a:lnTo>
                <a:lnTo>
                  <a:pt x="352" y="608"/>
                </a:lnTo>
                <a:lnTo>
                  <a:pt x="352" y="608"/>
                </a:lnTo>
                <a:lnTo>
                  <a:pt x="352" y="609"/>
                </a:lnTo>
                <a:lnTo>
                  <a:pt x="354" y="609"/>
                </a:lnTo>
                <a:lnTo>
                  <a:pt x="354" y="609"/>
                </a:lnTo>
                <a:lnTo>
                  <a:pt x="354" y="608"/>
                </a:lnTo>
                <a:lnTo>
                  <a:pt x="354" y="607"/>
                </a:lnTo>
                <a:lnTo>
                  <a:pt x="354" y="606"/>
                </a:lnTo>
                <a:lnTo>
                  <a:pt x="354" y="606"/>
                </a:lnTo>
                <a:lnTo>
                  <a:pt x="355" y="604"/>
                </a:lnTo>
                <a:lnTo>
                  <a:pt x="356" y="603"/>
                </a:lnTo>
                <a:lnTo>
                  <a:pt x="358" y="603"/>
                </a:lnTo>
                <a:lnTo>
                  <a:pt x="358" y="603"/>
                </a:lnTo>
                <a:lnTo>
                  <a:pt x="358" y="602"/>
                </a:lnTo>
                <a:lnTo>
                  <a:pt x="358" y="601"/>
                </a:lnTo>
                <a:lnTo>
                  <a:pt x="358" y="601"/>
                </a:lnTo>
                <a:lnTo>
                  <a:pt x="362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601"/>
                </a:lnTo>
                <a:lnTo>
                  <a:pt x="368" y="599"/>
                </a:lnTo>
                <a:lnTo>
                  <a:pt x="368" y="599"/>
                </a:lnTo>
                <a:lnTo>
                  <a:pt x="374" y="598"/>
                </a:lnTo>
                <a:lnTo>
                  <a:pt x="374" y="598"/>
                </a:lnTo>
                <a:lnTo>
                  <a:pt x="374" y="599"/>
                </a:lnTo>
                <a:lnTo>
                  <a:pt x="374" y="599"/>
                </a:lnTo>
                <a:lnTo>
                  <a:pt x="377" y="599"/>
                </a:lnTo>
                <a:lnTo>
                  <a:pt x="377" y="599"/>
                </a:lnTo>
                <a:lnTo>
                  <a:pt x="378" y="599"/>
                </a:lnTo>
                <a:lnTo>
                  <a:pt x="378" y="598"/>
                </a:lnTo>
                <a:lnTo>
                  <a:pt x="378" y="598"/>
                </a:lnTo>
                <a:lnTo>
                  <a:pt x="378" y="597"/>
                </a:lnTo>
                <a:lnTo>
                  <a:pt x="377" y="597"/>
                </a:lnTo>
                <a:lnTo>
                  <a:pt x="377" y="597"/>
                </a:lnTo>
                <a:lnTo>
                  <a:pt x="377" y="596"/>
                </a:lnTo>
                <a:lnTo>
                  <a:pt x="377" y="596"/>
                </a:lnTo>
                <a:lnTo>
                  <a:pt x="378" y="596"/>
                </a:lnTo>
                <a:lnTo>
                  <a:pt x="379" y="597"/>
                </a:lnTo>
                <a:lnTo>
                  <a:pt x="379" y="597"/>
                </a:lnTo>
                <a:lnTo>
                  <a:pt x="382" y="597"/>
                </a:lnTo>
                <a:lnTo>
                  <a:pt x="382" y="597"/>
                </a:lnTo>
                <a:lnTo>
                  <a:pt x="382" y="598"/>
                </a:lnTo>
                <a:lnTo>
                  <a:pt x="382" y="598"/>
                </a:lnTo>
                <a:lnTo>
                  <a:pt x="383" y="598"/>
                </a:lnTo>
                <a:lnTo>
                  <a:pt x="383" y="598"/>
                </a:lnTo>
                <a:lnTo>
                  <a:pt x="384" y="597"/>
                </a:lnTo>
                <a:lnTo>
                  <a:pt x="385" y="598"/>
                </a:lnTo>
                <a:lnTo>
                  <a:pt x="385" y="598"/>
                </a:lnTo>
                <a:lnTo>
                  <a:pt x="385" y="597"/>
                </a:lnTo>
                <a:lnTo>
                  <a:pt x="385" y="596"/>
                </a:lnTo>
                <a:lnTo>
                  <a:pt x="385" y="596"/>
                </a:lnTo>
                <a:lnTo>
                  <a:pt x="390" y="596"/>
                </a:lnTo>
                <a:lnTo>
                  <a:pt x="394" y="594"/>
                </a:lnTo>
                <a:lnTo>
                  <a:pt x="394" y="594"/>
                </a:lnTo>
                <a:lnTo>
                  <a:pt x="394" y="596"/>
                </a:lnTo>
                <a:lnTo>
                  <a:pt x="393" y="596"/>
                </a:lnTo>
                <a:lnTo>
                  <a:pt x="393" y="596"/>
                </a:lnTo>
                <a:lnTo>
                  <a:pt x="394" y="597"/>
                </a:lnTo>
                <a:lnTo>
                  <a:pt x="395" y="596"/>
                </a:lnTo>
                <a:lnTo>
                  <a:pt x="396" y="594"/>
                </a:lnTo>
                <a:lnTo>
                  <a:pt x="395" y="594"/>
                </a:lnTo>
                <a:lnTo>
                  <a:pt x="395" y="594"/>
                </a:lnTo>
                <a:lnTo>
                  <a:pt x="395" y="593"/>
                </a:lnTo>
                <a:lnTo>
                  <a:pt x="396" y="593"/>
                </a:lnTo>
                <a:lnTo>
                  <a:pt x="399" y="593"/>
                </a:lnTo>
                <a:lnTo>
                  <a:pt x="399" y="593"/>
                </a:lnTo>
                <a:lnTo>
                  <a:pt x="399" y="594"/>
                </a:lnTo>
                <a:lnTo>
                  <a:pt x="400" y="596"/>
                </a:lnTo>
                <a:lnTo>
                  <a:pt x="400" y="596"/>
                </a:lnTo>
                <a:lnTo>
                  <a:pt x="400" y="594"/>
                </a:lnTo>
                <a:lnTo>
                  <a:pt x="400" y="594"/>
                </a:lnTo>
                <a:lnTo>
                  <a:pt x="400" y="594"/>
                </a:lnTo>
                <a:lnTo>
                  <a:pt x="401" y="594"/>
                </a:lnTo>
                <a:lnTo>
                  <a:pt x="403" y="594"/>
                </a:lnTo>
                <a:lnTo>
                  <a:pt x="405" y="594"/>
                </a:lnTo>
                <a:lnTo>
                  <a:pt x="406" y="593"/>
                </a:lnTo>
                <a:lnTo>
                  <a:pt x="406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4"/>
                </a:lnTo>
                <a:lnTo>
                  <a:pt x="410" y="593"/>
                </a:lnTo>
                <a:lnTo>
                  <a:pt x="410" y="593"/>
                </a:lnTo>
                <a:lnTo>
                  <a:pt x="410" y="593"/>
                </a:lnTo>
                <a:lnTo>
                  <a:pt x="407" y="593"/>
                </a:lnTo>
                <a:lnTo>
                  <a:pt x="407" y="593"/>
                </a:lnTo>
                <a:lnTo>
                  <a:pt x="408" y="592"/>
                </a:lnTo>
                <a:lnTo>
                  <a:pt x="410" y="592"/>
                </a:lnTo>
                <a:lnTo>
                  <a:pt x="412" y="593"/>
                </a:lnTo>
                <a:lnTo>
                  <a:pt x="412" y="593"/>
                </a:lnTo>
                <a:lnTo>
                  <a:pt x="412" y="592"/>
                </a:lnTo>
                <a:lnTo>
                  <a:pt x="412" y="591"/>
                </a:lnTo>
                <a:lnTo>
                  <a:pt x="413" y="591"/>
                </a:lnTo>
                <a:lnTo>
                  <a:pt x="413" y="591"/>
                </a:lnTo>
                <a:lnTo>
                  <a:pt x="414" y="592"/>
                </a:lnTo>
                <a:lnTo>
                  <a:pt x="414" y="593"/>
                </a:lnTo>
                <a:lnTo>
                  <a:pt x="414" y="593"/>
                </a:lnTo>
                <a:lnTo>
                  <a:pt x="418" y="592"/>
                </a:lnTo>
                <a:lnTo>
                  <a:pt x="420" y="591"/>
                </a:lnTo>
                <a:lnTo>
                  <a:pt x="420" y="591"/>
                </a:lnTo>
                <a:lnTo>
                  <a:pt x="422" y="591"/>
                </a:lnTo>
                <a:lnTo>
                  <a:pt x="422" y="591"/>
                </a:lnTo>
                <a:lnTo>
                  <a:pt x="423" y="591"/>
                </a:lnTo>
                <a:lnTo>
                  <a:pt x="423" y="591"/>
                </a:lnTo>
                <a:lnTo>
                  <a:pt x="429" y="589"/>
                </a:lnTo>
                <a:lnTo>
                  <a:pt x="429" y="589"/>
                </a:lnTo>
                <a:lnTo>
                  <a:pt x="434" y="589"/>
                </a:lnTo>
                <a:lnTo>
                  <a:pt x="434" y="589"/>
                </a:lnTo>
                <a:lnTo>
                  <a:pt x="435" y="588"/>
                </a:lnTo>
                <a:lnTo>
                  <a:pt x="436" y="588"/>
                </a:lnTo>
                <a:lnTo>
                  <a:pt x="437" y="588"/>
                </a:lnTo>
                <a:lnTo>
                  <a:pt x="437" y="588"/>
                </a:lnTo>
                <a:lnTo>
                  <a:pt x="439" y="589"/>
                </a:lnTo>
                <a:lnTo>
                  <a:pt x="440" y="589"/>
                </a:lnTo>
                <a:lnTo>
                  <a:pt x="440" y="589"/>
                </a:lnTo>
                <a:lnTo>
                  <a:pt x="440" y="588"/>
                </a:lnTo>
                <a:lnTo>
                  <a:pt x="440" y="588"/>
                </a:lnTo>
                <a:lnTo>
                  <a:pt x="442" y="588"/>
                </a:lnTo>
                <a:lnTo>
                  <a:pt x="443" y="588"/>
                </a:lnTo>
                <a:lnTo>
                  <a:pt x="445" y="587"/>
                </a:lnTo>
                <a:lnTo>
                  <a:pt x="445" y="587"/>
                </a:lnTo>
                <a:lnTo>
                  <a:pt x="452" y="586"/>
                </a:lnTo>
                <a:lnTo>
                  <a:pt x="452" y="586"/>
                </a:lnTo>
                <a:lnTo>
                  <a:pt x="454" y="584"/>
                </a:lnTo>
                <a:lnTo>
                  <a:pt x="454" y="584"/>
                </a:lnTo>
                <a:lnTo>
                  <a:pt x="455" y="586"/>
                </a:lnTo>
                <a:lnTo>
                  <a:pt x="455" y="586"/>
                </a:lnTo>
                <a:lnTo>
                  <a:pt x="458" y="584"/>
                </a:lnTo>
                <a:lnTo>
                  <a:pt x="458" y="584"/>
                </a:lnTo>
                <a:lnTo>
                  <a:pt x="459" y="586"/>
                </a:lnTo>
                <a:lnTo>
                  <a:pt x="459" y="586"/>
                </a:lnTo>
                <a:lnTo>
                  <a:pt x="460" y="583"/>
                </a:lnTo>
                <a:lnTo>
                  <a:pt x="460" y="583"/>
                </a:lnTo>
                <a:lnTo>
                  <a:pt x="474" y="582"/>
                </a:lnTo>
                <a:lnTo>
                  <a:pt x="484" y="579"/>
                </a:lnTo>
                <a:lnTo>
                  <a:pt x="484" y="579"/>
                </a:lnTo>
                <a:lnTo>
                  <a:pt x="486" y="581"/>
                </a:lnTo>
                <a:lnTo>
                  <a:pt x="486" y="581"/>
                </a:lnTo>
                <a:lnTo>
                  <a:pt x="490" y="578"/>
                </a:lnTo>
                <a:lnTo>
                  <a:pt x="494" y="577"/>
                </a:lnTo>
                <a:lnTo>
                  <a:pt x="503" y="576"/>
                </a:lnTo>
                <a:lnTo>
                  <a:pt x="503" y="576"/>
                </a:lnTo>
                <a:lnTo>
                  <a:pt x="504" y="576"/>
                </a:lnTo>
                <a:lnTo>
                  <a:pt x="504" y="574"/>
                </a:lnTo>
                <a:lnTo>
                  <a:pt x="504" y="574"/>
                </a:lnTo>
                <a:lnTo>
                  <a:pt x="505" y="574"/>
                </a:lnTo>
                <a:lnTo>
                  <a:pt x="505" y="574"/>
                </a:lnTo>
                <a:lnTo>
                  <a:pt x="505" y="576"/>
                </a:lnTo>
                <a:lnTo>
                  <a:pt x="507" y="577"/>
                </a:lnTo>
                <a:lnTo>
                  <a:pt x="507" y="577"/>
                </a:lnTo>
                <a:lnTo>
                  <a:pt x="507" y="576"/>
                </a:lnTo>
                <a:lnTo>
                  <a:pt x="506" y="576"/>
                </a:lnTo>
                <a:lnTo>
                  <a:pt x="506" y="574"/>
                </a:lnTo>
                <a:lnTo>
                  <a:pt x="505" y="574"/>
                </a:lnTo>
                <a:lnTo>
                  <a:pt x="505" y="574"/>
                </a:lnTo>
                <a:lnTo>
                  <a:pt x="507" y="573"/>
                </a:lnTo>
                <a:lnTo>
                  <a:pt x="509" y="574"/>
                </a:lnTo>
                <a:lnTo>
                  <a:pt x="509" y="574"/>
                </a:lnTo>
                <a:lnTo>
                  <a:pt x="510" y="573"/>
                </a:lnTo>
                <a:lnTo>
                  <a:pt x="510" y="572"/>
                </a:lnTo>
                <a:lnTo>
                  <a:pt x="510" y="572"/>
                </a:lnTo>
                <a:lnTo>
                  <a:pt x="519" y="572"/>
                </a:lnTo>
                <a:lnTo>
                  <a:pt x="519" y="572"/>
                </a:lnTo>
                <a:lnTo>
                  <a:pt x="518" y="574"/>
                </a:lnTo>
                <a:lnTo>
                  <a:pt x="518" y="578"/>
                </a:lnTo>
                <a:lnTo>
                  <a:pt x="518" y="578"/>
                </a:lnTo>
                <a:lnTo>
                  <a:pt x="519" y="578"/>
                </a:lnTo>
                <a:lnTo>
                  <a:pt x="519" y="577"/>
                </a:lnTo>
                <a:lnTo>
                  <a:pt x="519" y="577"/>
                </a:lnTo>
                <a:lnTo>
                  <a:pt x="521" y="578"/>
                </a:lnTo>
                <a:lnTo>
                  <a:pt x="522" y="579"/>
                </a:lnTo>
                <a:lnTo>
                  <a:pt x="522" y="579"/>
                </a:lnTo>
                <a:lnTo>
                  <a:pt x="524" y="579"/>
                </a:lnTo>
                <a:lnTo>
                  <a:pt x="526" y="579"/>
                </a:lnTo>
                <a:lnTo>
                  <a:pt x="528" y="579"/>
                </a:lnTo>
                <a:lnTo>
                  <a:pt x="529" y="578"/>
                </a:lnTo>
                <a:lnTo>
                  <a:pt x="529" y="578"/>
                </a:lnTo>
                <a:lnTo>
                  <a:pt x="530" y="578"/>
                </a:lnTo>
                <a:lnTo>
                  <a:pt x="530" y="579"/>
                </a:lnTo>
                <a:lnTo>
                  <a:pt x="530" y="579"/>
                </a:lnTo>
                <a:lnTo>
                  <a:pt x="532" y="578"/>
                </a:lnTo>
                <a:lnTo>
                  <a:pt x="532" y="578"/>
                </a:lnTo>
                <a:lnTo>
                  <a:pt x="532" y="578"/>
                </a:lnTo>
                <a:lnTo>
                  <a:pt x="534" y="578"/>
                </a:lnTo>
                <a:lnTo>
                  <a:pt x="536" y="578"/>
                </a:lnTo>
                <a:lnTo>
                  <a:pt x="536" y="578"/>
                </a:lnTo>
                <a:lnTo>
                  <a:pt x="536" y="579"/>
                </a:lnTo>
                <a:lnTo>
                  <a:pt x="539" y="581"/>
                </a:lnTo>
                <a:lnTo>
                  <a:pt x="539" y="581"/>
                </a:lnTo>
                <a:lnTo>
                  <a:pt x="539" y="579"/>
                </a:lnTo>
                <a:lnTo>
                  <a:pt x="538" y="579"/>
                </a:lnTo>
                <a:lnTo>
                  <a:pt x="536" y="579"/>
                </a:lnTo>
                <a:lnTo>
                  <a:pt x="538" y="578"/>
                </a:lnTo>
                <a:lnTo>
                  <a:pt x="538" y="578"/>
                </a:lnTo>
                <a:lnTo>
                  <a:pt x="540" y="578"/>
                </a:lnTo>
                <a:lnTo>
                  <a:pt x="540" y="578"/>
                </a:lnTo>
                <a:lnTo>
                  <a:pt x="542" y="577"/>
                </a:lnTo>
                <a:lnTo>
                  <a:pt x="542" y="577"/>
                </a:lnTo>
                <a:lnTo>
                  <a:pt x="545" y="577"/>
                </a:lnTo>
                <a:lnTo>
                  <a:pt x="545" y="577"/>
                </a:lnTo>
                <a:lnTo>
                  <a:pt x="552" y="577"/>
                </a:lnTo>
                <a:lnTo>
                  <a:pt x="558" y="576"/>
                </a:lnTo>
                <a:lnTo>
                  <a:pt x="558" y="576"/>
                </a:lnTo>
                <a:lnTo>
                  <a:pt x="558" y="576"/>
                </a:lnTo>
                <a:lnTo>
                  <a:pt x="558" y="574"/>
                </a:lnTo>
                <a:lnTo>
                  <a:pt x="558" y="574"/>
                </a:lnTo>
                <a:lnTo>
                  <a:pt x="563" y="574"/>
                </a:lnTo>
                <a:lnTo>
                  <a:pt x="569" y="572"/>
                </a:lnTo>
                <a:lnTo>
                  <a:pt x="569" y="572"/>
                </a:lnTo>
                <a:lnTo>
                  <a:pt x="570" y="572"/>
                </a:lnTo>
                <a:lnTo>
                  <a:pt x="571" y="572"/>
                </a:lnTo>
                <a:lnTo>
                  <a:pt x="571" y="572"/>
                </a:lnTo>
                <a:lnTo>
                  <a:pt x="573" y="572"/>
                </a:lnTo>
                <a:lnTo>
                  <a:pt x="573" y="571"/>
                </a:lnTo>
                <a:lnTo>
                  <a:pt x="573" y="571"/>
                </a:lnTo>
                <a:lnTo>
                  <a:pt x="574" y="572"/>
                </a:lnTo>
                <a:lnTo>
                  <a:pt x="574" y="572"/>
                </a:lnTo>
                <a:lnTo>
                  <a:pt x="574" y="572"/>
                </a:lnTo>
                <a:lnTo>
                  <a:pt x="577" y="572"/>
                </a:lnTo>
                <a:lnTo>
                  <a:pt x="577" y="572"/>
                </a:lnTo>
                <a:lnTo>
                  <a:pt x="579" y="571"/>
                </a:lnTo>
                <a:lnTo>
                  <a:pt x="581" y="571"/>
                </a:lnTo>
                <a:lnTo>
                  <a:pt x="581" y="571"/>
                </a:lnTo>
                <a:lnTo>
                  <a:pt x="580" y="569"/>
                </a:lnTo>
                <a:lnTo>
                  <a:pt x="579" y="571"/>
                </a:lnTo>
                <a:lnTo>
                  <a:pt x="579" y="571"/>
                </a:lnTo>
                <a:lnTo>
                  <a:pt x="579" y="569"/>
                </a:lnTo>
                <a:lnTo>
                  <a:pt x="580" y="569"/>
                </a:lnTo>
                <a:lnTo>
                  <a:pt x="583" y="569"/>
                </a:lnTo>
                <a:lnTo>
                  <a:pt x="583" y="569"/>
                </a:lnTo>
                <a:lnTo>
                  <a:pt x="583" y="571"/>
                </a:lnTo>
                <a:lnTo>
                  <a:pt x="583" y="571"/>
                </a:lnTo>
                <a:lnTo>
                  <a:pt x="583" y="572"/>
                </a:lnTo>
                <a:lnTo>
                  <a:pt x="583" y="572"/>
                </a:lnTo>
                <a:lnTo>
                  <a:pt x="583" y="572"/>
                </a:lnTo>
                <a:lnTo>
                  <a:pt x="583" y="573"/>
                </a:lnTo>
                <a:lnTo>
                  <a:pt x="585" y="572"/>
                </a:lnTo>
                <a:lnTo>
                  <a:pt x="585" y="572"/>
                </a:lnTo>
                <a:lnTo>
                  <a:pt x="586" y="572"/>
                </a:lnTo>
                <a:lnTo>
                  <a:pt x="586" y="572"/>
                </a:lnTo>
                <a:lnTo>
                  <a:pt x="586" y="571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6" y="569"/>
                </a:lnTo>
                <a:lnTo>
                  <a:pt x="587" y="569"/>
                </a:lnTo>
                <a:lnTo>
                  <a:pt x="587" y="569"/>
                </a:lnTo>
                <a:lnTo>
                  <a:pt x="587" y="571"/>
                </a:lnTo>
                <a:lnTo>
                  <a:pt x="587" y="571"/>
                </a:lnTo>
                <a:lnTo>
                  <a:pt x="587" y="571"/>
                </a:lnTo>
                <a:lnTo>
                  <a:pt x="588" y="571"/>
                </a:lnTo>
                <a:lnTo>
                  <a:pt x="588" y="569"/>
                </a:lnTo>
                <a:lnTo>
                  <a:pt x="588" y="569"/>
                </a:lnTo>
                <a:lnTo>
                  <a:pt x="590" y="569"/>
                </a:lnTo>
                <a:lnTo>
                  <a:pt x="591" y="568"/>
                </a:lnTo>
                <a:lnTo>
                  <a:pt x="591" y="568"/>
                </a:lnTo>
                <a:lnTo>
                  <a:pt x="591" y="568"/>
                </a:lnTo>
                <a:lnTo>
                  <a:pt x="596" y="568"/>
                </a:lnTo>
                <a:lnTo>
                  <a:pt x="599" y="568"/>
                </a:lnTo>
                <a:lnTo>
                  <a:pt x="599" y="568"/>
                </a:lnTo>
                <a:lnTo>
                  <a:pt x="599" y="571"/>
                </a:lnTo>
                <a:lnTo>
                  <a:pt x="599" y="572"/>
                </a:lnTo>
                <a:lnTo>
                  <a:pt x="599" y="572"/>
                </a:lnTo>
                <a:lnTo>
                  <a:pt x="604" y="572"/>
                </a:lnTo>
                <a:lnTo>
                  <a:pt x="610" y="572"/>
                </a:lnTo>
                <a:lnTo>
                  <a:pt x="610" y="572"/>
                </a:lnTo>
                <a:lnTo>
                  <a:pt x="610" y="571"/>
                </a:lnTo>
                <a:lnTo>
                  <a:pt x="610" y="571"/>
                </a:lnTo>
                <a:lnTo>
                  <a:pt x="617" y="571"/>
                </a:lnTo>
                <a:lnTo>
                  <a:pt x="621" y="571"/>
                </a:lnTo>
                <a:lnTo>
                  <a:pt x="623" y="569"/>
                </a:lnTo>
                <a:lnTo>
                  <a:pt x="623" y="569"/>
                </a:lnTo>
                <a:lnTo>
                  <a:pt x="627" y="569"/>
                </a:lnTo>
                <a:lnTo>
                  <a:pt x="629" y="569"/>
                </a:lnTo>
                <a:lnTo>
                  <a:pt x="629" y="568"/>
                </a:lnTo>
                <a:lnTo>
                  <a:pt x="629" y="568"/>
                </a:lnTo>
                <a:lnTo>
                  <a:pt x="632" y="568"/>
                </a:lnTo>
                <a:lnTo>
                  <a:pt x="634" y="567"/>
                </a:lnTo>
                <a:lnTo>
                  <a:pt x="634" y="567"/>
                </a:lnTo>
                <a:lnTo>
                  <a:pt x="638" y="568"/>
                </a:lnTo>
                <a:lnTo>
                  <a:pt x="638" y="568"/>
                </a:lnTo>
                <a:lnTo>
                  <a:pt x="640" y="567"/>
                </a:lnTo>
                <a:lnTo>
                  <a:pt x="640" y="567"/>
                </a:lnTo>
                <a:lnTo>
                  <a:pt x="644" y="566"/>
                </a:lnTo>
                <a:lnTo>
                  <a:pt x="648" y="566"/>
                </a:lnTo>
                <a:lnTo>
                  <a:pt x="648" y="566"/>
                </a:lnTo>
                <a:lnTo>
                  <a:pt x="656" y="564"/>
                </a:lnTo>
                <a:lnTo>
                  <a:pt x="656" y="564"/>
                </a:lnTo>
                <a:lnTo>
                  <a:pt x="662" y="563"/>
                </a:lnTo>
                <a:lnTo>
                  <a:pt x="662" y="563"/>
                </a:lnTo>
                <a:lnTo>
                  <a:pt x="664" y="563"/>
                </a:lnTo>
                <a:lnTo>
                  <a:pt x="668" y="562"/>
                </a:lnTo>
                <a:lnTo>
                  <a:pt x="668" y="562"/>
                </a:lnTo>
                <a:lnTo>
                  <a:pt x="668" y="564"/>
                </a:lnTo>
                <a:lnTo>
                  <a:pt x="668" y="566"/>
                </a:lnTo>
                <a:lnTo>
                  <a:pt x="668" y="566"/>
                </a:lnTo>
                <a:lnTo>
                  <a:pt x="668" y="566"/>
                </a:lnTo>
                <a:lnTo>
                  <a:pt x="667" y="567"/>
                </a:lnTo>
                <a:lnTo>
                  <a:pt x="667" y="568"/>
                </a:lnTo>
                <a:lnTo>
                  <a:pt x="666" y="568"/>
                </a:lnTo>
                <a:lnTo>
                  <a:pt x="666" y="568"/>
                </a:lnTo>
                <a:lnTo>
                  <a:pt x="666" y="569"/>
                </a:lnTo>
                <a:lnTo>
                  <a:pt x="667" y="568"/>
                </a:lnTo>
                <a:lnTo>
                  <a:pt x="668" y="568"/>
                </a:lnTo>
                <a:lnTo>
                  <a:pt x="669" y="568"/>
                </a:lnTo>
                <a:lnTo>
                  <a:pt x="669" y="568"/>
                </a:lnTo>
                <a:lnTo>
                  <a:pt x="668" y="572"/>
                </a:lnTo>
                <a:lnTo>
                  <a:pt x="668" y="573"/>
                </a:lnTo>
                <a:lnTo>
                  <a:pt x="669" y="574"/>
                </a:lnTo>
                <a:lnTo>
                  <a:pt x="669" y="574"/>
                </a:lnTo>
                <a:lnTo>
                  <a:pt x="672" y="574"/>
                </a:lnTo>
                <a:lnTo>
                  <a:pt x="672" y="574"/>
                </a:lnTo>
                <a:lnTo>
                  <a:pt x="678" y="574"/>
                </a:lnTo>
                <a:lnTo>
                  <a:pt x="678" y="574"/>
                </a:lnTo>
                <a:lnTo>
                  <a:pt x="680" y="573"/>
                </a:lnTo>
                <a:lnTo>
                  <a:pt x="681" y="573"/>
                </a:lnTo>
                <a:lnTo>
                  <a:pt x="684" y="573"/>
                </a:lnTo>
                <a:lnTo>
                  <a:pt x="684" y="573"/>
                </a:lnTo>
                <a:lnTo>
                  <a:pt x="685" y="572"/>
                </a:lnTo>
                <a:lnTo>
                  <a:pt x="689" y="572"/>
                </a:lnTo>
                <a:lnTo>
                  <a:pt x="695" y="571"/>
                </a:lnTo>
                <a:lnTo>
                  <a:pt x="695" y="571"/>
                </a:lnTo>
                <a:lnTo>
                  <a:pt x="697" y="569"/>
                </a:lnTo>
                <a:lnTo>
                  <a:pt x="697" y="569"/>
                </a:lnTo>
                <a:lnTo>
                  <a:pt x="703" y="569"/>
                </a:lnTo>
                <a:lnTo>
                  <a:pt x="708" y="569"/>
                </a:lnTo>
                <a:lnTo>
                  <a:pt x="708" y="569"/>
                </a:lnTo>
                <a:lnTo>
                  <a:pt x="708" y="572"/>
                </a:lnTo>
                <a:lnTo>
                  <a:pt x="709" y="574"/>
                </a:lnTo>
                <a:lnTo>
                  <a:pt x="709" y="574"/>
                </a:lnTo>
                <a:lnTo>
                  <a:pt x="712" y="576"/>
                </a:lnTo>
                <a:lnTo>
                  <a:pt x="713" y="577"/>
                </a:lnTo>
                <a:lnTo>
                  <a:pt x="714" y="578"/>
                </a:lnTo>
                <a:lnTo>
                  <a:pt x="715" y="579"/>
                </a:lnTo>
                <a:lnTo>
                  <a:pt x="715" y="579"/>
                </a:lnTo>
                <a:lnTo>
                  <a:pt x="715" y="582"/>
                </a:lnTo>
                <a:lnTo>
                  <a:pt x="718" y="583"/>
                </a:lnTo>
                <a:lnTo>
                  <a:pt x="718" y="583"/>
                </a:lnTo>
                <a:lnTo>
                  <a:pt x="716" y="584"/>
                </a:lnTo>
                <a:lnTo>
                  <a:pt x="718" y="587"/>
                </a:lnTo>
                <a:lnTo>
                  <a:pt x="719" y="588"/>
                </a:lnTo>
                <a:lnTo>
                  <a:pt x="719" y="589"/>
                </a:lnTo>
                <a:lnTo>
                  <a:pt x="719" y="589"/>
                </a:lnTo>
                <a:lnTo>
                  <a:pt x="718" y="591"/>
                </a:lnTo>
                <a:lnTo>
                  <a:pt x="718" y="591"/>
                </a:lnTo>
                <a:lnTo>
                  <a:pt x="718" y="591"/>
                </a:lnTo>
                <a:lnTo>
                  <a:pt x="720" y="591"/>
                </a:lnTo>
                <a:lnTo>
                  <a:pt x="720" y="591"/>
                </a:lnTo>
                <a:lnTo>
                  <a:pt x="719" y="592"/>
                </a:lnTo>
                <a:lnTo>
                  <a:pt x="718" y="593"/>
                </a:lnTo>
                <a:lnTo>
                  <a:pt x="718" y="593"/>
                </a:lnTo>
                <a:lnTo>
                  <a:pt x="718" y="594"/>
                </a:lnTo>
                <a:lnTo>
                  <a:pt x="719" y="594"/>
                </a:lnTo>
                <a:lnTo>
                  <a:pt x="719" y="594"/>
                </a:lnTo>
                <a:lnTo>
                  <a:pt x="719" y="596"/>
                </a:lnTo>
                <a:lnTo>
                  <a:pt x="718" y="597"/>
                </a:lnTo>
                <a:lnTo>
                  <a:pt x="718" y="597"/>
                </a:lnTo>
                <a:lnTo>
                  <a:pt x="716" y="597"/>
                </a:lnTo>
                <a:lnTo>
                  <a:pt x="716" y="597"/>
                </a:lnTo>
                <a:lnTo>
                  <a:pt x="716" y="599"/>
                </a:lnTo>
                <a:lnTo>
                  <a:pt x="716" y="601"/>
                </a:lnTo>
                <a:lnTo>
                  <a:pt x="716" y="601"/>
                </a:lnTo>
                <a:lnTo>
                  <a:pt x="715" y="599"/>
                </a:lnTo>
                <a:lnTo>
                  <a:pt x="715" y="599"/>
                </a:lnTo>
                <a:lnTo>
                  <a:pt x="714" y="601"/>
                </a:lnTo>
                <a:lnTo>
                  <a:pt x="713" y="603"/>
                </a:lnTo>
                <a:lnTo>
                  <a:pt x="713" y="603"/>
                </a:lnTo>
                <a:lnTo>
                  <a:pt x="710" y="603"/>
                </a:lnTo>
                <a:lnTo>
                  <a:pt x="708" y="603"/>
                </a:lnTo>
                <a:lnTo>
                  <a:pt x="708" y="603"/>
                </a:lnTo>
                <a:lnTo>
                  <a:pt x="708" y="604"/>
                </a:lnTo>
                <a:lnTo>
                  <a:pt x="708" y="606"/>
                </a:lnTo>
                <a:lnTo>
                  <a:pt x="708" y="606"/>
                </a:lnTo>
                <a:lnTo>
                  <a:pt x="706" y="604"/>
                </a:lnTo>
                <a:lnTo>
                  <a:pt x="702" y="603"/>
                </a:lnTo>
                <a:lnTo>
                  <a:pt x="699" y="602"/>
                </a:lnTo>
                <a:lnTo>
                  <a:pt x="697" y="601"/>
                </a:lnTo>
                <a:lnTo>
                  <a:pt x="692" y="601"/>
                </a:lnTo>
                <a:lnTo>
                  <a:pt x="692" y="601"/>
                </a:lnTo>
                <a:lnTo>
                  <a:pt x="693" y="604"/>
                </a:lnTo>
                <a:lnTo>
                  <a:pt x="695" y="608"/>
                </a:lnTo>
                <a:lnTo>
                  <a:pt x="695" y="608"/>
                </a:lnTo>
                <a:lnTo>
                  <a:pt x="693" y="609"/>
                </a:lnTo>
                <a:lnTo>
                  <a:pt x="693" y="611"/>
                </a:lnTo>
                <a:lnTo>
                  <a:pt x="693" y="612"/>
                </a:lnTo>
                <a:lnTo>
                  <a:pt x="693" y="613"/>
                </a:lnTo>
                <a:lnTo>
                  <a:pt x="691" y="613"/>
                </a:lnTo>
                <a:lnTo>
                  <a:pt x="691" y="613"/>
                </a:lnTo>
                <a:lnTo>
                  <a:pt x="692" y="616"/>
                </a:lnTo>
                <a:lnTo>
                  <a:pt x="692" y="617"/>
                </a:lnTo>
                <a:lnTo>
                  <a:pt x="692" y="617"/>
                </a:lnTo>
                <a:lnTo>
                  <a:pt x="686" y="617"/>
                </a:lnTo>
                <a:lnTo>
                  <a:pt x="686" y="617"/>
                </a:lnTo>
                <a:lnTo>
                  <a:pt x="685" y="614"/>
                </a:lnTo>
                <a:lnTo>
                  <a:pt x="684" y="614"/>
                </a:lnTo>
                <a:lnTo>
                  <a:pt x="684" y="614"/>
                </a:lnTo>
                <a:lnTo>
                  <a:pt x="683" y="614"/>
                </a:lnTo>
                <a:lnTo>
                  <a:pt x="683" y="614"/>
                </a:lnTo>
                <a:lnTo>
                  <a:pt x="683" y="616"/>
                </a:lnTo>
                <a:lnTo>
                  <a:pt x="683" y="616"/>
                </a:lnTo>
                <a:lnTo>
                  <a:pt x="680" y="616"/>
                </a:lnTo>
                <a:lnTo>
                  <a:pt x="680" y="613"/>
                </a:lnTo>
                <a:lnTo>
                  <a:pt x="680" y="613"/>
                </a:lnTo>
                <a:lnTo>
                  <a:pt x="677" y="613"/>
                </a:lnTo>
                <a:lnTo>
                  <a:pt x="675" y="613"/>
                </a:lnTo>
                <a:lnTo>
                  <a:pt x="675" y="614"/>
                </a:lnTo>
                <a:lnTo>
                  <a:pt x="675" y="614"/>
                </a:lnTo>
                <a:lnTo>
                  <a:pt x="677" y="614"/>
                </a:lnTo>
                <a:lnTo>
                  <a:pt x="678" y="614"/>
                </a:lnTo>
                <a:lnTo>
                  <a:pt x="678" y="616"/>
                </a:lnTo>
                <a:lnTo>
                  <a:pt x="661" y="616"/>
                </a:lnTo>
                <a:lnTo>
                  <a:pt x="661" y="616"/>
                </a:lnTo>
                <a:lnTo>
                  <a:pt x="658" y="617"/>
                </a:lnTo>
                <a:lnTo>
                  <a:pt x="658" y="617"/>
                </a:lnTo>
                <a:lnTo>
                  <a:pt x="658" y="618"/>
                </a:lnTo>
                <a:lnTo>
                  <a:pt x="660" y="621"/>
                </a:lnTo>
                <a:lnTo>
                  <a:pt x="660" y="621"/>
                </a:lnTo>
                <a:lnTo>
                  <a:pt x="656" y="622"/>
                </a:lnTo>
                <a:lnTo>
                  <a:pt x="654" y="622"/>
                </a:lnTo>
                <a:lnTo>
                  <a:pt x="654" y="622"/>
                </a:lnTo>
                <a:lnTo>
                  <a:pt x="654" y="623"/>
                </a:lnTo>
                <a:lnTo>
                  <a:pt x="654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6" y="623"/>
                </a:lnTo>
                <a:lnTo>
                  <a:pt x="654" y="623"/>
                </a:lnTo>
                <a:lnTo>
                  <a:pt x="654" y="623"/>
                </a:lnTo>
                <a:lnTo>
                  <a:pt x="646" y="624"/>
                </a:lnTo>
                <a:lnTo>
                  <a:pt x="644" y="623"/>
                </a:lnTo>
                <a:lnTo>
                  <a:pt x="641" y="622"/>
                </a:lnTo>
                <a:lnTo>
                  <a:pt x="641" y="622"/>
                </a:lnTo>
                <a:lnTo>
                  <a:pt x="640" y="623"/>
                </a:lnTo>
                <a:lnTo>
                  <a:pt x="637" y="624"/>
                </a:lnTo>
                <a:lnTo>
                  <a:pt x="637" y="624"/>
                </a:lnTo>
                <a:lnTo>
                  <a:pt x="638" y="623"/>
                </a:lnTo>
                <a:lnTo>
                  <a:pt x="639" y="623"/>
                </a:lnTo>
                <a:lnTo>
                  <a:pt x="639" y="623"/>
                </a:lnTo>
                <a:lnTo>
                  <a:pt x="638" y="622"/>
                </a:lnTo>
                <a:lnTo>
                  <a:pt x="638" y="622"/>
                </a:lnTo>
                <a:lnTo>
                  <a:pt x="637" y="622"/>
                </a:lnTo>
                <a:lnTo>
                  <a:pt x="635" y="624"/>
                </a:lnTo>
                <a:lnTo>
                  <a:pt x="635" y="624"/>
                </a:lnTo>
                <a:lnTo>
                  <a:pt x="631" y="624"/>
                </a:lnTo>
                <a:lnTo>
                  <a:pt x="627" y="623"/>
                </a:lnTo>
                <a:lnTo>
                  <a:pt x="625" y="624"/>
                </a:lnTo>
                <a:lnTo>
                  <a:pt x="625" y="624"/>
                </a:lnTo>
                <a:lnTo>
                  <a:pt x="626" y="623"/>
                </a:lnTo>
                <a:lnTo>
                  <a:pt x="625" y="623"/>
                </a:lnTo>
                <a:lnTo>
                  <a:pt x="623" y="623"/>
                </a:lnTo>
                <a:lnTo>
                  <a:pt x="622" y="624"/>
                </a:lnTo>
                <a:lnTo>
                  <a:pt x="622" y="624"/>
                </a:lnTo>
                <a:lnTo>
                  <a:pt x="611" y="624"/>
                </a:lnTo>
                <a:lnTo>
                  <a:pt x="611" y="624"/>
                </a:lnTo>
                <a:lnTo>
                  <a:pt x="605" y="626"/>
                </a:lnTo>
                <a:lnTo>
                  <a:pt x="598" y="624"/>
                </a:lnTo>
                <a:lnTo>
                  <a:pt x="591" y="626"/>
                </a:lnTo>
                <a:lnTo>
                  <a:pt x="586" y="627"/>
                </a:lnTo>
                <a:lnTo>
                  <a:pt x="586" y="627"/>
                </a:lnTo>
                <a:lnTo>
                  <a:pt x="586" y="626"/>
                </a:lnTo>
                <a:lnTo>
                  <a:pt x="586" y="624"/>
                </a:lnTo>
                <a:lnTo>
                  <a:pt x="586" y="624"/>
                </a:lnTo>
                <a:lnTo>
                  <a:pt x="585" y="624"/>
                </a:lnTo>
                <a:lnTo>
                  <a:pt x="585" y="624"/>
                </a:lnTo>
                <a:lnTo>
                  <a:pt x="583" y="626"/>
                </a:lnTo>
                <a:lnTo>
                  <a:pt x="582" y="626"/>
                </a:lnTo>
                <a:lnTo>
                  <a:pt x="582" y="626"/>
                </a:lnTo>
                <a:lnTo>
                  <a:pt x="579" y="624"/>
                </a:lnTo>
                <a:lnTo>
                  <a:pt x="579" y="624"/>
                </a:lnTo>
                <a:lnTo>
                  <a:pt x="577" y="626"/>
                </a:lnTo>
                <a:lnTo>
                  <a:pt x="575" y="626"/>
                </a:lnTo>
                <a:lnTo>
                  <a:pt x="575" y="626"/>
                </a:lnTo>
                <a:lnTo>
                  <a:pt x="574" y="626"/>
                </a:lnTo>
                <a:lnTo>
                  <a:pt x="574" y="624"/>
                </a:lnTo>
                <a:lnTo>
                  <a:pt x="574" y="624"/>
                </a:lnTo>
                <a:lnTo>
                  <a:pt x="573" y="626"/>
                </a:lnTo>
                <a:lnTo>
                  <a:pt x="571" y="627"/>
                </a:lnTo>
                <a:lnTo>
                  <a:pt x="570" y="627"/>
                </a:lnTo>
                <a:lnTo>
                  <a:pt x="570" y="627"/>
                </a:lnTo>
                <a:lnTo>
                  <a:pt x="570" y="626"/>
                </a:lnTo>
                <a:lnTo>
                  <a:pt x="571" y="626"/>
                </a:lnTo>
                <a:lnTo>
                  <a:pt x="571" y="626"/>
                </a:lnTo>
                <a:lnTo>
                  <a:pt x="569" y="624"/>
                </a:lnTo>
                <a:lnTo>
                  <a:pt x="567" y="624"/>
                </a:lnTo>
                <a:lnTo>
                  <a:pt x="567" y="624"/>
                </a:lnTo>
                <a:lnTo>
                  <a:pt x="565" y="623"/>
                </a:lnTo>
                <a:lnTo>
                  <a:pt x="565" y="623"/>
                </a:lnTo>
                <a:lnTo>
                  <a:pt x="559" y="624"/>
                </a:lnTo>
                <a:lnTo>
                  <a:pt x="554" y="624"/>
                </a:lnTo>
                <a:lnTo>
                  <a:pt x="554" y="624"/>
                </a:lnTo>
                <a:lnTo>
                  <a:pt x="553" y="627"/>
                </a:lnTo>
                <a:lnTo>
                  <a:pt x="553" y="627"/>
                </a:lnTo>
                <a:lnTo>
                  <a:pt x="551" y="626"/>
                </a:lnTo>
                <a:lnTo>
                  <a:pt x="548" y="626"/>
                </a:lnTo>
                <a:lnTo>
                  <a:pt x="544" y="627"/>
                </a:lnTo>
                <a:lnTo>
                  <a:pt x="544" y="626"/>
                </a:lnTo>
                <a:lnTo>
                  <a:pt x="544" y="626"/>
                </a:lnTo>
                <a:lnTo>
                  <a:pt x="541" y="626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0" y="627"/>
                </a:lnTo>
                <a:lnTo>
                  <a:pt x="541" y="624"/>
                </a:lnTo>
                <a:lnTo>
                  <a:pt x="541" y="624"/>
                </a:lnTo>
                <a:lnTo>
                  <a:pt x="539" y="626"/>
                </a:lnTo>
                <a:lnTo>
                  <a:pt x="536" y="627"/>
                </a:lnTo>
                <a:lnTo>
                  <a:pt x="536" y="627"/>
                </a:lnTo>
                <a:lnTo>
                  <a:pt x="533" y="627"/>
                </a:lnTo>
                <a:lnTo>
                  <a:pt x="529" y="628"/>
                </a:lnTo>
                <a:lnTo>
                  <a:pt x="529" y="628"/>
                </a:lnTo>
                <a:lnTo>
                  <a:pt x="527" y="628"/>
                </a:lnTo>
                <a:lnTo>
                  <a:pt x="527" y="628"/>
                </a:lnTo>
                <a:lnTo>
                  <a:pt x="513" y="631"/>
                </a:lnTo>
                <a:lnTo>
                  <a:pt x="506" y="632"/>
                </a:lnTo>
                <a:lnTo>
                  <a:pt x="500" y="632"/>
                </a:lnTo>
                <a:lnTo>
                  <a:pt x="500" y="632"/>
                </a:lnTo>
                <a:lnTo>
                  <a:pt x="495" y="634"/>
                </a:lnTo>
                <a:lnTo>
                  <a:pt x="495" y="634"/>
                </a:lnTo>
                <a:lnTo>
                  <a:pt x="493" y="633"/>
                </a:lnTo>
                <a:lnTo>
                  <a:pt x="489" y="633"/>
                </a:lnTo>
                <a:lnTo>
                  <a:pt x="488" y="631"/>
                </a:lnTo>
                <a:lnTo>
                  <a:pt x="488" y="631"/>
                </a:lnTo>
                <a:lnTo>
                  <a:pt x="484" y="633"/>
                </a:lnTo>
                <a:lnTo>
                  <a:pt x="483" y="633"/>
                </a:lnTo>
                <a:lnTo>
                  <a:pt x="481" y="633"/>
                </a:lnTo>
                <a:lnTo>
                  <a:pt x="481" y="633"/>
                </a:lnTo>
                <a:lnTo>
                  <a:pt x="482" y="632"/>
                </a:lnTo>
                <a:lnTo>
                  <a:pt x="483" y="632"/>
                </a:lnTo>
                <a:lnTo>
                  <a:pt x="486" y="633"/>
                </a:lnTo>
                <a:lnTo>
                  <a:pt x="486" y="633"/>
                </a:lnTo>
                <a:lnTo>
                  <a:pt x="487" y="631"/>
                </a:lnTo>
                <a:lnTo>
                  <a:pt x="487" y="631"/>
                </a:lnTo>
                <a:lnTo>
                  <a:pt x="488" y="629"/>
                </a:lnTo>
                <a:lnTo>
                  <a:pt x="488" y="629"/>
                </a:lnTo>
                <a:lnTo>
                  <a:pt x="488" y="629"/>
                </a:lnTo>
                <a:lnTo>
                  <a:pt x="486" y="629"/>
                </a:lnTo>
                <a:lnTo>
                  <a:pt x="486" y="629"/>
                </a:lnTo>
                <a:lnTo>
                  <a:pt x="487" y="628"/>
                </a:lnTo>
                <a:lnTo>
                  <a:pt x="487" y="627"/>
                </a:lnTo>
                <a:lnTo>
                  <a:pt x="488" y="624"/>
                </a:lnTo>
                <a:lnTo>
                  <a:pt x="488" y="624"/>
                </a:lnTo>
                <a:lnTo>
                  <a:pt x="489" y="623"/>
                </a:lnTo>
                <a:lnTo>
                  <a:pt x="490" y="622"/>
                </a:lnTo>
                <a:lnTo>
                  <a:pt x="495" y="621"/>
                </a:lnTo>
                <a:lnTo>
                  <a:pt x="495" y="621"/>
                </a:lnTo>
                <a:lnTo>
                  <a:pt x="497" y="621"/>
                </a:lnTo>
                <a:lnTo>
                  <a:pt x="498" y="623"/>
                </a:lnTo>
                <a:lnTo>
                  <a:pt x="498" y="623"/>
                </a:lnTo>
                <a:lnTo>
                  <a:pt x="500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8" y="621"/>
                </a:lnTo>
                <a:lnTo>
                  <a:pt x="499" y="619"/>
                </a:lnTo>
                <a:lnTo>
                  <a:pt x="501" y="619"/>
                </a:lnTo>
                <a:lnTo>
                  <a:pt x="505" y="619"/>
                </a:lnTo>
                <a:lnTo>
                  <a:pt x="505" y="619"/>
                </a:lnTo>
                <a:lnTo>
                  <a:pt x="505" y="622"/>
                </a:lnTo>
                <a:lnTo>
                  <a:pt x="505" y="623"/>
                </a:lnTo>
                <a:lnTo>
                  <a:pt x="505" y="623"/>
                </a:lnTo>
                <a:lnTo>
                  <a:pt x="507" y="622"/>
                </a:lnTo>
                <a:lnTo>
                  <a:pt x="507" y="621"/>
                </a:lnTo>
                <a:lnTo>
                  <a:pt x="509" y="622"/>
                </a:lnTo>
                <a:lnTo>
                  <a:pt x="509" y="622"/>
                </a:lnTo>
                <a:lnTo>
                  <a:pt x="510" y="621"/>
                </a:lnTo>
                <a:lnTo>
                  <a:pt x="510" y="621"/>
                </a:lnTo>
                <a:lnTo>
                  <a:pt x="509" y="619"/>
                </a:lnTo>
                <a:lnTo>
                  <a:pt x="507" y="621"/>
                </a:lnTo>
                <a:lnTo>
                  <a:pt x="505" y="621"/>
                </a:lnTo>
                <a:lnTo>
                  <a:pt x="505" y="619"/>
                </a:lnTo>
                <a:lnTo>
                  <a:pt x="505" y="619"/>
                </a:lnTo>
                <a:lnTo>
                  <a:pt x="509" y="618"/>
                </a:lnTo>
                <a:lnTo>
                  <a:pt x="512" y="619"/>
                </a:lnTo>
                <a:lnTo>
                  <a:pt x="512" y="619"/>
                </a:lnTo>
                <a:lnTo>
                  <a:pt x="513" y="618"/>
                </a:lnTo>
                <a:lnTo>
                  <a:pt x="513" y="618"/>
                </a:lnTo>
                <a:lnTo>
                  <a:pt x="512" y="617"/>
                </a:lnTo>
                <a:lnTo>
                  <a:pt x="513" y="616"/>
                </a:lnTo>
                <a:lnTo>
                  <a:pt x="513" y="616"/>
                </a:lnTo>
                <a:lnTo>
                  <a:pt x="511" y="617"/>
                </a:lnTo>
                <a:lnTo>
                  <a:pt x="510" y="617"/>
                </a:lnTo>
                <a:lnTo>
                  <a:pt x="509" y="617"/>
                </a:lnTo>
                <a:lnTo>
                  <a:pt x="509" y="617"/>
                </a:lnTo>
                <a:lnTo>
                  <a:pt x="509" y="614"/>
                </a:lnTo>
                <a:lnTo>
                  <a:pt x="510" y="614"/>
                </a:lnTo>
                <a:lnTo>
                  <a:pt x="510" y="614"/>
                </a:lnTo>
                <a:lnTo>
                  <a:pt x="507" y="612"/>
                </a:lnTo>
                <a:lnTo>
                  <a:pt x="507" y="612"/>
                </a:lnTo>
                <a:lnTo>
                  <a:pt x="507" y="613"/>
                </a:lnTo>
                <a:lnTo>
                  <a:pt x="507" y="613"/>
                </a:lnTo>
                <a:lnTo>
                  <a:pt x="509" y="614"/>
                </a:lnTo>
                <a:lnTo>
                  <a:pt x="509" y="616"/>
                </a:lnTo>
                <a:lnTo>
                  <a:pt x="509" y="616"/>
                </a:lnTo>
                <a:lnTo>
                  <a:pt x="507" y="616"/>
                </a:lnTo>
                <a:lnTo>
                  <a:pt x="507" y="617"/>
                </a:lnTo>
                <a:lnTo>
                  <a:pt x="507" y="617"/>
                </a:lnTo>
                <a:lnTo>
                  <a:pt x="505" y="617"/>
                </a:lnTo>
                <a:lnTo>
                  <a:pt x="504" y="617"/>
                </a:lnTo>
                <a:lnTo>
                  <a:pt x="504" y="617"/>
                </a:lnTo>
                <a:lnTo>
                  <a:pt x="505" y="616"/>
                </a:lnTo>
                <a:lnTo>
                  <a:pt x="506" y="616"/>
                </a:lnTo>
                <a:lnTo>
                  <a:pt x="506" y="616"/>
                </a:lnTo>
                <a:lnTo>
                  <a:pt x="505" y="614"/>
                </a:lnTo>
                <a:lnTo>
                  <a:pt x="504" y="616"/>
                </a:lnTo>
                <a:lnTo>
                  <a:pt x="503" y="617"/>
                </a:lnTo>
                <a:lnTo>
                  <a:pt x="503" y="617"/>
                </a:lnTo>
                <a:lnTo>
                  <a:pt x="500" y="617"/>
                </a:lnTo>
                <a:lnTo>
                  <a:pt x="498" y="616"/>
                </a:lnTo>
                <a:lnTo>
                  <a:pt x="498" y="616"/>
                </a:lnTo>
                <a:lnTo>
                  <a:pt x="498" y="617"/>
                </a:lnTo>
                <a:lnTo>
                  <a:pt x="497" y="618"/>
                </a:lnTo>
                <a:lnTo>
                  <a:pt x="495" y="618"/>
                </a:lnTo>
                <a:lnTo>
                  <a:pt x="495" y="618"/>
                </a:lnTo>
                <a:lnTo>
                  <a:pt x="494" y="617"/>
                </a:lnTo>
                <a:lnTo>
                  <a:pt x="494" y="616"/>
                </a:lnTo>
                <a:lnTo>
                  <a:pt x="494" y="616"/>
                </a:lnTo>
                <a:lnTo>
                  <a:pt x="493" y="617"/>
                </a:lnTo>
                <a:lnTo>
                  <a:pt x="492" y="618"/>
                </a:lnTo>
                <a:lnTo>
                  <a:pt x="492" y="618"/>
                </a:lnTo>
                <a:lnTo>
                  <a:pt x="472" y="619"/>
                </a:lnTo>
                <a:lnTo>
                  <a:pt x="472" y="619"/>
                </a:lnTo>
                <a:lnTo>
                  <a:pt x="472" y="619"/>
                </a:lnTo>
                <a:lnTo>
                  <a:pt x="471" y="621"/>
                </a:lnTo>
                <a:lnTo>
                  <a:pt x="471" y="621"/>
                </a:lnTo>
                <a:lnTo>
                  <a:pt x="471" y="621"/>
                </a:lnTo>
                <a:lnTo>
                  <a:pt x="472" y="622"/>
                </a:lnTo>
                <a:lnTo>
                  <a:pt x="474" y="622"/>
                </a:lnTo>
                <a:lnTo>
                  <a:pt x="474" y="622"/>
                </a:lnTo>
                <a:lnTo>
                  <a:pt x="472" y="623"/>
                </a:lnTo>
                <a:lnTo>
                  <a:pt x="474" y="624"/>
                </a:lnTo>
                <a:lnTo>
                  <a:pt x="475" y="627"/>
                </a:lnTo>
                <a:lnTo>
                  <a:pt x="474" y="627"/>
                </a:lnTo>
                <a:lnTo>
                  <a:pt x="472" y="628"/>
                </a:lnTo>
                <a:lnTo>
                  <a:pt x="472" y="628"/>
                </a:lnTo>
                <a:lnTo>
                  <a:pt x="472" y="626"/>
                </a:lnTo>
                <a:lnTo>
                  <a:pt x="472" y="624"/>
                </a:lnTo>
                <a:lnTo>
                  <a:pt x="471" y="624"/>
                </a:lnTo>
                <a:lnTo>
                  <a:pt x="471" y="624"/>
                </a:lnTo>
                <a:lnTo>
                  <a:pt x="471" y="626"/>
                </a:lnTo>
                <a:lnTo>
                  <a:pt x="471" y="626"/>
                </a:lnTo>
                <a:lnTo>
                  <a:pt x="472" y="626"/>
                </a:lnTo>
                <a:lnTo>
                  <a:pt x="472" y="627"/>
                </a:lnTo>
                <a:lnTo>
                  <a:pt x="472" y="627"/>
                </a:lnTo>
                <a:lnTo>
                  <a:pt x="470" y="627"/>
                </a:lnTo>
                <a:lnTo>
                  <a:pt x="469" y="627"/>
                </a:lnTo>
                <a:lnTo>
                  <a:pt x="466" y="628"/>
                </a:lnTo>
                <a:lnTo>
                  <a:pt x="466" y="628"/>
                </a:lnTo>
                <a:lnTo>
                  <a:pt x="468" y="628"/>
                </a:lnTo>
                <a:lnTo>
                  <a:pt x="470" y="628"/>
                </a:lnTo>
                <a:lnTo>
                  <a:pt x="470" y="628"/>
                </a:lnTo>
                <a:lnTo>
                  <a:pt x="472" y="628"/>
                </a:lnTo>
                <a:lnTo>
                  <a:pt x="475" y="629"/>
                </a:lnTo>
                <a:lnTo>
                  <a:pt x="475" y="629"/>
                </a:lnTo>
                <a:lnTo>
                  <a:pt x="475" y="632"/>
                </a:lnTo>
                <a:lnTo>
                  <a:pt x="475" y="633"/>
                </a:lnTo>
                <a:lnTo>
                  <a:pt x="476" y="633"/>
                </a:lnTo>
                <a:lnTo>
                  <a:pt x="476" y="633"/>
                </a:lnTo>
                <a:lnTo>
                  <a:pt x="470" y="637"/>
                </a:lnTo>
                <a:lnTo>
                  <a:pt x="470" y="637"/>
                </a:lnTo>
                <a:lnTo>
                  <a:pt x="469" y="637"/>
                </a:lnTo>
                <a:lnTo>
                  <a:pt x="468" y="636"/>
                </a:lnTo>
                <a:lnTo>
                  <a:pt x="468" y="636"/>
                </a:lnTo>
                <a:lnTo>
                  <a:pt x="466" y="636"/>
                </a:lnTo>
                <a:lnTo>
                  <a:pt x="464" y="637"/>
                </a:lnTo>
                <a:lnTo>
                  <a:pt x="464" y="637"/>
                </a:lnTo>
                <a:lnTo>
                  <a:pt x="461" y="636"/>
                </a:lnTo>
                <a:lnTo>
                  <a:pt x="461" y="636"/>
                </a:lnTo>
                <a:lnTo>
                  <a:pt x="457" y="637"/>
                </a:lnTo>
                <a:lnTo>
                  <a:pt x="457" y="637"/>
                </a:lnTo>
                <a:lnTo>
                  <a:pt x="449" y="638"/>
                </a:lnTo>
                <a:lnTo>
                  <a:pt x="442" y="638"/>
                </a:lnTo>
                <a:lnTo>
                  <a:pt x="442" y="638"/>
                </a:lnTo>
                <a:lnTo>
                  <a:pt x="440" y="638"/>
                </a:lnTo>
                <a:lnTo>
                  <a:pt x="440" y="638"/>
                </a:lnTo>
                <a:lnTo>
                  <a:pt x="439" y="639"/>
                </a:lnTo>
                <a:lnTo>
                  <a:pt x="439" y="639"/>
                </a:lnTo>
                <a:lnTo>
                  <a:pt x="437" y="639"/>
                </a:lnTo>
                <a:lnTo>
                  <a:pt x="436" y="638"/>
                </a:lnTo>
                <a:lnTo>
                  <a:pt x="436" y="638"/>
                </a:lnTo>
                <a:lnTo>
                  <a:pt x="436" y="639"/>
                </a:lnTo>
                <a:lnTo>
                  <a:pt x="435" y="639"/>
                </a:lnTo>
                <a:lnTo>
                  <a:pt x="435" y="639"/>
                </a:lnTo>
                <a:lnTo>
                  <a:pt x="435" y="639"/>
                </a:lnTo>
                <a:lnTo>
                  <a:pt x="434" y="639"/>
                </a:lnTo>
                <a:lnTo>
                  <a:pt x="434" y="638"/>
                </a:lnTo>
                <a:lnTo>
                  <a:pt x="432" y="638"/>
                </a:lnTo>
                <a:lnTo>
                  <a:pt x="432" y="638"/>
                </a:lnTo>
                <a:lnTo>
                  <a:pt x="430" y="639"/>
                </a:lnTo>
                <a:lnTo>
                  <a:pt x="429" y="639"/>
                </a:lnTo>
                <a:lnTo>
                  <a:pt x="429" y="639"/>
                </a:lnTo>
                <a:lnTo>
                  <a:pt x="429" y="639"/>
                </a:lnTo>
                <a:lnTo>
                  <a:pt x="428" y="639"/>
                </a:lnTo>
                <a:lnTo>
                  <a:pt x="428" y="641"/>
                </a:lnTo>
                <a:lnTo>
                  <a:pt x="428" y="641"/>
                </a:lnTo>
                <a:lnTo>
                  <a:pt x="424" y="639"/>
                </a:lnTo>
                <a:lnTo>
                  <a:pt x="420" y="641"/>
                </a:lnTo>
                <a:lnTo>
                  <a:pt x="420" y="641"/>
                </a:lnTo>
                <a:lnTo>
                  <a:pt x="419" y="642"/>
                </a:lnTo>
                <a:lnTo>
                  <a:pt x="419" y="642"/>
                </a:lnTo>
                <a:lnTo>
                  <a:pt x="405" y="643"/>
                </a:lnTo>
                <a:lnTo>
                  <a:pt x="387" y="646"/>
                </a:lnTo>
                <a:lnTo>
                  <a:pt x="387" y="646"/>
                </a:lnTo>
                <a:lnTo>
                  <a:pt x="382" y="648"/>
                </a:lnTo>
                <a:lnTo>
                  <a:pt x="382" y="648"/>
                </a:lnTo>
                <a:lnTo>
                  <a:pt x="377" y="648"/>
                </a:lnTo>
                <a:lnTo>
                  <a:pt x="372" y="649"/>
                </a:lnTo>
                <a:lnTo>
                  <a:pt x="372" y="649"/>
                </a:lnTo>
                <a:lnTo>
                  <a:pt x="373" y="649"/>
                </a:lnTo>
                <a:lnTo>
                  <a:pt x="373" y="651"/>
                </a:lnTo>
                <a:lnTo>
                  <a:pt x="371" y="652"/>
                </a:lnTo>
                <a:lnTo>
                  <a:pt x="371" y="652"/>
                </a:lnTo>
                <a:lnTo>
                  <a:pt x="354" y="653"/>
                </a:lnTo>
                <a:lnTo>
                  <a:pt x="354" y="653"/>
                </a:lnTo>
                <a:lnTo>
                  <a:pt x="353" y="653"/>
                </a:lnTo>
                <a:lnTo>
                  <a:pt x="353" y="653"/>
                </a:lnTo>
                <a:lnTo>
                  <a:pt x="348" y="654"/>
                </a:lnTo>
                <a:lnTo>
                  <a:pt x="348" y="654"/>
                </a:lnTo>
                <a:lnTo>
                  <a:pt x="346" y="654"/>
                </a:lnTo>
                <a:lnTo>
                  <a:pt x="346" y="654"/>
                </a:lnTo>
                <a:lnTo>
                  <a:pt x="343" y="654"/>
                </a:lnTo>
                <a:lnTo>
                  <a:pt x="341" y="656"/>
                </a:lnTo>
                <a:lnTo>
                  <a:pt x="341" y="656"/>
                </a:lnTo>
                <a:lnTo>
                  <a:pt x="338" y="654"/>
                </a:lnTo>
                <a:lnTo>
                  <a:pt x="338" y="654"/>
                </a:lnTo>
                <a:lnTo>
                  <a:pt x="336" y="657"/>
                </a:lnTo>
                <a:lnTo>
                  <a:pt x="336" y="657"/>
                </a:lnTo>
                <a:lnTo>
                  <a:pt x="335" y="657"/>
                </a:lnTo>
                <a:lnTo>
                  <a:pt x="335" y="657"/>
                </a:lnTo>
                <a:lnTo>
                  <a:pt x="330" y="658"/>
                </a:lnTo>
                <a:lnTo>
                  <a:pt x="330" y="658"/>
                </a:lnTo>
                <a:lnTo>
                  <a:pt x="320" y="659"/>
                </a:lnTo>
                <a:lnTo>
                  <a:pt x="320" y="659"/>
                </a:lnTo>
                <a:lnTo>
                  <a:pt x="319" y="661"/>
                </a:lnTo>
                <a:lnTo>
                  <a:pt x="319" y="661"/>
                </a:lnTo>
                <a:lnTo>
                  <a:pt x="319" y="661"/>
                </a:lnTo>
                <a:lnTo>
                  <a:pt x="319" y="659"/>
                </a:lnTo>
                <a:lnTo>
                  <a:pt x="319" y="659"/>
                </a:lnTo>
                <a:lnTo>
                  <a:pt x="317" y="659"/>
                </a:lnTo>
                <a:lnTo>
                  <a:pt x="317" y="659"/>
                </a:lnTo>
                <a:lnTo>
                  <a:pt x="318" y="661"/>
                </a:lnTo>
                <a:lnTo>
                  <a:pt x="318" y="661"/>
                </a:lnTo>
                <a:lnTo>
                  <a:pt x="317" y="662"/>
                </a:lnTo>
                <a:lnTo>
                  <a:pt x="317" y="662"/>
                </a:lnTo>
                <a:lnTo>
                  <a:pt x="317" y="659"/>
                </a:lnTo>
                <a:lnTo>
                  <a:pt x="317" y="659"/>
                </a:lnTo>
                <a:lnTo>
                  <a:pt x="314" y="661"/>
                </a:lnTo>
                <a:lnTo>
                  <a:pt x="313" y="661"/>
                </a:lnTo>
                <a:lnTo>
                  <a:pt x="313" y="661"/>
                </a:lnTo>
                <a:lnTo>
                  <a:pt x="309" y="663"/>
                </a:lnTo>
                <a:lnTo>
                  <a:pt x="309" y="663"/>
                </a:lnTo>
                <a:lnTo>
                  <a:pt x="306" y="662"/>
                </a:lnTo>
                <a:lnTo>
                  <a:pt x="306" y="662"/>
                </a:lnTo>
                <a:lnTo>
                  <a:pt x="295" y="664"/>
                </a:lnTo>
                <a:lnTo>
                  <a:pt x="295" y="664"/>
                </a:lnTo>
                <a:lnTo>
                  <a:pt x="290" y="666"/>
                </a:lnTo>
                <a:lnTo>
                  <a:pt x="290" y="666"/>
                </a:lnTo>
                <a:lnTo>
                  <a:pt x="288" y="666"/>
                </a:lnTo>
                <a:lnTo>
                  <a:pt x="288" y="666"/>
                </a:lnTo>
                <a:lnTo>
                  <a:pt x="285" y="667"/>
                </a:lnTo>
                <a:lnTo>
                  <a:pt x="284" y="667"/>
                </a:lnTo>
                <a:lnTo>
                  <a:pt x="284" y="667"/>
                </a:lnTo>
                <a:lnTo>
                  <a:pt x="280" y="666"/>
                </a:lnTo>
                <a:lnTo>
                  <a:pt x="280" y="666"/>
                </a:lnTo>
                <a:lnTo>
                  <a:pt x="277" y="666"/>
                </a:lnTo>
                <a:lnTo>
                  <a:pt x="277" y="666"/>
                </a:lnTo>
                <a:lnTo>
                  <a:pt x="275" y="667"/>
                </a:lnTo>
                <a:lnTo>
                  <a:pt x="275" y="667"/>
                </a:lnTo>
                <a:lnTo>
                  <a:pt x="274" y="667"/>
                </a:lnTo>
                <a:lnTo>
                  <a:pt x="274" y="667"/>
                </a:lnTo>
                <a:lnTo>
                  <a:pt x="272" y="668"/>
                </a:lnTo>
                <a:lnTo>
                  <a:pt x="272" y="668"/>
                </a:lnTo>
                <a:lnTo>
                  <a:pt x="268" y="668"/>
                </a:lnTo>
                <a:lnTo>
                  <a:pt x="268" y="668"/>
                </a:lnTo>
                <a:lnTo>
                  <a:pt x="265" y="669"/>
                </a:lnTo>
                <a:lnTo>
                  <a:pt x="261" y="671"/>
                </a:lnTo>
                <a:lnTo>
                  <a:pt x="259" y="669"/>
                </a:lnTo>
                <a:lnTo>
                  <a:pt x="259" y="669"/>
                </a:lnTo>
                <a:lnTo>
                  <a:pt x="256" y="672"/>
                </a:lnTo>
                <a:lnTo>
                  <a:pt x="251" y="672"/>
                </a:lnTo>
                <a:lnTo>
                  <a:pt x="251" y="672"/>
                </a:lnTo>
                <a:lnTo>
                  <a:pt x="248" y="672"/>
                </a:lnTo>
                <a:lnTo>
                  <a:pt x="248" y="672"/>
                </a:lnTo>
                <a:lnTo>
                  <a:pt x="239" y="674"/>
                </a:lnTo>
                <a:lnTo>
                  <a:pt x="230" y="676"/>
                </a:lnTo>
                <a:lnTo>
                  <a:pt x="230" y="676"/>
                </a:lnTo>
                <a:lnTo>
                  <a:pt x="228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7" y="676"/>
                </a:lnTo>
                <a:lnTo>
                  <a:pt x="228" y="676"/>
                </a:lnTo>
                <a:lnTo>
                  <a:pt x="228" y="676"/>
                </a:lnTo>
                <a:lnTo>
                  <a:pt x="225" y="677"/>
                </a:lnTo>
                <a:lnTo>
                  <a:pt x="222" y="677"/>
                </a:lnTo>
                <a:lnTo>
                  <a:pt x="222" y="676"/>
                </a:lnTo>
                <a:lnTo>
                  <a:pt x="222" y="676"/>
                </a:lnTo>
                <a:lnTo>
                  <a:pt x="221" y="677"/>
                </a:lnTo>
                <a:lnTo>
                  <a:pt x="219" y="677"/>
                </a:lnTo>
                <a:lnTo>
                  <a:pt x="219" y="677"/>
                </a:lnTo>
                <a:lnTo>
                  <a:pt x="216" y="678"/>
                </a:lnTo>
                <a:lnTo>
                  <a:pt x="214" y="679"/>
                </a:lnTo>
                <a:lnTo>
                  <a:pt x="214" y="679"/>
                </a:lnTo>
                <a:lnTo>
                  <a:pt x="214" y="678"/>
                </a:lnTo>
                <a:lnTo>
                  <a:pt x="215" y="678"/>
                </a:lnTo>
                <a:lnTo>
                  <a:pt x="215" y="678"/>
                </a:lnTo>
                <a:lnTo>
                  <a:pt x="214" y="677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5" y="676"/>
                </a:lnTo>
                <a:lnTo>
                  <a:pt x="213" y="677"/>
                </a:lnTo>
                <a:lnTo>
                  <a:pt x="213" y="677"/>
                </a:lnTo>
                <a:lnTo>
                  <a:pt x="214" y="674"/>
                </a:lnTo>
                <a:lnTo>
                  <a:pt x="214" y="674"/>
                </a:lnTo>
                <a:lnTo>
                  <a:pt x="211" y="674"/>
                </a:lnTo>
                <a:lnTo>
                  <a:pt x="210" y="674"/>
                </a:lnTo>
                <a:lnTo>
                  <a:pt x="210" y="674"/>
                </a:lnTo>
                <a:lnTo>
                  <a:pt x="210" y="673"/>
                </a:lnTo>
                <a:lnTo>
                  <a:pt x="209" y="673"/>
                </a:lnTo>
                <a:lnTo>
                  <a:pt x="208" y="673"/>
                </a:lnTo>
                <a:lnTo>
                  <a:pt x="208" y="673"/>
                </a:lnTo>
                <a:lnTo>
                  <a:pt x="210" y="676"/>
                </a:lnTo>
                <a:lnTo>
                  <a:pt x="210" y="677"/>
                </a:lnTo>
                <a:lnTo>
                  <a:pt x="211" y="678"/>
                </a:lnTo>
                <a:lnTo>
                  <a:pt x="211" y="678"/>
                </a:lnTo>
                <a:lnTo>
                  <a:pt x="210" y="679"/>
                </a:lnTo>
                <a:lnTo>
                  <a:pt x="209" y="681"/>
                </a:lnTo>
                <a:lnTo>
                  <a:pt x="209" y="681"/>
                </a:lnTo>
                <a:lnTo>
                  <a:pt x="207" y="678"/>
                </a:lnTo>
                <a:lnTo>
                  <a:pt x="207" y="678"/>
                </a:lnTo>
                <a:lnTo>
                  <a:pt x="205" y="678"/>
                </a:lnTo>
                <a:lnTo>
                  <a:pt x="205" y="679"/>
                </a:lnTo>
                <a:lnTo>
                  <a:pt x="207" y="681"/>
                </a:lnTo>
                <a:lnTo>
                  <a:pt x="208" y="681"/>
                </a:lnTo>
                <a:lnTo>
                  <a:pt x="208" y="681"/>
                </a:lnTo>
                <a:lnTo>
                  <a:pt x="207" y="681"/>
                </a:lnTo>
                <a:lnTo>
                  <a:pt x="205" y="681"/>
                </a:lnTo>
                <a:lnTo>
                  <a:pt x="203" y="678"/>
                </a:lnTo>
                <a:lnTo>
                  <a:pt x="203" y="678"/>
                </a:lnTo>
                <a:lnTo>
                  <a:pt x="202" y="679"/>
                </a:lnTo>
                <a:lnTo>
                  <a:pt x="201" y="681"/>
                </a:lnTo>
                <a:lnTo>
                  <a:pt x="201" y="682"/>
                </a:lnTo>
                <a:lnTo>
                  <a:pt x="201" y="682"/>
                </a:lnTo>
                <a:lnTo>
                  <a:pt x="199" y="682"/>
                </a:lnTo>
                <a:lnTo>
                  <a:pt x="199" y="683"/>
                </a:lnTo>
                <a:lnTo>
                  <a:pt x="199" y="683"/>
                </a:lnTo>
                <a:lnTo>
                  <a:pt x="197" y="682"/>
                </a:lnTo>
                <a:lnTo>
                  <a:pt x="196" y="682"/>
                </a:lnTo>
                <a:lnTo>
                  <a:pt x="194" y="681"/>
                </a:lnTo>
                <a:lnTo>
                  <a:pt x="194" y="681"/>
                </a:lnTo>
                <a:lnTo>
                  <a:pt x="197" y="681"/>
                </a:lnTo>
                <a:lnTo>
                  <a:pt x="197" y="681"/>
                </a:lnTo>
                <a:lnTo>
                  <a:pt x="197" y="682"/>
                </a:lnTo>
                <a:lnTo>
                  <a:pt x="201" y="682"/>
                </a:lnTo>
                <a:lnTo>
                  <a:pt x="201" y="682"/>
                </a:lnTo>
                <a:lnTo>
                  <a:pt x="199" y="681"/>
                </a:lnTo>
                <a:lnTo>
                  <a:pt x="199" y="681"/>
                </a:lnTo>
                <a:lnTo>
                  <a:pt x="198" y="681"/>
                </a:lnTo>
                <a:lnTo>
                  <a:pt x="197" y="679"/>
                </a:lnTo>
                <a:lnTo>
                  <a:pt x="197" y="679"/>
                </a:lnTo>
                <a:lnTo>
                  <a:pt x="199" y="678"/>
                </a:lnTo>
                <a:lnTo>
                  <a:pt x="201" y="679"/>
                </a:lnTo>
                <a:lnTo>
                  <a:pt x="201" y="679"/>
                </a:lnTo>
                <a:lnTo>
                  <a:pt x="199" y="678"/>
                </a:lnTo>
                <a:lnTo>
                  <a:pt x="199" y="678"/>
                </a:lnTo>
                <a:lnTo>
                  <a:pt x="197" y="676"/>
                </a:lnTo>
                <a:lnTo>
                  <a:pt x="197" y="676"/>
                </a:lnTo>
                <a:lnTo>
                  <a:pt x="194" y="677"/>
                </a:lnTo>
                <a:lnTo>
                  <a:pt x="194" y="677"/>
                </a:lnTo>
                <a:lnTo>
                  <a:pt x="193" y="677"/>
                </a:lnTo>
                <a:lnTo>
                  <a:pt x="193" y="677"/>
                </a:lnTo>
                <a:lnTo>
                  <a:pt x="193" y="676"/>
                </a:lnTo>
                <a:lnTo>
                  <a:pt x="194" y="673"/>
                </a:lnTo>
                <a:lnTo>
                  <a:pt x="196" y="672"/>
                </a:lnTo>
                <a:lnTo>
                  <a:pt x="196" y="671"/>
                </a:lnTo>
                <a:lnTo>
                  <a:pt x="196" y="671"/>
                </a:lnTo>
                <a:lnTo>
                  <a:pt x="198" y="671"/>
                </a:lnTo>
                <a:lnTo>
                  <a:pt x="202" y="669"/>
                </a:lnTo>
                <a:lnTo>
                  <a:pt x="202" y="669"/>
                </a:lnTo>
                <a:lnTo>
                  <a:pt x="201" y="671"/>
                </a:lnTo>
                <a:lnTo>
                  <a:pt x="202" y="672"/>
                </a:lnTo>
                <a:lnTo>
                  <a:pt x="202" y="672"/>
                </a:lnTo>
                <a:lnTo>
                  <a:pt x="203" y="671"/>
                </a:lnTo>
                <a:lnTo>
                  <a:pt x="203" y="669"/>
                </a:lnTo>
                <a:lnTo>
                  <a:pt x="204" y="668"/>
                </a:lnTo>
                <a:lnTo>
                  <a:pt x="205" y="668"/>
                </a:lnTo>
                <a:lnTo>
                  <a:pt x="205" y="668"/>
                </a:lnTo>
                <a:lnTo>
                  <a:pt x="207" y="668"/>
                </a:lnTo>
                <a:lnTo>
                  <a:pt x="205" y="669"/>
                </a:lnTo>
                <a:lnTo>
                  <a:pt x="205" y="669"/>
                </a:lnTo>
                <a:lnTo>
                  <a:pt x="207" y="668"/>
                </a:lnTo>
                <a:lnTo>
                  <a:pt x="208" y="667"/>
                </a:lnTo>
                <a:lnTo>
                  <a:pt x="208" y="667"/>
                </a:lnTo>
                <a:lnTo>
                  <a:pt x="209" y="667"/>
                </a:lnTo>
                <a:lnTo>
                  <a:pt x="210" y="668"/>
                </a:lnTo>
                <a:lnTo>
                  <a:pt x="211" y="668"/>
                </a:lnTo>
                <a:lnTo>
                  <a:pt x="213" y="668"/>
                </a:lnTo>
                <a:lnTo>
                  <a:pt x="213" y="668"/>
                </a:lnTo>
                <a:lnTo>
                  <a:pt x="213" y="667"/>
                </a:lnTo>
                <a:lnTo>
                  <a:pt x="213" y="667"/>
                </a:lnTo>
                <a:lnTo>
                  <a:pt x="211" y="666"/>
                </a:lnTo>
                <a:lnTo>
                  <a:pt x="211" y="666"/>
                </a:lnTo>
                <a:lnTo>
                  <a:pt x="211" y="666"/>
                </a:lnTo>
                <a:lnTo>
                  <a:pt x="213" y="666"/>
                </a:lnTo>
                <a:lnTo>
                  <a:pt x="214" y="666"/>
                </a:lnTo>
                <a:lnTo>
                  <a:pt x="214" y="666"/>
                </a:lnTo>
                <a:lnTo>
                  <a:pt x="214" y="666"/>
                </a:lnTo>
                <a:lnTo>
                  <a:pt x="215" y="666"/>
                </a:lnTo>
                <a:lnTo>
                  <a:pt x="214" y="664"/>
                </a:lnTo>
                <a:lnTo>
                  <a:pt x="213" y="664"/>
                </a:lnTo>
                <a:lnTo>
                  <a:pt x="213" y="664"/>
                </a:lnTo>
                <a:lnTo>
                  <a:pt x="216" y="663"/>
                </a:lnTo>
                <a:lnTo>
                  <a:pt x="217" y="663"/>
                </a:lnTo>
                <a:lnTo>
                  <a:pt x="219" y="662"/>
                </a:lnTo>
                <a:lnTo>
                  <a:pt x="219" y="662"/>
                </a:lnTo>
                <a:lnTo>
                  <a:pt x="217" y="662"/>
                </a:lnTo>
                <a:lnTo>
                  <a:pt x="217" y="662"/>
                </a:lnTo>
                <a:lnTo>
                  <a:pt x="216" y="663"/>
                </a:lnTo>
                <a:lnTo>
                  <a:pt x="215" y="663"/>
                </a:lnTo>
                <a:lnTo>
                  <a:pt x="215" y="663"/>
                </a:lnTo>
                <a:lnTo>
                  <a:pt x="214" y="662"/>
                </a:lnTo>
                <a:lnTo>
                  <a:pt x="214" y="662"/>
                </a:lnTo>
                <a:lnTo>
                  <a:pt x="214" y="661"/>
                </a:lnTo>
                <a:lnTo>
                  <a:pt x="214" y="661"/>
                </a:lnTo>
                <a:lnTo>
                  <a:pt x="213" y="661"/>
                </a:lnTo>
                <a:lnTo>
                  <a:pt x="211" y="662"/>
                </a:lnTo>
                <a:lnTo>
                  <a:pt x="210" y="662"/>
                </a:lnTo>
                <a:lnTo>
                  <a:pt x="209" y="662"/>
                </a:lnTo>
                <a:lnTo>
                  <a:pt x="209" y="662"/>
                </a:lnTo>
                <a:lnTo>
                  <a:pt x="208" y="662"/>
                </a:lnTo>
                <a:lnTo>
                  <a:pt x="207" y="662"/>
                </a:lnTo>
                <a:lnTo>
                  <a:pt x="207" y="662"/>
                </a:lnTo>
                <a:lnTo>
                  <a:pt x="203" y="663"/>
                </a:lnTo>
                <a:lnTo>
                  <a:pt x="203" y="663"/>
                </a:lnTo>
                <a:lnTo>
                  <a:pt x="199" y="662"/>
                </a:lnTo>
                <a:lnTo>
                  <a:pt x="199" y="662"/>
                </a:lnTo>
                <a:lnTo>
                  <a:pt x="199" y="663"/>
                </a:lnTo>
                <a:lnTo>
                  <a:pt x="199" y="663"/>
                </a:lnTo>
                <a:lnTo>
                  <a:pt x="201" y="663"/>
                </a:lnTo>
                <a:lnTo>
                  <a:pt x="201" y="664"/>
                </a:lnTo>
                <a:lnTo>
                  <a:pt x="201" y="664"/>
                </a:lnTo>
                <a:lnTo>
                  <a:pt x="198" y="666"/>
                </a:lnTo>
                <a:lnTo>
                  <a:pt x="196" y="666"/>
                </a:lnTo>
                <a:lnTo>
                  <a:pt x="193" y="666"/>
                </a:lnTo>
                <a:lnTo>
                  <a:pt x="192" y="666"/>
                </a:lnTo>
                <a:lnTo>
                  <a:pt x="192" y="666"/>
                </a:lnTo>
                <a:lnTo>
                  <a:pt x="191" y="666"/>
                </a:lnTo>
                <a:lnTo>
                  <a:pt x="188" y="666"/>
                </a:lnTo>
                <a:lnTo>
                  <a:pt x="188" y="666"/>
                </a:lnTo>
                <a:lnTo>
                  <a:pt x="188" y="664"/>
                </a:lnTo>
                <a:lnTo>
                  <a:pt x="190" y="664"/>
                </a:lnTo>
                <a:lnTo>
                  <a:pt x="191" y="664"/>
                </a:lnTo>
                <a:lnTo>
                  <a:pt x="192" y="664"/>
                </a:lnTo>
                <a:lnTo>
                  <a:pt x="192" y="664"/>
                </a:lnTo>
                <a:lnTo>
                  <a:pt x="185" y="659"/>
                </a:lnTo>
                <a:lnTo>
                  <a:pt x="185" y="659"/>
                </a:lnTo>
                <a:lnTo>
                  <a:pt x="185" y="661"/>
                </a:lnTo>
                <a:lnTo>
                  <a:pt x="185" y="662"/>
                </a:lnTo>
                <a:lnTo>
                  <a:pt x="188" y="662"/>
                </a:lnTo>
                <a:lnTo>
                  <a:pt x="188" y="662"/>
                </a:lnTo>
                <a:lnTo>
                  <a:pt x="187" y="663"/>
                </a:lnTo>
                <a:lnTo>
                  <a:pt x="186" y="664"/>
                </a:lnTo>
                <a:lnTo>
                  <a:pt x="185" y="664"/>
                </a:lnTo>
                <a:lnTo>
                  <a:pt x="185" y="667"/>
                </a:lnTo>
                <a:lnTo>
                  <a:pt x="185" y="667"/>
                </a:lnTo>
                <a:lnTo>
                  <a:pt x="184" y="666"/>
                </a:lnTo>
                <a:lnTo>
                  <a:pt x="184" y="666"/>
                </a:lnTo>
                <a:lnTo>
                  <a:pt x="184" y="666"/>
                </a:lnTo>
                <a:lnTo>
                  <a:pt x="182" y="667"/>
                </a:lnTo>
                <a:lnTo>
                  <a:pt x="181" y="667"/>
                </a:lnTo>
                <a:lnTo>
                  <a:pt x="178" y="667"/>
                </a:lnTo>
                <a:lnTo>
                  <a:pt x="178" y="667"/>
                </a:lnTo>
                <a:lnTo>
                  <a:pt x="178" y="667"/>
                </a:lnTo>
                <a:lnTo>
                  <a:pt x="179" y="667"/>
                </a:lnTo>
                <a:lnTo>
                  <a:pt x="179" y="666"/>
                </a:lnTo>
                <a:lnTo>
                  <a:pt x="179" y="666"/>
                </a:lnTo>
                <a:lnTo>
                  <a:pt x="179" y="666"/>
                </a:lnTo>
                <a:lnTo>
                  <a:pt x="175" y="664"/>
                </a:lnTo>
                <a:lnTo>
                  <a:pt x="175" y="664"/>
                </a:lnTo>
                <a:lnTo>
                  <a:pt x="174" y="664"/>
                </a:lnTo>
                <a:lnTo>
                  <a:pt x="174" y="666"/>
                </a:lnTo>
                <a:lnTo>
                  <a:pt x="174" y="668"/>
                </a:lnTo>
                <a:lnTo>
                  <a:pt x="174" y="668"/>
                </a:lnTo>
                <a:lnTo>
                  <a:pt x="172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8"/>
                </a:lnTo>
                <a:lnTo>
                  <a:pt x="170" y="667"/>
                </a:lnTo>
                <a:lnTo>
                  <a:pt x="172" y="667"/>
                </a:lnTo>
                <a:lnTo>
                  <a:pt x="173" y="667"/>
                </a:lnTo>
                <a:lnTo>
                  <a:pt x="173" y="667"/>
                </a:lnTo>
                <a:lnTo>
                  <a:pt x="173" y="667"/>
                </a:lnTo>
                <a:lnTo>
                  <a:pt x="172" y="666"/>
                </a:lnTo>
                <a:lnTo>
                  <a:pt x="170" y="666"/>
                </a:lnTo>
                <a:lnTo>
                  <a:pt x="169" y="667"/>
                </a:lnTo>
                <a:lnTo>
                  <a:pt x="168" y="667"/>
                </a:lnTo>
                <a:lnTo>
                  <a:pt x="168" y="667"/>
                </a:lnTo>
                <a:lnTo>
                  <a:pt x="169" y="669"/>
                </a:lnTo>
                <a:lnTo>
                  <a:pt x="164" y="669"/>
                </a:lnTo>
                <a:lnTo>
                  <a:pt x="164" y="669"/>
                </a:lnTo>
                <a:lnTo>
                  <a:pt x="163" y="669"/>
                </a:lnTo>
                <a:lnTo>
                  <a:pt x="166" y="669"/>
                </a:lnTo>
                <a:lnTo>
                  <a:pt x="167" y="668"/>
                </a:lnTo>
                <a:lnTo>
                  <a:pt x="167" y="667"/>
                </a:lnTo>
                <a:lnTo>
                  <a:pt x="167" y="667"/>
                </a:lnTo>
                <a:lnTo>
                  <a:pt x="166" y="667"/>
                </a:lnTo>
                <a:lnTo>
                  <a:pt x="164" y="668"/>
                </a:lnTo>
                <a:lnTo>
                  <a:pt x="161" y="669"/>
                </a:lnTo>
                <a:lnTo>
                  <a:pt x="161" y="669"/>
                </a:lnTo>
                <a:lnTo>
                  <a:pt x="162" y="669"/>
                </a:lnTo>
                <a:lnTo>
                  <a:pt x="161" y="671"/>
                </a:lnTo>
                <a:lnTo>
                  <a:pt x="156" y="671"/>
                </a:lnTo>
                <a:lnTo>
                  <a:pt x="156" y="671"/>
                </a:lnTo>
                <a:lnTo>
                  <a:pt x="156" y="671"/>
                </a:lnTo>
                <a:lnTo>
                  <a:pt x="157" y="671"/>
                </a:lnTo>
                <a:lnTo>
                  <a:pt x="159" y="669"/>
                </a:lnTo>
                <a:lnTo>
                  <a:pt x="159" y="669"/>
                </a:lnTo>
                <a:lnTo>
                  <a:pt x="158" y="668"/>
                </a:lnTo>
                <a:lnTo>
                  <a:pt x="157" y="669"/>
                </a:lnTo>
                <a:lnTo>
                  <a:pt x="153" y="671"/>
                </a:lnTo>
                <a:lnTo>
                  <a:pt x="153" y="671"/>
                </a:lnTo>
                <a:lnTo>
                  <a:pt x="150" y="669"/>
                </a:lnTo>
                <a:lnTo>
                  <a:pt x="147" y="671"/>
                </a:lnTo>
                <a:lnTo>
                  <a:pt x="146" y="672"/>
                </a:lnTo>
                <a:lnTo>
                  <a:pt x="146" y="672"/>
                </a:lnTo>
                <a:lnTo>
                  <a:pt x="147" y="672"/>
                </a:lnTo>
                <a:lnTo>
                  <a:pt x="149" y="672"/>
                </a:lnTo>
                <a:lnTo>
                  <a:pt x="152" y="671"/>
                </a:lnTo>
                <a:lnTo>
                  <a:pt x="152" y="671"/>
                </a:lnTo>
                <a:lnTo>
                  <a:pt x="152" y="672"/>
                </a:lnTo>
                <a:lnTo>
                  <a:pt x="151" y="672"/>
                </a:lnTo>
                <a:lnTo>
                  <a:pt x="150" y="672"/>
                </a:lnTo>
                <a:lnTo>
                  <a:pt x="150" y="672"/>
                </a:lnTo>
                <a:lnTo>
                  <a:pt x="146" y="673"/>
                </a:lnTo>
                <a:lnTo>
                  <a:pt x="145" y="673"/>
                </a:lnTo>
                <a:lnTo>
                  <a:pt x="145" y="674"/>
                </a:lnTo>
                <a:lnTo>
                  <a:pt x="145" y="674"/>
                </a:lnTo>
                <a:lnTo>
                  <a:pt x="140" y="674"/>
                </a:lnTo>
                <a:lnTo>
                  <a:pt x="134" y="674"/>
                </a:lnTo>
                <a:lnTo>
                  <a:pt x="134" y="674"/>
                </a:lnTo>
                <a:lnTo>
                  <a:pt x="134" y="676"/>
                </a:lnTo>
                <a:lnTo>
                  <a:pt x="133" y="676"/>
                </a:lnTo>
                <a:lnTo>
                  <a:pt x="133" y="676"/>
                </a:lnTo>
                <a:lnTo>
                  <a:pt x="132" y="676"/>
                </a:lnTo>
                <a:lnTo>
                  <a:pt x="132" y="674"/>
                </a:lnTo>
                <a:lnTo>
                  <a:pt x="132" y="674"/>
                </a:lnTo>
                <a:lnTo>
                  <a:pt x="129" y="674"/>
                </a:lnTo>
                <a:lnTo>
                  <a:pt x="127" y="674"/>
                </a:lnTo>
                <a:lnTo>
                  <a:pt x="124" y="674"/>
                </a:lnTo>
                <a:lnTo>
                  <a:pt x="121" y="676"/>
                </a:lnTo>
                <a:lnTo>
                  <a:pt x="121" y="676"/>
                </a:lnTo>
                <a:lnTo>
                  <a:pt x="121" y="674"/>
                </a:lnTo>
                <a:lnTo>
                  <a:pt x="122" y="673"/>
                </a:lnTo>
                <a:lnTo>
                  <a:pt x="122" y="673"/>
                </a:lnTo>
                <a:lnTo>
                  <a:pt x="120" y="672"/>
                </a:lnTo>
                <a:lnTo>
                  <a:pt x="120" y="672"/>
                </a:lnTo>
                <a:lnTo>
                  <a:pt x="120" y="673"/>
                </a:lnTo>
                <a:lnTo>
                  <a:pt x="120" y="674"/>
                </a:lnTo>
                <a:lnTo>
                  <a:pt x="120" y="674"/>
                </a:lnTo>
                <a:lnTo>
                  <a:pt x="118" y="676"/>
                </a:lnTo>
                <a:lnTo>
                  <a:pt x="117" y="676"/>
                </a:lnTo>
                <a:lnTo>
                  <a:pt x="114" y="677"/>
                </a:lnTo>
                <a:lnTo>
                  <a:pt x="114" y="677"/>
                </a:lnTo>
                <a:lnTo>
                  <a:pt x="114" y="678"/>
                </a:lnTo>
                <a:lnTo>
                  <a:pt x="115" y="678"/>
                </a:lnTo>
                <a:lnTo>
                  <a:pt x="115" y="678"/>
                </a:lnTo>
                <a:lnTo>
                  <a:pt x="112" y="678"/>
                </a:lnTo>
                <a:lnTo>
                  <a:pt x="109" y="679"/>
                </a:lnTo>
                <a:lnTo>
                  <a:pt x="109" y="679"/>
                </a:lnTo>
                <a:lnTo>
                  <a:pt x="110" y="678"/>
                </a:lnTo>
                <a:lnTo>
                  <a:pt x="109" y="677"/>
                </a:lnTo>
                <a:lnTo>
                  <a:pt x="108" y="676"/>
                </a:lnTo>
                <a:lnTo>
                  <a:pt x="108" y="676"/>
                </a:lnTo>
                <a:lnTo>
                  <a:pt x="108" y="674"/>
                </a:lnTo>
                <a:lnTo>
                  <a:pt x="109" y="676"/>
                </a:lnTo>
                <a:lnTo>
                  <a:pt x="110" y="676"/>
                </a:lnTo>
                <a:lnTo>
                  <a:pt x="110" y="676"/>
                </a:lnTo>
                <a:lnTo>
                  <a:pt x="110" y="674"/>
                </a:lnTo>
                <a:lnTo>
                  <a:pt x="109" y="674"/>
                </a:lnTo>
                <a:lnTo>
                  <a:pt x="109" y="674"/>
                </a:lnTo>
                <a:lnTo>
                  <a:pt x="108" y="674"/>
                </a:lnTo>
                <a:lnTo>
                  <a:pt x="108" y="676"/>
                </a:lnTo>
                <a:lnTo>
                  <a:pt x="108" y="677"/>
                </a:lnTo>
                <a:lnTo>
                  <a:pt x="108" y="678"/>
                </a:lnTo>
                <a:lnTo>
                  <a:pt x="108" y="678"/>
                </a:lnTo>
                <a:lnTo>
                  <a:pt x="104" y="677"/>
                </a:lnTo>
                <a:lnTo>
                  <a:pt x="100" y="677"/>
                </a:lnTo>
                <a:lnTo>
                  <a:pt x="100" y="676"/>
                </a:lnTo>
                <a:lnTo>
                  <a:pt x="100" y="676"/>
                </a:lnTo>
                <a:lnTo>
                  <a:pt x="97" y="676"/>
                </a:lnTo>
                <a:lnTo>
                  <a:pt x="95" y="677"/>
                </a:lnTo>
                <a:lnTo>
                  <a:pt x="93" y="677"/>
                </a:lnTo>
                <a:lnTo>
                  <a:pt x="93" y="677"/>
                </a:lnTo>
                <a:lnTo>
                  <a:pt x="93" y="676"/>
                </a:lnTo>
                <a:lnTo>
                  <a:pt x="93" y="676"/>
                </a:lnTo>
                <a:lnTo>
                  <a:pt x="92" y="674"/>
                </a:lnTo>
                <a:lnTo>
                  <a:pt x="92" y="674"/>
                </a:lnTo>
                <a:lnTo>
                  <a:pt x="92" y="673"/>
                </a:lnTo>
                <a:lnTo>
                  <a:pt x="92" y="672"/>
                </a:lnTo>
                <a:lnTo>
                  <a:pt x="91" y="672"/>
                </a:lnTo>
                <a:lnTo>
                  <a:pt x="91" y="672"/>
                </a:lnTo>
                <a:lnTo>
                  <a:pt x="91" y="673"/>
                </a:lnTo>
                <a:lnTo>
                  <a:pt x="91" y="673"/>
                </a:lnTo>
                <a:lnTo>
                  <a:pt x="92" y="674"/>
                </a:lnTo>
                <a:lnTo>
                  <a:pt x="92" y="677"/>
                </a:lnTo>
                <a:lnTo>
                  <a:pt x="92" y="677"/>
                </a:lnTo>
                <a:lnTo>
                  <a:pt x="91" y="676"/>
                </a:lnTo>
                <a:lnTo>
                  <a:pt x="89" y="676"/>
                </a:lnTo>
                <a:lnTo>
                  <a:pt x="89" y="674"/>
                </a:lnTo>
                <a:lnTo>
                  <a:pt x="87" y="674"/>
                </a:lnTo>
                <a:lnTo>
                  <a:pt x="87" y="674"/>
                </a:lnTo>
                <a:lnTo>
                  <a:pt x="87" y="674"/>
                </a:lnTo>
                <a:lnTo>
                  <a:pt x="88" y="676"/>
                </a:lnTo>
                <a:lnTo>
                  <a:pt x="88" y="676"/>
                </a:lnTo>
                <a:lnTo>
                  <a:pt x="87" y="676"/>
                </a:lnTo>
                <a:lnTo>
                  <a:pt x="86" y="676"/>
                </a:lnTo>
                <a:lnTo>
                  <a:pt x="83" y="673"/>
                </a:lnTo>
                <a:lnTo>
                  <a:pt x="83" y="673"/>
                </a:lnTo>
                <a:lnTo>
                  <a:pt x="79" y="673"/>
                </a:lnTo>
                <a:lnTo>
                  <a:pt x="79" y="673"/>
                </a:lnTo>
                <a:lnTo>
                  <a:pt x="76" y="672"/>
                </a:lnTo>
                <a:lnTo>
                  <a:pt x="74" y="672"/>
                </a:lnTo>
                <a:lnTo>
                  <a:pt x="74" y="672"/>
                </a:lnTo>
                <a:lnTo>
                  <a:pt x="75" y="671"/>
                </a:lnTo>
                <a:lnTo>
                  <a:pt x="75" y="671"/>
                </a:lnTo>
                <a:lnTo>
                  <a:pt x="74" y="671"/>
                </a:lnTo>
                <a:lnTo>
                  <a:pt x="72" y="671"/>
                </a:lnTo>
                <a:lnTo>
                  <a:pt x="71" y="669"/>
                </a:lnTo>
                <a:lnTo>
                  <a:pt x="71" y="669"/>
                </a:lnTo>
                <a:lnTo>
                  <a:pt x="72" y="668"/>
                </a:lnTo>
                <a:lnTo>
                  <a:pt x="72" y="669"/>
                </a:lnTo>
                <a:lnTo>
                  <a:pt x="74" y="668"/>
                </a:lnTo>
                <a:lnTo>
                  <a:pt x="74" y="668"/>
                </a:lnTo>
                <a:lnTo>
                  <a:pt x="72" y="668"/>
                </a:lnTo>
                <a:lnTo>
                  <a:pt x="72" y="668"/>
                </a:lnTo>
                <a:lnTo>
                  <a:pt x="71" y="668"/>
                </a:lnTo>
                <a:lnTo>
                  <a:pt x="70" y="668"/>
                </a:lnTo>
                <a:lnTo>
                  <a:pt x="70" y="668"/>
                </a:lnTo>
                <a:lnTo>
                  <a:pt x="71" y="669"/>
                </a:lnTo>
                <a:lnTo>
                  <a:pt x="71" y="671"/>
                </a:lnTo>
                <a:lnTo>
                  <a:pt x="71" y="672"/>
                </a:lnTo>
                <a:lnTo>
                  <a:pt x="71" y="672"/>
                </a:lnTo>
                <a:lnTo>
                  <a:pt x="69" y="671"/>
                </a:lnTo>
                <a:lnTo>
                  <a:pt x="69" y="671"/>
                </a:lnTo>
                <a:lnTo>
                  <a:pt x="70" y="671"/>
                </a:lnTo>
                <a:lnTo>
                  <a:pt x="70" y="671"/>
                </a:lnTo>
                <a:lnTo>
                  <a:pt x="69" y="667"/>
                </a:lnTo>
                <a:lnTo>
                  <a:pt x="66" y="664"/>
                </a:lnTo>
                <a:lnTo>
                  <a:pt x="66" y="664"/>
                </a:lnTo>
                <a:lnTo>
                  <a:pt x="65" y="664"/>
                </a:lnTo>
                <a:lnTo>
                  <a:pt x="65" y="666"/>
                </a:lnTo>
                <a:lnTo>
                  <a:pt x="65" y="666"/>
                </a:lnTo>
                <a:lnTo>
                  <a:pt x="64" y="666"/>
                </a:lnTo>
                <a:lnTo>
                  <a:pt x="64" y="666"/>
                </a:lnTo>
                <a:lnTo>
                  <a:pt x="62" y="662"/>
                </a:lnTo>
                <a:lnTo>
                  <a:pt x="63" y="661"/>
                </a:lnTo>
                <a:lnTo>
                  <a:pt x="63" y="661"/>
                </a:lnTo>
                <a:lnTo>
                  <a:pt x="62" y="659"/>
                </a:lnTo>
                <a:lnTo>
                  <a:pt x="60" y="659"/>
                </a:lnTo>
                <a:lnTo>
                  <a:pt x="60" y="659"/>
                </a:lnTo>
                <a:lnTo>
                  <a:pt x="60" y="657"/>
                </a:lnTo>
                <a:lnTo>
                  <a:pt x="59" y="656"/>
                </a:lnTo>
                <a:lnTo>
                  <a:pt x="58" y="657"/>
                </a:lnTo>
                <a:lnTo>
                  <a:pt x="58" y="657"/>
                </a:lnTo>
                <a:lnTo>
                  <a:pt x="58" y="659"/>
                </a:lnTo>
                <a:lnTo>
                  <a:pt x="58" y="659"/>
                </a:lnTo>
                <a:lnTo>
                  <a:pt x="57" y="658"/>
                </a:lnTo>
                <a:lnTo>
                  <a:pt x="57" y="658"/>
                </a:lnTo>
                <a:lnTo>
                  <a:pt x="57" y="659"/>
                </a:lnTo>
                <a:lnTo>
                  <a:pt x="58" y="662"/>
                </a:lnTo>
                <a:lnTo>
                  <a:pt x="58" y="662"/>
                </a:lnTo>
                <a:lnTo>
                  <a:pt x="62" y="664"/>
                </a:lnTo>
                <a:lnTo>
                  <a:pt x="62" y="664"/>
                </a:lnTo>
                <a:lnTo>
                  <a:pt x="60" y="664"/>
                </a:lnTo>
                <a:lnTo>
                  <a:pt x="59" y="664"/>
                </a:lnTo>
                <a:lnTo>
                  <a:pt x="57" y="662"/>
                </a:lnTo>
                <a:lnTo>
                  <a:pt x="57" y="662"/>
                </a:lnTo>
                <a:lnTo>
                  <a:pt x="53" y="657"/>
                </a:lnTo>
                <a:lnTo>
                  <a:pt x="56" y="656"/>
                </a:lnTo>
                <a:lnTo>
                  <a:pt x="56" y="656"/>
                </a:lnTo>
                <a:lnTo>
                  <a:pt x="53" y="653"/>
                </a:lnTo>
                <a:lnTo>
                  <a:pt x="52" y="654"/>
                </a:lnTo>
                <a:lnTo>
                  <a:pt x="52" y="654"/>
                </a:lnTo>
                <a:lnTo>
                  <a:pt x="50" y="652"/>
                </a:lnTo>
                <a:lnTo>
                  <a:pt x="50" y="652"/>
                </a:lnTo>
                <a:lnTo>
                  <a:pt x="52" y="652"/>
                </a:lnTo>
                <a:lnTo>
                  <a:pt x="52" y="652"/>
                </a:lnTo>
                <a:lnTo>
                  <a:pt x="50" y="648"/>
                </a:lnTo>
                <a:lnTo>
                  <a:pt x="48" y="644"/>
                </a:lnTo>
                <a:lnTo>
                  <a:pt x="48" y="644"/>
                </a:lnTo>
                <a:lnTo>
                  <a:pt x="50" y="644"/>
                </a:lnTo>
                <a:lnTo>
                  <a:pt x="50" y="644"/>
                </a:lnTo>
                <a:lnTo>
                  <a:pt x="48" y="639"/>
                </a:lnTo>
                <a:lnTo>
                  <a:pt x="48" y="639"/>
                </a:lnTo>
                <a:lnTo>
                  <a:pt x="46" y="633"/>
                </a:lnTo>
                <a:lnTo>
                  <a:pt x="46" y="633"/>
                </a:lnTo>
                <a:lnTo>
                  <a:pt x="43" y="632"/>
                </a:lnTo>
                <a:lnTo>
                  <a:pt x="42" y="628"/>
                </a:lnTo>
                <a:lnTo>
                  <a:pt x="42" y="628"/>
                </a:lnTo>
                <a:lnTo>
                  <a:pt x="42" y="629"/>
                </a:lnTo>
                <a:lnTo>
                  <a:pt x="42" y="631"/>
                </a:lnTo>
                <a:lnTo>
                  <a:pt x="43" y="632"/>
                </a:lnTo>
                <a:lnTo>
                  <a:pt x="42" y="633"/>
                </a:lnTo>
                <a:lnTo>
                  <a:pt x="42" y="633"/>
                </a:lnTo>
                <a:lnTo>
                  <a:pt x="42" y="633"/>
                </a:lnTo>
                <a:lnTo>
                  <a:pt x="41" y="631"/>
                </a:lnTo>
                <a:lnTo>
                  <a:pt x="41" y="627"/>
                </a:lnTo>
                <a:lnTo>
                  <a:pt x="41" y="627"/>
                </a:lnTo>
                <a:lnTo>
                  <a:pt x="42" y="627"/>
                </a:lnTo>
                <a:lnTo>
                  <a:pt x="42" y="628"/>
                </a:lnTo>
                <a:lnTo>
                  <a:pt x="42" y="628"/>
                </a:lnTo>
                <a:lnTo>
                  <a:pt x="42" y="627"/>
                </a:lnTo>
                <a:lnTo>
                  <a:pt x="43" y="627"/>
                </a:lnTo>
                <a:lnTo>
                  <a:pt x="45" y="627"/>
                </a:lnTo>
                <a:lnTo>
                  <a:pt x="45" y="626"/>
                </a:lnTo>
                <a:lnTo>
                  <a:pt x="45" y="626"/>
                </a:lnTo>
                <a:lnTo>
                  <a:pt x="45" y="626"/>
                </a:lnTo>
                <a:lnTo>
                  <a:pt x="43" y="626"/>
                </a:lnTo>
                <a:lnTo>
                  <a:pt x="43" y="626"/>
                </a:lnTo>
                <a:lnTo>
                  <a:pt x="42" y="626"/>
                </a:lnTo>
                <a:lnTo>
                  <a:pt x="42" y="626"/>
                </a:lnTo>
                <a:lnTo>
                  <a:pt x="42" y="623"/>
                </a:lnTo>
                <a:lnTo>
                  <a:pt x="43" y="623"/>
                </a:lnTo>
                <a:lnTo>
                  <a:pt x="43" y="622"/>
                </a:lnTo>
                <a:lnTo>
                  <a:pt x="43" y="621"/>
                </a:lnTo>
                <a:lnTo>
                  <a:pt x="43" y="621"/>
                </a:lnTo>
                <a:lnTo>
                  <a:pt x="43" y="621"/>
                </a:lnTo>
                <a:lnTo>
                  <a:pt x="42" y="621"/>
                </a:lnTo>
                <a:lnTo>
                  <a:pt x="42" y="621"/>
                </a:lnTo>
                <a:lnTo>
                  <a:pt x="41" y="621"/>
                </a:lnTo>
                <a:lnTo>
                  <a:pt x="41" y="621"/>
                </a:lnTo>
                <a:lnTo>
                  <a:pt x="41" y="619"/>
                </a:lnTo>
                <a:lnTo>
                  <a:pt x="41" y="617"/>
                </a:lnTo>
                <a:lnTo>
                  <a:pt x="41" y="617"/>
                </a:lnTo>
                <a:lnTo>
                  <a:pt x="42" y="617"/>
                </a:lnTo>
                <a:lnTo>
                  <a:pt x="42" y="617"/>
                </a:lnTo>
                <a:lnTo>
                  <a:pt x="41" y="612"/>
                </a:lnTo>
                <a:lnTo>
                  <a:pt x="41" y="608"/>
                </a:lnTo>
                <a:lnTo>
                  <a:pt x="41" y="608"/>
                </a:lnTo>
                <a:lnTo>
                  <a:pt x="40" y="608"/>
                </a:lnTo>
                <a:lnTo>
                  <a:pt x="39" y="609"/>
                </a:lnTo>
                <a:lnTo>
                  <a:pt x="39" y="612"/>
                </a:lnTo>
                <a:lnTo>
                  <a:pt x="39" y="612"/>
                </a:lnTo>
                <a:lnTo>
                  <a:pt x="39" y="612"/>
                </a:lnTo>
                <a:lnTo>
                  <a:pt x="37" y="611"/>
                </a:lnTo>
                <a:lnTo>
                  <a:pt x="39" y="608"/>
                </a:lnTo>
                <a:lnTo>
                  <a:pt x="39" y="608"/>
                </a:lnTo>
                <a:lnTo>
                  <a:pt x="37" y="606"/>
                </a:lnTo>
                <a:lnTo>
                  <a:pt x="37" y="604"/>
                </a:lnTo>
                <a:lnTo>
                  <a:pt x="37" y="604"/>
                </a:lnTo>
                <a:lnTo>
                  <a:pt x="39" y="604"/>
                </a:lnTo>
                <a:lnTo>
                  <a:pt x="39" y="604"/>
                </a:lnTo>
                <a:lnTo>
                  <a:pt x="39" y="607"/>
                </a:lnTo>
                <a:lnTo>
                  <a:pt x="39" y="607"/>
                </a:lnTo>
                <a:lnTo>
                  <a:pt x="40" y="606"/>
                </a:lnTo>
                <a:lnTo>
                  <a:pt x="40" y="603"/>
                </a:lnTo>
                <a:lnTo>
                  <a:pt x="40" y="603"/>
                </a:lnTo>
                <a:lnTo>
                  <a:pt x="42" y="604"/>
                </a:lnTo>
                <a:lnTo>
                  <a:pt x="43" y="603"/>
                </a:lnTo>
                <a:lnTo>
                  <a:pt x="43" y="603"/>
                </a:lnTo>
                <a:lnTo>
                  <a:pt x="41" y="603"/>
                </a:lnTo>
                <a:lnTo>
                  <a:pt x="41" y="603"/>
                </a:lnTo>
                <a:lnTo>
                  <a:pt x="40" y="602"/>
                </a:lnTo>
                <a:lnTo>
                  <a:pt x="40" y="602"/>
                </a:lnTo>
                <a:lnTo>
                  <a:pt x="39" y="602"/>
                </a:lnTo>
                <a:lnTo>
                  <a:pt x="39" y="602"/>
                </a:lnTo>
                <a:lnTo>
                  <a:pt x="37" y="603"/>
                </a:lnTo>
                <a:lnTo>
                  <a:pt x="37" y="602"/>
                </a:lnTo>
                <a:lnTo>
                  <a:pt x="37" y="602"/>
                </a:lnTo>
                <a:lnTo>
                  <a:pt x="37" y="602"/>
                </a:lnTo>
                <a:lnTo>
                  <a:pt x="39" y="602"/>
                </a:lnTo>
                <a:lnTo>
                  <a:pt x="39" y="602"/>
                </a:lnTo>
                <a:lnTo>
                  <a:pt x="39" y="598"/>
                </a:lnTo>
                <a:lnTo>
                  <a:pt x="39" y="594"/>
                </a:lnTo>
                <a:lnTo>
                  <a:pt x="39" y="594"/>
                </a:lnTo>
                <a:lnTo>
                  <a:pt x="40" y="594"/>
                </a:lnTo>
                <a:lnTo>
                  <a:pt x="40" y="596"/>
                </a:lnTo>
                <a:lnTo>
                  <a:pt x="40" y="597"/>
                </a:lnTo>
                <a:lnTo>
                  <a:pt x="40" y="597"/>
                </a:lnTo>
                <a:lnTo>
                  <a:pt x="40" y="597"/>
                </a:lnTo>
                <a:lnTo>
                  <a:pt x="41" y="596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1" y="593"/>
                </a:lnTo>
                <a:lnTo>
                  <a:pt x="40" y="593"/>
                </a:lnTo>
                <a:lnTo>
                  <a:pt x="40" y="593"/>
                </a:lnTo>
                <a:lnTo>
                  <a:pt x="39" y="593"/>
                </a:lnTo>
                <a:lnTo>
                  <a:pt x="39" y="592"/>
                </a:lnTo>
                <a:lnTo>
                  <a:pt x="39" y="592"/>
                </a:lnTo>
                <a:lnTo>
                  <a:pt x="37" y="592"/>
                </a:lnTo>
                <a:lnTo>
                  <a:pt x="37" y="592"/>
                </a:lnTo>
                <a:lnTo>
                  <a:pt x="37" y="588"/>
                </a:lnTo>
                <a:lnTo>
                  <a:pt x="37" y="587"/>
                </a:lnTo>
                <a:lnTo>
                  <a:pt x="37" y="586"/>
                </a:lnTo>
                <a:lnTo>
                  <a:pt x="37" y="586"/>
                </a:lnTo>
                <a:lnTo>
                  <a:pt x="37" y="584"/>
                </a:lnTo>
                <a:lnTo>
                  <a:pt x="37" y="582"/>
                </a:lnTo>
                <a:lnTo>
                  <a:pt x="37" y="574"/>
                </a:lnTo>
                <a:lnTo>
                  <a:pt x="37" y="574"/>
                </a:lnTo>
                <a:lnTo>
                  <a:pt x="37" y="572"/>
                </a:lnTo>
                <a:lnTo>
                  <a:pt x="39" y="569"/>
                </a:lnTo>
                <a:lnTo>
                  <a:pt x="39" y="569"/>
                </a:lnTo>
                <a:lnTo>
                  <a:pt x="39" y="569"/>
                </a:lnTo>
                <a:lnTo>
                  <a:pt x="37" y="568"/>
                </a:lnTo>
                <a:lnTo>
                  <a:pt x="37" y="568"/>
                </a:lnTo>
                <a:lnTo>
                  <a:pt x="39" y="558"/>
                </a:lnTo>
                <a:lnTo>
                  <a:pt x="39" y="554"/>
                </a:lnTo>
                <a:lnTo>
                  <a:pt x="40" y="549"/>
                </a:lnTo>
                <a:lnTo>
                  <a:pt x="40" y="549"/>
                </a:lnTo>
                <a:lnTo>
                  <a:pt x="40" y="549"/>
                </a:lnTo>
                <a:lnTo>
                  <a:pt x="39" y="548"/>
                </a:lnTo>
                <a:lnTo>
                  <a:pt x="39" y="548"/>
                </a:lnTo>
                <a:lnTo>
                  <a:pt x="40" y="547"/>
                </a:lnTo>
                <a:lnTo>
                  <a:pt x="40" y="546"/>
                </a:lnTo>
                <a:lnTo>
                  <a:pt x="40" y="546"/>
                </a:lnTo>
                <a:lnTo>
                  <a:pt x="41" y="546"/>
                </a:lnTo>
                <a:lnTo>
                  <a:pt x="41" y="547"/>
                </a:lnTo>
                <a:lnTo>
                  <a:pt x="42" y="548"/>
                </a:lnTo>
                <a:lnTo>
                  <a:pt x="42" y="548"/>
                </a:lnTo>
                <a:lnTo>
                  <a:pt x="41" y="549"/>
                </a:lnTo>
                <a:lnTo>
                  <a:pt x="40" y="552"/>
                </a:lnTo>
                <a:lnTo>
                  <a:pt x="41" y="553"/>
                </a:lnTo>
                <a:lnTo>
                  <a:pt x="41" y="553"/>
                </a:lnTo>
                <a:lnTo>
                  <a:pt x="41" y="553"/>
                </a:lnTo>
                <a:lnTo>
                  <a:pt x="42" y="552"/>
                </a:lnTo>
                <a:lnTo>
                  <a:pt x="42" y="549"/>
                </a:lnTo>
                <a:lnTo>
                  <a:pt x="42" y="549"/>
                </a:lnTo>
                <a:lnTo>
                  <a:pt x="45" y="549"/>
                </a:lnTo>
                <a:lnTo>
                  <a:pt x="45" y="549"/>
                </a:lnTo>
                <a:lnTo>
                  <a:pt x="45" y="546"/>
                </a:lnTo>
                <a:lnTo>
                  <a:pt x="45" y="546"/>
                </a:lnTo>
                <a:lnTo>
                  <a:pt x="45" y="546"/>
                </a:lnTo>
                <a:lnTo>
                  <a:pt x="43" y="546"/>
                </a:lnTo>
                <a:lnTo>
                  <a:pt x="43" y="547"/>
                </a:lnTo>
                <a:lnTo>
                  <a:pt x="42" y="547"/>
                </a:lnTo>
                <a:lnTo>
                  <a:pt x="42" y="547"/>
                </a:lnTo>
                <a:lnTo>
                  <a:pt x="41" y="544"/>
                </a:lnTo>
                <a:lnTo>
                  <a:pt x="41" y="543"/>
                </a:lnTo>
                <a:lnTo>
                  <a:pt x="40" y="544"/>
                </a:lnTo>
                <a:lnTo>
                  <a:pt x="40" y="544"/>
                </a:lnTo>
                <a:lnTo>
                  <a:pt x="40" y="542"/>
                </a:lnTo>
                <a:lnTo>
                  <a:pt x="40" y="541"/>
                </a:lnTo>
                <a:lnTo>
                  <a:pt x="41" y="539"/>
                </a:lnTo>
                <a:lnTo>
                  <a:pt x="41" y="539"/>
                </a:lnTo>
                <a:lnTo>
                  <a:pt x="40" y="537"/>
                </a:lnTo>
                <a:lnTo>
                  <a:pt x="40" y="534"/>
                </a:lnTo>
                <a:lnTo>
                  <a:pt x="41" y="528"/>
                </a:lnTo>
                <a:lnTo>
                  <a:pt x="41" y="528"/>
                </a:lnTo>
                <a:lnTo>
                  <a:pt x="40" y="511"/>
                </a:lnTo>
                <a:lnTo>
                  <a:pt x="40" y="511"/>
                </a:lnTo>
                <a:lnTo>
                  <a:pt x="40" y="509"/>
                </a:lnTo>
                <a:lnTo>
                  <a:pt x="41" y="508"/>
                </a:lnTo>
                <a:lnTo>
                  <a:pt x="41" y="508"/>
                </a:lnTo>
                <a:lnTo>
                  <a:pt x="41" y="507"/>
                </a:lnTo>
                <a:lnTo>
                  <a:pt x="41" y="506"/>
                </a:lnTo>
                <a:lnTo>
                  <a:pt x="41" y="506"/>
                </a:lnTo>
                <a:lnTo>
                  <a:pt x="40" y="504"/>
                </a:lnTo>
                <a:lnTo>
                  <a:pt x="40" y="504"/>
                </a:lnTo>
                <a:lnTo>
                  <a:pt x="40" y="503"/>
                </a:lnTo>
                <a:lnTo>
                  <a:pt x="40" y="503"/>
                </a:lnTo>
                <a:lnTo>
                  <a:pt x="41" y="502"/>
                </a:lnTo>
                <a:lnTo>
                  <a:pt x="41" y="503"/>
                </a:lnTo>
                <a:lnTo>
                  <a:pt x="42" y="504"/>
                </a:lnTo>
                <a:lnTo>
                  <a:pt x="42" y="504"/>
                </a:lnTo>
                <a:lnTo>
                  <a:pt x="43" y="506"/>
                </a:lnTo>
                <a:lnTo>
                  <a:pt x="43" y="506"/>
                </a:lnTo>
                <a:lnTo>
                  <a:pt x="43" y="508"/>
                </a:lnTo>
                <a:lnTo>
                  <a:pt x="43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8"/>
                </a:lnTo>
                <a:lnTo>
                  <a:pt x="45" y="507"/>
                </a:lnTo>
                <a:lnTo>
                  <a:pt x="45" y="507"/>
                </a:lnTo>
                <a:lnTo>
                  <a:pt x="46" y="507"/>
                </a:lnTo>
                <a:lnTo>
                  <a:pt x="46" y="506"/>
                </a:lnTo>
                <a:lnTo>
                  <a:pt x="46" y="504"/>
                </a:lnTo>
                <a:lnTo>
                  <a:pt x="46" y="504"/>
                </a:lnTo>
                <a:lnTo>
                  <a:pt x="46" y="504"/>
                </a:lnTo>
                <a:lnTo>
                  <a:pt x="45" y="506"/>
                </a:lnTo>
                <a:lnTo>
                  <a:pt x="45" y="507"/>
                </a:lnTo>
                <a:lnTo>
                  <a:pt x="45" y="507"/>
                </a:lnTo>
                <a:lnTo>
                  <a:pt x="45" y="507"/>
                </a:lnTo>
                <a:lnTo>
                  <a:pt x="45" y="502"/>
                </a:lnTo>
                <a:lnTo>
                  <a:pt x="46" y="497"/>
                </a:lnTo>
                <a:lnTo>
                  <a:pt x="46" y="497"/>
                </a:lnTo>
                <a:lnTo>
                  <a:pt x="45" y="498"/>
                </a:lnTo>
                <a:lnTo>
                  <a:pt x="45" y="499"/>
                </a:lnTo>
                <a:lnTo>
                  <a:pt x="45" y="501"/>
                </a:lnTo>
                <a:lnTo>
                  <a:pt x="43" y="502"/>
                </a:lnTo>
                <a:lnTo>
                  <a:pt x="43" y="502"/>
                </a:lnTo>
                <a:lnTo>
                  <a:pt x="42" y="502"/>
                </a:lnTo>
                <a:lnTo>
                  <a:pt x="41" y="502"/>
                </a:lnTo>
                <a:lnTo>
                  <a:pt x="40" y="501"/>
                </a:lnTo>
                <a:lnTo>
                  <a:pt x="40" y="501"/>
                </a:lnTo>
                <a:lnTo>
                  <a:pt x="40" y="493"/>
                </a:lnTo>
                <a:lnTo>
                  <a:pt x="41" y="486"/>
                </a:lnTo>
                <a:lnTo>
                  <a:pt x="41" y="486"/>
                </a:lnTo>
                <a:lnTo>
                  <a:pt x="40" y="479"/>
                </a:lnTo>
                <a:lnTo>
                  <a:pt x="41" y="474"/>
                </a:lnTo>
                <a:lnTo>
                  <a:pt x="41" y="474"/>
                </a:lnTo>
                <a:lnTo>
                  <a:pt x="39" y="474"/>
                </a:lnTo>
                <a:lnTo>
                  <a:pt x="37" y="476"/>
                </a:lnTo>
                <a:lnTo>
                  <a:pt x="37" y="476"/>
                </a:lnTo>
                <a:lnTo>
                  <a:pt x="37" y="476"/>
                </a:lnTo>
                <a:lnTo>
                  <a:pt x="36" y="474"/>
                </a:lnTo>
                <a:lnTo>
                  <a:pt x="36" y="473"/>
                </a:lnTo>
                <a:lnTo>
                  <a:pt x="36" y="473"/>
                </a:lnTo>
                <a:lnTo>
                  <a:pt x="35" y="473"/>
                </a:lnTo>
                <a:lnTo>
                  <a:pt x="35" y="474"/>
                </a:lnTo>
                <a:lnTo>
                  <a:pt x="36" y="476"/>
                </a:lnTo>
                <a:lnTo>
                  <a:pt x="36" y="476"/>
                </a:lnTo>
                <a:lnTo>
                  <a:pt x="35" y="482"/>
                </a:lnTo>
                <a:lnTo>
                  <a:pt x="35" y="482"/>
                </a:lnTo>
                <a:lnTo>
                  <a:pt x="36" y="483"/>
                </a:lnTo>
                <a:lnTo>
                  <a:pt x="36" y="483"/>
                </a:lnTo>
                <a:lnTo>
                  <a:pt x="36" y="483"/>
                </a:lnTo>
                <a:lnTo>
                  <a:pt x="36" y="486"/>
                </a:lnTo>
                <a:lnTo>
                  <a:pt x="35" y="488"/>
                </a:lnTo>
                <a:lnTo>
                  <a:pt x="35" y="488"/>
                </a:lnTo>
                <a:lnTo>
                  <a:pt x="35" y="488"/>
                </a:lnTo>
                <a:lnTo>
                  <a:pt x="36" y="488"/>
                </a:lnTo>
                <a:lnTo>
                  <a:pt x="36" y="488"/>
                </a:lnTo>
                <a:lnTo>
                  <a:pt x="37" y="488"/>
                </a:lnTo>
                <a:lnTo>
                  <a:pt x="37" y="488"/>
                </a:lnTo>
                <a:lnTo>
                  <a:pt x="36" y="492"/>
                </a:lnTo>
                <a:lnTo>
                  <a:pt x="36" y="494"/>
                </a:lnTo>
                <a:lnTo>
                  <a:pt x="36" y="498"/>
                </a:lnTo>
                <a:lnTo>
                  <a:pt x="36" y="501"/>
                </a:lnTo>
                <a:lnTo>
                  <a:pt x="36" y="501"/>
                </a:lnTo>
                <a:lnTo>
                  <a:pt x="35" y="501"/>
                </a:lnTo>
                <a:lnTo>
                  <a:pt x="34" y="502"/>
                </a:lnTo>
                <a:lnTo>
                  <a:pt x="34" y="503"/>
                </a:lnTo>
                <a:lnTo>
                  <a:pt x="33" y="504"/>
                </a:lnTo>
                <a:lnTo>
                  <a:pt x="33" y="504"/>
                </a:lnTo>
                <a:lnTo>
                  <a:pt x="33" y="504"/>
                </a:lnTo>
                <a:lnTo>
                  <a:pt x="34" y="504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6"/>
                </a:lnTo>
                <a:lnTo>
                  <a:pt x="35" y="504"/>
                </a:lnTo>
                <a:lnTo>
                  <a:pt x="35" y="504"/>
                </a:lnTo>
                <a:lnTo>
                  <a:pt x="36" y="503"/>
                </a:lnTo>
                <a:lnTo>
                  <a:pt x="36" y="504"/>
                </a:lnTo>
                <a:lnTo>
                  <a:pt x="36" y="506"/>
                </a:lnTo>
                <a:lnTo>
                  <a:pt x="36" y="506"/>
                </a:lnTo>
                <a:lnTo>
                  <a:pt x="35" y="508"/>
                </a:lnTo>
                <a:lnTo>
                  <a:pt x="34" y="511"/>
                </a:lnTo>
                <a:lnTo>
                  <a:pt x="34" y="511"/>
                </a:lnTo>
                <a:lnTo>
                  <a:pt x="35" y="511"/>
                </a:lnTo>
                <a:lnTo>
                  <a:pt x="35" y="509"/>
                </a:lnTo>
                <a:lnTo>
                  <a:pt x="35" y="508"/>
                </a:lnTo>
                <a:lnTo>
                  <a:pt x="35" y="508"/>
                </a:lnTo>
                <a:lnTo>
                  <a:pt x="36" y="508"/>
                </a:lnTo>
                <a:lnTo>
                  <a:pt x="36" y="509"/>
                </a:lnTo>
                <a:lnTo>
                  <a:pt x="36" y="511"/>
                </a:lnTo>
                <a:lnTo>
                  <a:pt x="36" y="511"/>
                </a:lnTo>
                <a:lnTo>
                  <a:pt x="36" y="516"/>
                </a:lnTo>
                <a:lnTo>
                  <a:pt x="36" y="521"/>
                </a:lnTo>
                <a:lnTo>
                  <a:pt x="36" y="521"/>
                </a:lnTo>
                <a:lnTo>
                  <a:pt x="35" y="521"/>
                </a:lnTo>
                <a:lnTo>
                  <a:pt x="35" y="519"/>
                </a:lnTo>
                <a:lnTo>
                  <a:pt x="35" y="519"/>
                </a:lnTo>
                <a:lnTo>
                  <a:pt x="34" y="519"/>
                </a:lnTo>
                <a:lnTo>
                  <a:pt x="34" y="521"/>
                </a:lnTo>
                <a:lnTo>
                  <a:pt x="36" y="523"/>
                </a:lnTo>
                <a:lnTo>
                  <a:pt x="36" y="523"/>
                </a:lnTo>
                <a:lnTo>
                  <a:pt x="36" y="526"/>
                </a:lnTo>
                <a:lnTo>
                  <a:pt x="35" y="528"/>
                </a:lnTo>
                <a:lnTo>
                  <a:pt x="34" y="529"/>
                </a:lnTo>
                <a:lnTo>
                  <a:pt x="34" y="532"/>
                </a:lnTo>
                <a:lnTo>
                  <a:pt x="34" y="532"/>
                </a:lnTo>
                <a:lnTo>
                  <a:pt x="35" y="532"/>
                </a:lnTo>
                <a:lnTo>
                  <a:pt x="35" y="531"/>
                </a:lnTo>
                <a:lnTo>
                  <a:pt x="35" y="528"/>
                </a:lnTo>
                <a:lnTo>
                  <a:pt x="35" y="528"/>
                </a:lnTo>
                <a:lnTo>
                  <a:pt x="36" y="532"/>
                </a:lnTo>
                <a:lnTo>
                  <a:pt x="36" y="536"/>
                </a:lnTo>
                <a:lnTo>
                  <a:pt x="36" y="536"/>
                </a:lnTo>
                <a:lnTo>
                  <a:pt x="35" y="542"/>
                </a:lnTo>
                <a:lnTo>
                  <a:pt x="35" y="542"/>
                </a:lnTo>
                <a:lnTo>
                  <a:pt x="36" y="543"/>
                </a:lnTo>
                <a:lnTo>
                  <a:pt x="36" y="543"/>
                </a:lnTo>
                <a:lnTo>
                  <a:pt x="35" y="543"/>
                </a:lnTo>
                <a:lnTo>
                  <a:pt x="35" y="543"/>
                </a:lnTo>
                <a:lnTo>
                  <a:pt x="35" y="543"/>
                </a:lnTo>
                <a:lnTo>
                  <a:pt x="36" y="547"/>
                </a:lnTo>
                <a:lnTo>
                  <a:pt x="36" y="547"/>
                </a:lnTo>
                <a:lnTo>
                  <a:pt x="35" y="549"/>
                </a:lnTo>
                <a:lnTo>
                  <a:pt x="34" y="551"/>
                </a:lnTo>
                <a:lnTo>
                  <a:pt x="34" y="551"/>
                </a:lnTo>
                <a:lnTo>
                  <a:pt x="34" y="552"/>
                </a:lnTo>
                <a:lnTo>
                  <a:pt x="35" y="552"/>
                </a:lnTo>
                <a:lnTo>
                  <a:pt x="35" y="552"/>
                </a:lnTo>
                <a:lnTo>
                  <a:pt x="35" y="559"/>
                </a:lnTo>
                <a:lnTo>
                  <a:pt x="34" y="563"/>
                </a:lnTo>
                <a:lnTo>
                  <a:pt x="33" y="566"/>
                </a:lnTo>
                <a:lnTo>
                  <a:pt x="33" y="566"/>
                </a:lnTo>
                <a:lnTo>
                  <a:pt x="34" y="567"/>
                </a:lnTo>
                <a:lnTo>
                  <a:pt x="34" y="566"/>
                </a:lnTo>
                <a:lnTo>
                  <a:pt x="34" y="566"/>
                </a:lnTo>
                <a:lnTo>
                  <a:pt x="34" y="571"/>
                </a:lnTo>
                <a:lnTo>
                  <a:pt x="31" y="574"/>
                </a:lnTo>
                <a:lnTo>
                  <a:pt x="31" y="574"/>
                </a:lnTo>
                <a:lnTo>
                  <a:pt x="34" y="579"/>
                </a:lnTo>
                <a:lnTo>
                  <a:pt x="34" y="579"/>
                </a:lnTo>
                <a:lnTo>
                  <a:pt x="29" y="596"/>
                </a:lnTo>
                <a:lnTo>
                  <a:pt x="29" y="596"/>
                </a:lnTo>
                <a:lnTo>
                  <a:pt x="27" y="598"/>
                </a:lnTo>
                <a:lnTo>
                  <a:pt x="23" y="598"/>
                </a:lnTo>
                <a:lnTo>
                  <a:pt x="23" y="598"/>
                </a:lnTo>
                <a:lnTo>
                  <a:pt x="24" y="606"/>
                </a:lnTo>
                <a:lnTo>
                  <a:pt x="23" y="613"/>
                </a:lnTo>
                <a:lnTo>
                  <a:pt x="23" y="613"/>
                </a:lnTo>
                <a:lnTo>
                  <a:pt x="25" y="614"/>
                </a:lnTo>
                <a:lnTo>
                  <a:pt x="25" y="614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5" y="618"/>
                </a:lnTo>
                <a:lnTo>
                  <a:pt x="27" y="617"/>
                </a:lnTo>
                <a:lnTo>
                  <a:pt x="27" y="617"/>
                </a:lnTo>
                <a:lnTo>
                  <a:pt x="27" y="614"/>
                </a:lnTo>
                <a:lnTo>
                  <a:pt x="25" y="613"/>
                </a:lnTo>
                <a:lnTo>
                  <a:pt x="25" y="612"/>
                </a:lnTo>
                <a:lnTo>
                  <a:pt x="25" y="611"/>
                </a:lnTo>
                <a:lnTo>
                  <a:pt x="25" y="611"/>
                </a:lnTo>
                <a:lnTo>
                  <a:pt x="27" y="613"/>
                </a:lnTo>
                <a:lnTo>
                  <a:pt x="28" y="617"/>
                </a:lnTo>
                <a:lnTo>
                  <a:pt x="28" y="617"/>
                </a:lnTo>
                <a:lnTo>
                  <a:pt x="29" y="614"/>
                </a:lnTo>
                <a:lnTo>
                  <a:pt x="29" y="614"/>
                </a:lnTo>
                <a:lnTo>
                  <a:pt x="29" y="616"/>
                </a:lnTo>
                <a:lnTo>
                  <a:pt x="29" y="616"/>
                </a:lnTo>
                <a:lnTo>
                  <a:pt x="29" y="616"/>
                </a:lnTo>
                <a:lnTo>
                  <a:pt x="28" y="617"/>
                </a:lnTo>
                <a:lnTo>
                  <a:pt x="27" y="618"/>
                </a:lnTo>
                <a:lnTo>
                  <a:pt x="27" y="618"/>
                </a:lnTo>
                <a:lnTo>
                  <a:pt x="27" y="621"/>
                </a:lnTo>
                <a:lnTo>
                  <a:pt x="27" y="621"/>
                </a:lnTo>
                <a:lnTo>
                  <a:pt x="27" y="623"/>
                </a:lnTo>
                <a:lnTo>
                  <a:pt x="27" y="623"/>
                </a:lnTo>
                <a:lnTo>
                  <a:pt x="27" y="624"/>
                </a:lnTo>
                <a:lnTo>
                  <a:pt x="28" y="624"/>
                </a:lnTo>
                <a:lnTo>
                  <a:pt x="28" y="627"/>
                </a:lnTo>
                <a:lnTo>
                  <a:pt x="28" y="627"/>
                </a:lnTo>
                <a:lnTo>
                  <a:pt x="27" y="627"/>
                </a:lnTo>
                <a:lnTo>
                  <a:pt x="27" y="628"/>
                </a:lnTo>
                <a:lnTo>
                  <a:pt x="27" y="631"/>
                </a:lnTo>
                <a:lnTo>
                  <a:pt x="25" y="632"/>
                </a:lnTo>
                <a:lnTo>
                  <a:pt x="25" y="632"/>
                </a:lnTo>
                <a:lnTo>
                  <a:pt x="25" y="632"/>
                </a:lnTo>
                <a:lnTo>
                  <a:pt x="27" y="632"/>
                </a:lnTo>
                <a:lnTo>
                  <a:pt x="28" y="631"/>
                </a:lnTo>
                <a:lnTo>
                  <a:pt x="28" y="632"/>
                </a:lnTo>
                <a:lnTo>
                  <a:pt x="28" y="632"/>
                </a:lnTo>
                <a:lnTo>
                  <a:pt x="28" y="634"/>
                </a:lnTo>
                <a:lnTo>
                  <a:pt x="28" y="634"/>
                </a:lnTo>
                <a:lnTo>
                  <a:pt x="27" y="634"/>
                </a:lnTo>
                <a:lnTo>
                  <a:pt x="27" y="634"/>
                </a:lnTo>
                <a:lnTo>
                  <a:pt x="28" y="636"/>
                </a:lnTo>
                <a:lnTo>
                  <a:pt x="28" y="638"/>
                </a:lnTo>
                <a:lnTo>
                  <a:pt x="29" y="639"/>
                </a:lnTo>
                <a:lnTo>
                  <a:pt x="30" y="639"/>
                </a:lnTo>
                <a:lnTo>
                  <a:pt x="30" y="639"/>
                </a:lnTo>
                <a:lnTo>
                  <a:pt x="30" y="638"/>
                </a:lnTo>
                <a:lnTo>
                  <a:pt x="29" y="637"/>
                </a:lnTo>
                <a:lnTo>
                  <a:pt x="29" y="636"/>
                </a:lnTo>
                <a:lnTo>
                  <a:pt x="29" y="636"/>
                </a:lnTo>
                <a:lnTo>
                  <a:pt x="29" y="636"/>
                </a:lnTo>
                <a:lnTo>
                  <a:pt x="30" y="636"/>
                </a:lnTo>
                <a:lnTo>
                  <a:pt x="30" y="637"/>
                </a:lnTo>
                <a:lnTo>
                  <a:pt x="31" y="639"/>
                </a:lnTo>
                <a:lnTo>
                  <a:pt x="31" y="639"/>
                </a:lnTo>
                <a:lnTo>
                  <a:pt x="33" y="642"/>
                </a:lnTo>
                <a:lnTo>
                  <a:pt x="33" y="642"/>
                </a:lnTo>
                <a:lnTo>
                  <a:pt x="35" y="648"/>
                </a:lnTo>
                <a:lnTo>
                  <a:pt x="35" y="648"/>
                </a:lnTo>
                <a:lnTo>
                  <a:pt x="36" y="651"/>
                </a:lnTo>
                <a:lnTo>
                  <a:pt x="36" y="653"/>
                </a:lnTo>
                <a:lnTo>
                  <a:pt x="36" y="653"/>
                </a:lnTo>
                <a:lnTo>
                  <a:pt x="39" y="657"/>
                </a:lnTo>
                <a:lnTo>
                  <a:pt x="41" y="662"/>
                </a:lnTo>
                <a:lnTo>
                  <a:pt x="41" y="662"/>
                </a:lnTo>
                <a:lnTo>
                  <a:pt x="46" y="664"/>
                </a:lnTo>
                <a:lnTo>
                  <a:pt x="46" y="664"/>
                </a:lnTo>
                <a:lnTo>
                  <a:pt x="45" y="662"/>
                </a:lnTo>
                <a:lnTo>
                  <a:pt x="42" y="661"/>
                </a:lnTo>
                <a:lnTo>
                  <a:pt x="41" y="658"/>
                </a:lnTo>
                <a:lnTo>
                  <a:pt x="40" y="657"/>
                </a:lnTo>
                <a:lnTo>
                  <a:pt x="40" y="657"/>
                </a:lnTo>
                <a:lnTo>
                  <a:pt x="42" y="657"/>
                </a:lnTo>
                <a:lnTo>
                  <a:pt x="43" y="658"/>
                </a:lnTo>
                <a:lnTo>
                  <a:pt x="46" y="662"/>
                </a:lnTo>
                <a:lnTo>
                  <a:pt x="46" y="662"/>
                </a:lnTo>
                <a:lnTo>
                  <a:pt x="47" y="666"/>
                </a:lnTo>
                <a:lnTo>
                  <a:pt x="51" y="669"/>
                </a:lnTo>
                <a:lnTo>
                  <a:pt x="51" y="669"/>
                </a:lnTo>
                <a:lnTo>
                  <a:pt x="51" y="669"/>
                </a:lnTo>
                <a:lnTo>
                  <a:pt x="50" y="669"/>
                </a:lnTo>
                <a:lnTo>
                  <a:pt x="47" y="669"/>
                </a:lnTo>
                <a:lnTo>
                  <a:pt x="47" y="669"/>
                </a:lnTo>
                <a:lnTo>
                  <a:pt x="51" y="671"/>
                </a:lnTo>
                <a:lnTo>
                  <a:pt x="53" y="672"/>
                </a:lnTo>
                <a:lnTo>
                  <a:pt x="53" y="672"/>
                </a:lnTo>
                <a:lnTo>
                  <a:pt x="54" y="673"/>
                </a:lnTo>
                <a:lnTo>
                  <a:pt x="56" y="674"/>
                </a:lnTo>
                <a:lnTo>
                  <a:pt x="58" y="677"/>
                </a:lnTo>
                <a:lnTo>
                  <a:pt x="58" y="677"/>
                </a:lnTo>
                <a:lnTo>
                  <a:pt x="58" y="677"/>
                </a:lnTo>
                <a:lnTo>
                  <a:pt x="57" y="676"/>
                </a:lnTo>
                <a:lnTo>
                  <a:pt x="57" y="674"/>
                </a:lnTo>
                <a:lnTo>
                  <a:pt x="57" y="674"/>
                </a:lnTo>
                <a:lnTo>
                  <a:pt x="57" y="674"/>
                </a:lnTo>
                <a:lnTo>
                  <a:pt x="60" y="676"/>
                </a:lnTo>
                <a:lnTo>
                  <a:pt x="62" y="677"/>
                </a:lnTo>
                <a:lnTo>
                  <a:pt x="63" y="677"/>
                </a:lnTo>
                <a:lnTo>
                  <a:pt x="63" y="677"/>
                </a:lnTo>
                <a:lnTo>
                  <a:pt x="65" y="679"/>
                </a:lnTo>
                <a:lnTo>
                  <a:pt x="66" y="682"/>
                </a:lnTo>
                <a:lnTo>
                  <a:pt x="66" y="682"/>
                </a:lnTo>
                <a:lnTo>
                  <a:pt x="68" y="682"/>
                </a:lnTo>
                <a:lnTo>
                  <a:pt x="69" y="682"/>
                </a:lnTo>
                <a:lnTo>
                  <a:pt x="69" y="681"/>
                </a:lnTo>
                <a:lnTo>
                  <a:pt x="69" y="681"/>
                </a:lnTo>
                <a:lnTo>
                  <a:pt x="71" y="682"/>
                </a:lnTo>
                <a:lnTo>
                  <a:pt x="71" y="682"/>
                </a:lnTo>
                <a:lnTo>
                  <a:pt x="72" y="682"/>
                </a:lnTo>
                <a:lnTo>
                  <a:pt x="72" y="682"/>
                </a:lnTo>
                <a:lnTo>
                  <a:pt x="74" y="682"/>
                </a:lnTo>
                <a:lnTo>
                  <a:pt x="75" y="683"/>
                </a:lnTo>
                <a:lnTo>
                  <a:pt x="76" y="686"/>
                </a:lnTo>
                <a:lnTo>
                  <a:pt x="76" y="686"/>
                </a:lnTo>
                <a:lnTo>
                  <a:pt x="76" y="686"/>
                </a:lnTo>
                <a:lnTo>
                  <a:pt x="76" y="684"/>
                </a:lnTo>
                <a:lnTo>
                  <a:pt x="75" y="683"/>
                </a:lnTo>
                <a:lnTo>
                  <a:pt x="76" y="683"/>
                </a:lnTo>
                <a:lnTo>
                  <a:pt x="76" y="683"/>
                </a:lnTo>
                <a:lnTo>
                  <a:pt x="80" y="684"/>
                </a:lnTo>
                <a:lnTo>
                  <a:pt x="83" y="686"/>
                </a:lnTo>
                <a:lnTo>
                  <a:pt x="89" y="687"/>
                </a:lnTo>
                <a:lnTo>
                  <a:pt x="89" y="687"/>
                </a:lnTo>
                <a:lnTo>
                  <a:pt x="91" y="686"/>
                </a:lnTo>
                <a:lnTo>
                  <a:pt x="92" y="686"/>
                </a:lnTo>
                <a:lnTo>
                  <a:pt x="92" y="686"/>
                </a:lnTo>
                <a:lnTo>
                  <a:pt x="92" y="687"/>
                </a:lnTo>
                <a:lnTo>
                  <a:pt x="92" y="687"/>
                </a:lnTo>
                <a:lnTo>
                  <a:pt x="93" y="688"/>
                </a:lnTo>
                <a:lnTo>
                  <a:pt x="94" y="688"/>
                </a:lnTo>
                <a:lnTo>
                  <a:pt x="94" y="688"/>
                </a:lnTo>
                <a:lnTo>
                  <a:pt x="97" y="687"/>
                </a:lnTo>
                <a:lnTo>
                  <a:pt x="98" y="687"/>
                </a:lnTo>
                <a:lnTo>
                  <a:pt x="98" y="686"/>
                </a:lnTo>
                <a:lnTo>
                  <a:pt x="98" y="686"/>
                </a:lnTo>
                <a:lnTo>
                  <a:pt x="99" y="686"/>
                </a:lnTo>
                <a:lnTo>
                  <a:pt x="99" y="686"/>
                </a:lnTo>
                <a:lnTo>
                  <a:pt x="100" y="687"/>
                </a:lnTo>
                <a:lnTo>
                  <a:pt x="100" y="687"/>
                </a:lnTo>
                <a:lnTo>
                  <a:pt x="100" y="686"/>
                </a:lnTo>
                <a:lnTo>
                  <a:pt x="100" y="686"/>
                </a:lnTo>
                <a:lnTo>
                  <a:pt x="100" y="684"/>
                </a:lnTo>
                <a:lnTo>
                  <a:pt x="100" y="684"/>
                </a:lnTo>
                <a:lnTo>
                  <a:pt x="100" y="684"/>
                </a:lnTo>
                <a:lnTo>
                  <a:pt x="110" y="684"/>
                </a:lnTo>
                <a:lnTo>
                  <a:pt x="117" y="683"/>
                </a:lnTo>
                <a:lnTo>
                  <a:pt x="117" y="683"/>
                </a:lnTo>
                <a:lnTo>
                  <a:pt x="120" y="683"/>
                </a:lnTo>
                <a:lnTo>
                  <a:pt x="120" y="683"/>
                </a:lnTo>
                <a:lnTo>
                  <a:pt x="121" y="682"/>
                </a:lnTo>
                <a:lnTo>
                  <a:pt x="124" y="682"/>
                </a:lnTo>
                <a:lnTo>
                  <a:pt x="124" y="682"/>
                </a:lnTo>
                <a:lnTo>
                  <a:pt x="126" y="682"/>
                </a:lnTo>
                <a:lnTo>
                  <a:pt x="127" y="682"/>
                </a:lnTo>
                <a:lnTo>
                  <a:pt x="127" y="682"/>
                </a:lnTo>
                <a:lnTo>
                  <a:pt x="134" y="681"/>
                </a:lnTo>
                <a:lnTo>
                  <a:pt x="134" y="681"/>
                </a:lnTo>
                <a:lnTo>
                  <a:pt x="138" y="679"/>
                </a:lnTo>
                <a:lnTo>
                  <a:pt x="143" y="679"/>
                </a:lnTo>
                <a:lnTo>
                  <a:pt x="146" y="681"/>
                </a:lnTo>
                <a:lnTo>
                  <a:pt x="149" y="683"/>
                </a:lnTo>
                <a:lnTo>
                  <a:pt x="149" y="683"/>
                </a:lnTo>
                <a:lnTo>
                  <a:pt x="150" y="686"/>
                </a:lnTo>
                <a:lnTo>
                  <a:pt x="151" y="687"/>
                </a:lnTo>
                <a:lnTo>
                  <a:pt x="151" y="687"/>
                </a:lnTo>
                <a:lnTo>
                  <a:pt x="151" y="688"/>
                </a:lnTo>
                <a:lnTo>
                  <a:pt x="149" y="688"/>
                </a:lnTo>
                <a:lnTo>
                  <a:pt x="149" y="688"/>
                </a:lnTo>
                <a:lnTo>
                  <a:pt x="150" y="689"/>
                </a:lnTo>
                <a:lnTo>
                  <a:pt x="150" y="691"/>
                </a:lnTo>
                <a:lnTo>
                  <a:pt x="150" y="693"/>
                </a:lnTo>
                <a:lnTo>
                  <a:pt x="152" y="693"/>
                </a:lnTo>
                <a:lnTo>
                  <a:pt x="152" y="693"/>
                </a:lnTo>
                <a:lnTo>
                  <a:pt x="151" y="694"/>
                </a:lnTo>
                <a:lnTo>
                  <a:pt x="150" y="696"/>
                </a:lnTo>
                <a:lnTo>
                  <a:pt x="150" y="698"/>
                </a:lnTo>
                <a:lnTo>
                  <a:pt x="150" y="698"/>
                </a:lnTo>
                <a:lnTo>
                  <a:pt x="149" y="698"/>
                </a:lnTo>
                <a:lnTo>
                  <a:pt x="147" y="698"/>
                </a:lnTo>
                <a:lnTo>
                  <a:pt x="147" y="699"/>
                </a:lnTo>
                <a:lnTo>
                  <a:pt x="147" y="699"/>
                </a:lnTo>
                <a:lnTo>
                  <a:pt x="138" y="699"/>
                </a:lnTo>
                <a:lnTo>
                  <a:pt x="128" y="701"/>
                </a:lnTo>
                <a:lnTo>
                  <a:pt x="128" y="701"/>
                </a:lnTo>
                <a:lnTo>
                  <a:pt x="124" y="699"/>
                </a:lnTo>
                <a:lnTo>
                  <a:pt x="124" y="699"/>
                </a:lnTo>
                <a:lnTo>
                  <a:pt x="120" y="701"/>
                </a:lnTo>
                <a:lnTo>
                  <a:pt x="120" y="701"/>
                </a:lnTo>
                <a:lnTo>
                  <a:pt x="117" y="701"/>
                </a:lnTo>
                <a:lnTo>
                  <a:pt x="117" y="701"/>
                </a:lnTo>
                <a:lnTo>
                  <a:pt x="114" y="702"/>
                </a:lnTo>
                <a:lnTo>
                  <a:pt x="112" y="702"/>
                </a:lnTo>
                <a:lnTo>
                  <a:pt x="111" y="701"/>
                </a:lnTo>
                <a:lnTo>
                  <a:pt x="111" y="701"/>
                </a:lnTo>
                <a:lnTo>
                  <a:pt x="111" y="702"/>
                </a:lnTo>
                <a:lnTo>
                  <a:pt x="110" y="702"/>
                </a:lnTo>
                <a:lnTo>
                  <a:pt x="110" y="702"/>
                </a:lnTo>
                <a:lnTo>
                  <a:pt x="104" y="702"/>
                </a:lnTo>
                <a:lnTo>
                  <a:pt x="104" y="702"/>
                </a:lnTo>
                <a:lnTo>
                  <a:pt x="101" y="701"/>
                </a:lnTo>
                <a:lnTo>
                  <a:pt x="101" y="701"/>
                </a:lnTo>
                <a:lnTo>
                  <a:pt x="99" y="702"/>
                </a:lnTo>
                <a:lnTo>
                  <a:pt x="99" y="702"/>
                </a:lnTo>
                <a:lnTo>
                  <a:pt x="97" y="702"/>
                </a:lnTo>
                <a:lnTo>
                  <a:pt x="94" y="701"/>
                </a:lnTo>
                <a:lnTo>
                  <a:pt x="94" y="701"/>
                </a:lnTo>
                <a:lnTo>
                  <a:pt x="91" y="702"/>
                </a:lnTo>
                <a:lnTo>
                  <a:pt x="91" y="702"/>
                </a:lnTo>
                <a:lnTo>
                  <a:pt x="87" y="702"/>
                </a:lnTo>
                <a:lnTo>
                  <a:pt x="82" y="701"/>
                </a:lnTo>
                <a:lnTo>
                  <a:pt x="82" y="701"/>
                </a:lnTo>
                <a:lnTo>
                  <a:pt x="81" y="701"/>
                </a:lnTo>
                <a:lnTo>
                  <a:pt x="80" y="701"/>
                </a:lnTo>
                <a:lnTo>
                  <a:pt x="80" y="701"/>
                </a:lnTo>
                <a:lnTo>
                  <a:pt x="71" y="698"/>
                </a:lnTo>
                <a:lnTo>
                  <a:pt x="59" y="694"/>
                </a:lnTo>
                <a:lnTo>
                  <a:pt x="59" y="694"/>
                </a:lnTo>
                <a:lnTo>
                  <a:pt x="59" y="693"/>
                </a:lnTo>
                <a:lnTo>
                  <a:pt x="60" y="692"/>
                </a:lnTo>
                <a:lnTo>
                  <a:pt x="60" y="692"/>
                </a:lnTo>
                <a:lnTo>
                  <a:pt x="59" y="691"/>
                </a:lnTo>
                <a:lnTo>
                  <a:pt x="59" y="691"/>
                </a:lnTo>
                <a:lnTo>
                  <a:pt x="58" y="691"/>
                </a:lnTo>
                <a:lnTo>
                  <a:pt x="58" y="692"/>
                </a:lnTo>
                <a:lnTo>
                  <a:pt x="58" y="692"/>
                </a:lnTo>
                <a:lnTo>
                  <a:pt x="57" y="693"/>
                </a:lnTo>
                <a:lnTo>
                  <a:pt x="57" y="693"/>
                </a:lnTo>
                <a:lnTo>
                  <a:pt x="43" y="682"/>
                </a:lnTo>
                <a:lnTo>
                  <a:pt x="43" y="682"/>
                </a:lnTo>
                <a:lnTo>
                  <a:pt x="45" y="682"/>
                </a:lnTo>
                <a:lnTo>
                  <a:pt x="46" y="683"/>
                </a:lnTo>
                <a:lnTo>
                  <a:pt x="46" y="683"/>
                </a:lnTo>
                <a:lnTo>
                  <a:pt x="45" y="682"/>
                </a:lnTo>
                <a:lnTo>
                  <a:pt x="43" y="681"/>
                </a:lnTo>
                <a:lnTo>
                  <a:pt x="41" y="682"/>
                </a:lnTo>
                <a:lnTo>
                  <a:pt x="41" y="682"/>
                </a:lnTo>
                <a:lnTo>
                  <a:pt x="40" y="681"/>
                </a:lnTo>
                <a:lnTo>
                  <a:pt x="41" y="679"/>
                </a:lnTo>
                <a:lnTo>
                  <a:pt x="42" y="679"/>
                </a:lnTo>
                <a:lnTo>
                  <a:pt x="41" y="679"/>
                </a:lnTo>
                <a:lnTo>
                  <a:pt x="41" y="679"/>
                </a:lnTo>
                <a:lnTo>
                  <a:pt x="40" y="678"/>
                </a:lnTo>
                <a:lnTo>
                  <a:pt x="39" y="678"/>
                </a:lnTo>
                <a:lnTo>
                  <a:pt x="39" y="678"/>
                </a:lnTo>
                <a:lnTo>
                  <a:pt x="35" y="673"/>
                </a:lnTo>
                <a:lnTo>
                  <a:pt x="35" y="673"/>
                </a:lnTo>
                <a:lnTo>
                  <a:pt x="35" y="672"/>
                </a:lnTo>
                <a:lnTo>
                  <a:pt x="36" y="672"/>
                </a:lnTo>
                <a:lnTo>
                  <a:pt x="35" y="669"/>
                </a:lnTo>
                <a:lnTo>
                  <a:pt x="35" y="669"/>
                </a:lnTo>
                <a:lnTo>
                  <a:pt x="34" y="669"/>
                </a:lnTo>
                <a:lnTo>
                  <a:pt x="34" y="671"/>
                </a:lnTo>
                <a:lnTo>
                  <a:pt x="34" y="671"/>
                </a:lnTo>
                <a:lnTo>
                  <a:pt x="31" y="669"/>
                </a:lnTo>
                <a:lnTo>
                  <a:pt x="31" y="669"/>
                </a:lnTo>
                <a:lnTo>
                  <a:pt x="31" y="668"/>
                </a:lnTo>
                <a:lnTo>
                  <a:pt x="31" y="668"/>
                </a:lnTo>
                <a:lnTo>
                  <a:pt x="33" y="668"/>
                </a:lnTo>
                <a:lnTo>
                  <a:pt x="33" y="667"/>
                </a:lnTo>
                <a:lnTo>
                  <a:pt x="33" y="667"/>
                </a:lnTo>
                <a:lnTo>
                  <a:pt x="33" y="666"/>
                </a:lnTo>
                <a:lnTo>
                  <a:pt x="31" y="664"/>
                </a:lnTo>
                <a:lnTo>
                  <a:pt x="31" y="664"/>
                </a:lnTo>
                <a:lnTo>
                  <a:pt x="30" y="663"/>
                </a:lnTo>
                <a:lnTo>
                  <a:pt x="29" y="664"/>
                </a:lnTo>
                <a:lnTo>
                  <a:pt x="28" y="666"/>
                </a:lnTo>
                <a:lnTo>
                  <a:pt x="28" y="666"/>
                </a:lnTo>
                <a:lnTo>
                  <a:pt x="24" y="659"/>
                </a:lnTo>
                <a:lnTo>
                  <a:pt x="24" y="659"/>
                </a:lnTo>
                <a:lnTo>
                  <a:pt x="25" y="659"/>
                </a:lnTo>
                <a:lnTo>
                  <a:pt x="27" y="659"/>
                </a:lnTo>
                <a:lnTo>
                  <a:pt x="27" y="659"/>
                </a:lnTo>
                <a:lnTo>
                  <a:pt x="25" y="657"/>
                </a:lnTo>
                <a:lnTo>
                  <a:pt x="24" y="656"/>
                </a:lnTo>
                <a:lnTo>
                  <a:pt x="23" y="657"/>
                </a:lnTo>
                <a:lnTo>
                  <a:pt x="23" y="657"/>
                </a:lnTo>
                <a:lnTo>
                  <a:pt x="21" y="651"/>
                </a:lnTo>
                <a:lnTo>
                  <a:pt x="22" y="647"/>
                </a:lnTo>
                <a:lnTo>
                  <a:pt x="22" y="647"/>
                </a:lnTo>
                <a:lnTo>
                  <a:pt x="21" y="644"/>
                </a:lnTo>
                <a:lnTo>
                  <a:pt x="19" y="643"/>
                </a:lnTo>
                <a:lnTo>
                  <a:pt x="21" y="643"/>
                </a:lnTo>
                <a:lnTo>
                  <a:pt x="21" y="643"/>
                </a:lnTo>
                <a:lnTo>
                  <a:pt x="19" y="642"/>
                </a:lnTo>
                <a:lnTo>
                  <a:pt x="19" y="643"/>
                </a:lnTo>
                <a:lnTo>
                  <a:pt x="18" y="643"/>
                </a:lnTo>
                <a:lnTo>
                  <a:pt x="18" y="641"/>
                </a:lnTo>
                <a:lnTo>
                  <a:pt x="18" y="641"/>
                </a:lnTo>
                <a:lnTo>
                  <a:pt x="18" y="643"/>
                </a:lnTo>
                <a:lnTo>
                  <a:pt x="18" y="643"/>
                </a:lnTo>
                <a:lnTo>
                  <a:pt x="16" y="639"/>
                </a:lnTo>
                <a:lnTo>
                  <a:pt x="16" y="639"/>
                </a:lnTo>
                <a:lnTo>
                  <a:pt x="16" y="637"/>
                </a:lnTo>
                <a:lnTo>
                  <a:pt x="17" y="637"/>
                </a:lnTo>
                <a:lnTo>
                  <a:pt x="17" y="637"/>
                </a:lnTo>
                <a:lnTo>
                  <a:pt x="17" y="634"/>
                </a:lnTo>
                <a:lnTo>
                  <a:pt x="16" y="634"/>
                </a:lnTo>
                <a:lnTo>
                  <a:pt x="14" y="633"/>
                </a:lnTo>
                <a:lnTo>
                  <a:pt x="14" y="632"/>
                </a:lnTo>
                <a:lnTo>
                  <a:pt x="16" y="632"/>
                </a:lnTo>
                <a:lnTo>
                  <a:pt x="16" y="632"/>
                </a:lnTo>
                <a:lnTo>
                  <a:pt x="14" y="629"/>
                </a:lnTo>
                <a:lnTo>
                  <a:pt x="14" y="628"/>
                </a:lnTo>
                <a:lnTo>
                  <a:pt x="14" y="628"/>
                </a:lnTo>
                <a:lnTo>
                  <a:pt x="14" y="626"/>
                </a:lnTo>
                <a:lnTo>
                  <a:pt x="16" y="624"/>
                </a:lnTo>
                <a:lnTo>
                  <a:pt x="16" y="624"/>
                </a:lnTo>
                <a:lnTo>
                  <a:pt x="14" y="623"/>
                </a:lnTo>
                <a:lnTo>
                  <a:pt x="13" y="621"/>
                </a:lnTo>
                <a:lnTo>
                  <a:pt x="13" y="621"/>
                </a:lnTo>
                <a:lnTo>
                  <a:pt x="13" y="617"/>
                </a:lnTo>
                <a:lnTo>
                  <a:pt x="13" y="617"/>
                </a:lnTo>
                <a:lnTo>
                  <a:pt x="13" y="618"/>
                </a:lnTo>
                <a:lnTo>
                  <a:pt x="13" y="619"/>
                </a:lnTo>
                <a:lnTo>
                  <a:pt x="13" y="619"/>
                </a:lnTo>
                <a:lnTo>
                  <a:pt x="12" y="617"/>
                </a:lnTo>
                <a:lnTo>
                  <a:pt x="12" y="613"/>
                </a:lnTo>
                <a:lnTo>
                  <a:pt x="12" y="613"/>
                </a:lnTo>
                <a:lnTo>
                  <a:pt x="12" y="606"/>
                </a:lnTo>
                <a:lnTo>
                  <a:pt x="12" y="606"/>
                </a:lnTo>
                <a:lnTo>
                  <a:pt x="14" y="603"/>
                </a:lnTo>
                <a:lnTo>
                  <a:pt x="18" y="601"/>
                </a:lnTo>
                <a:lnTo>
                  <a:pt x="18" y="601"/>
                </a:lnTo>
                <a:lnTo>
                  <a:pt x="17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7"/>
                </a:lnTo>
                <a:lnTo>
                  <a:pt x="16" y="598"/>
                </a:lnTo>
                <a:lnTo>
                  <a:pt x="14" y="597"/>
                </a:lnTo>
                <a:lnTo>
                  <a:pt x="13" y="597"/>
                </a:lnTo>
                <a:lnTo>
                  <a:pt x="13" y="598"/>
                </a:lnTo>
                <a:lnTo>
                  <a:pt x="13" y="598"/>
                </a:lnTo>
                <a:lnTo>
                  <a:pt x="12" y="597"/>
                </a:lnTo>
                <a:lnTo>
                  <a:pt x="12" y="594"/>
                </a:lnTo>
                <a:lnTo>
                  <a:pt x="12" y="594"/>
                </a:lnTo>
                <a:lnTo>
                  <a:pt x="10" y="594"/>
                </a:lnTo>
                <a:lnTo>
                  <a:pt x="10" y="594"/>
                </a:lnTo>
                <a:lnTo>
                  <a:pt x="10" y="588"/>
                </a:lnTo>
                <a:lnTo>
                  <a:pt x="11" y="581"/>
                </a:lnTo>
                <a:lnTo>
                  <a:pt x="12" y="569"/>
                </a:lnTo>
                <a:lnTo>
                  <a:pt x="12" y="569"/>
                </a:lnTo>
                <a:lnTo>
                  <a:pt x="12" y="569"/>
                </a:lnTo>
                <a:lnTo>
                  <a:pt x="13" y="572"/>
                </a:lnTo>
                <a:lnTo>
                  <a:pt x="12" y="576"/>
                </a:lnTo>
                <a:lnTo>
                  <a:pt x="12" y="576"/>
                </a:lnTo>
                <a:lnTo>
                  <a:pt x="12" y="579"/>
                </a:lnTo>
                <a:lnTo>
                  <a:pt x="12" y="582"/>
                </a:lnTo>
                <a:lnTo>
                  <a:pt x="12" y="582"/>
                </a:lnTo>
                <a:lnTo>
                  <a:pt x="13" y="579"/>
                </a:lnTo>
                <a:lnTo>
                  <a:pt x="14" y="578"/>
                </a:lnTo>
                <a:lnTo>
                  <a:pt x="14" y="578"/>
                </a:lnTo>
                <a:lnTo>
                  <a:pt x="14" y="577"/>
                </a:lnTo>
                <a:lnTo>
                  <a:pt x="14" y="576"/>
                </a:lnTo>
                <a:lnTo>
                  <a:pt x="13" y="576"/>
                </a:lnTo>
                <a:lnTo>
                  <a:pt x="13" y="574"/>
                </a:lnTo>
                <a:lnTo>
                  <a:pt x="14" y="574"/>
                </a:lnTo>
                <a:lnTo>
                  <a:pt x="14" y="574"/>
                </a:lnTo>
                <a:lnTo>
                  <a:pt x="14" y="571"/>
                </a:lnTo>
                <a:lnTo>
                  <a:pt x="17" y="568"/>
                </a:lnTo>
                <a:lnTo>
                  <a:pt x="17" y="568"/>
                </a:lnTo>
                <a:lnTo>
                  <a:pt x="16" y="568"/>
                </a:lnTo>
                <a:lnTo>
                  <a:pt x="16" y="567"/>
                </a:lnTo>
                <a:lnTo>
                  <a:pt x="16" y="563"/>
                </a:lnTo>
                <a:lnTo>
                  <a:pt x="16" y="563"/>
                </a:lnTo>
                <a:lnTo>
                  <a:pt x="17" y="562"/>
                </a:lnTo>
                <a:lnTo>
                  <a:pt x="18" y="562"/>
                </a:lnTo>
                <a:lnTo>
                  <a:pt x="18" y="562"/>
                </a:lnTo>
                <a:lnTo>
                  <a:pt x="18" y="561"/>
                </a:lnTo>
                <a:lnTo>
                  <a:pt x="17" y="561"/>
                </a:lnTo>
                <a:lnTo>
                  <a:pt x="17" y="561"/>
                </a:lnTo>
                <a:lnTo>
                  <a:pt x="16" y="561"/>
                </a:lnTo>
                <a:lnTo>
                  <a:pt x="16" y="561"/>
                </a:lnTo>
                <a:lnTo>
                  <a:pt x="17" y="558"/>
                </a:lnTo>
                <a:lnTo>
                  <a:pt x="16" y="557"/>
                </a:lnTo>
                <a:lnTo>
                  <a:pt x="14" y="557"/>
                </a:lnTo>
                <a:lnTo>
                  <a:pt x="14" y="557"/>
                </a:lnTo>
                <a:lnTo>
                  <a:pt x="16" y="551"/>
                </a:lnTo>
                <a:lnTo>
                  <a:pt x="17" y="546"/>
                </a:lnTo>
                <a:lnTo>
                  <a:pt x="17" y="546"/>
                </a:lnTo>
                <a:lnTo>
                  <a:pt x="17" y="547"/>
                </a:lnTo>
                <a:lnTo>
                  <a:pt x="17" y="549"/>
                </a:lnTo>
                <a:lnTo>
                  <a:pt x="16" y="554"/>
                </a:lnTo>
                <a:lnTo>
                  <a:pt x="16" y="554"/>
                </a:lnTo>
                <a:lnTo>
                  <a:pt x="17" y="556"/>
                </a:lnTo>
                <a:lnTo>
                  <a:pt x="19" y="557"/>
                </a:lnTo>
                <a:lnTo>
                  <a:pt x="19" y="557"/>
                </a:lnTo>
                <a:lnTo>
                  <a:pt x="19" y="556"/>
                </a:lnTo>
                <a:lnTo>
                  <a:pt x="17" y="554"/>
                </a:lnTo>
                <a:lnTo>
                  <a:pt x="17" y="554"/>
                </a:lnTo>
                <a:lnTo>
                  <a:pt x="18" y="553"/>
                </a:lnTo>
                <a:lnTo>
                  <a:pt x="18" y="552"/>
                </a:lnTo>
                <a:lnTo>
                  <a:pt x="18" y="547"/>
                </a:lnTo>
                <a:lnTo>
                  <a:pt x="18" y="547"/>
                </a:lnTo>
                <a:lnTo>
                  <a:pt x="19" y="548"/>
                </a:lnTo>
                <a:lnTo>
                  <a:pt x="19" y="548"/>
                </a:lnTo>
                <a:lnTo>
                  <a:pt x="19" y="548"/>
                </a:lnTo>
                <a:lnTo>
                  <a:pt x="19" y="533"/>
                </a:lnTo>
                <a:lnTo>
                  <a:pt x="19" y="533"/>
                </a:lnTo>
                <a:lnTo>
                  <a:pt x="21" y="532"/>
                </a:lnTo>
                <a:lnTo>
                  <a:pt x="21" y="533"/>
                </a:lnTo>
                <a:lnTo>
                  <a:pt x="22" y="533"/>
                </a:lnTo>
                <a:lnTo>
                  <a:pt x="22" y="532"/>
                </a:lnTo>
                <a:lnTo>
                  <a:pt x="22" y="532"/>
                </a:lnTo>
                <a:lnTo>
                  <a:pt x="22" y="532"/>
                </a:lnTo>
                <a:lnTo>
                  <a:pt x="21" y="532"/>
                </a:lnTo>
                <a:lnTo>
                  <a:pt x="21" y="532"/>
                </a:lnTo>
                <a:lnTo>
                  <a:pt x="21" y="529"/>
                </a:lnTo>
                <a:lnTo>
                  <a:pt x="21" y="529"/>
                </a:lnTo>
                <a:lnTo>
                  <a:pt x="21" y="529"/>
                </a:lnTo>
                <a:lnTo>
                  <a:pt x="22" y="531"/>
                </a:lnTo>
                <a:lnTo>
                  <a:pt x="23" y="532"/>
                </a:lnTo>
                <a:lnTo>
                  <a:pt x="23" y="532"/>
                </a:lnTo>
                <a:lnTo>
                  <a:pt x="24" y="532"/>
                </a:lnTo>
                <a:lnTo>
                  <a:pt x="24" y="531"/>
                </a:lnTo>
                <a:lnTo>
                  <a:pt x="23" y="529"/>
                </a:lnTo>
                <a:lnTo>
                  <a:pt x="22" y="529"/>
                </a:lnTo>
                <a:lnTo>
                  <a:pt x="22" y="529"/>
                </a:lnTo>
                <a:lnTo>
                  <a:pt x="22" y="528"/>
                </a:lnTo>
                <a:lnTo>
                  <a:pt x="21" y="528"/>
                </a:lnTo>
                <a:lnTo>
                  <a:pt x="21" y="528"/>
                </a:lnTo>
                <a:lnTo>
                  <a:pt x="22" y="508"/>
                </a:lnTo>
                <a:lnTo>
                  <a:pt x="22" y="497"/>
                </a:lnTo>
                <a:lnTo>
                  <a:pt x="22" y="488"/>
                </a:lnTo>
                <a:lnTo>
                  <a:pt x="22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8"/>
                </a:lnTo>
                <a:lnTo>
                  <a:pt x="21" y="482"/>
                </a:lnTo>
                <a:lnTo>
                  <a:pt x="21" y="482"/>
                </a:lnTo>
                <a:lnTo>
                  <a:pt x="22" y="482"/>
                </a:lnTo>
                <a:lnTo>
                  <a:pt x="22" y="482"/>
                </a:lnTo>
                <a:lnTo>
                  <a:pt x="22" y="482"/>
                </a:lnTo>
                <a:lnTo>
                  <a:pt x="23" y="482"/>
                </a:lnTo>
                <a:lnTo>
                  <a:pt x="23" y="482"/>
                </a:lnTo>
                <a:lnTo>
                  <a:pt x="23" y="479"/>
                </a:lnTo>
                <a:lnTo>
                  <a:pt x="23" y="479"/>
                </a:lnTo>
                <a:lnTo>
                  <a:pt x="23" y="479"/>
                </a:lnTo>
                <a:lnTo>
                  <a:pt x="23" y="478"/>
                </a:lnTo>
                <a:lnTo>
                  <a:pt x="24" y="479"/>
                </a:lnTo>
                <a:lnTo>
                  <a:pt x="24" y="482"/>
                </a:lnTo>
                <a:lnTo>
                  <a:pt x="24" y="482"/>
                </a:lnTo>
                <a:lnTo>
                  <a:pt x="27" y="476"/>
                </a:lnTo>
                <a:lnTo>
                  <a:pt x="27" y="476"/>
                </a:lnTo>
                <a:lnTo>
                  <a:pt x="24" y="473"/>
                </a:lnTo>
                <a:lnTo>
                  <a:pt x="22" y="471"/>
                </a:lnTo>
                <a:lnTo>
                  <a:pt x="22" y="471"/>
                </a:lnTo>
                <a:lnTo>
                  <a:pt x="22" y="468"/>
                </a:lnTo>
                <a:lnTo>
                  <a:pt x="24" y="468"/>
                </a:lnTo>
                <a:lnTo>
                  <a:pt x="24" y="468"/>
                </a:lnTo>
                <a:lnTo>
                  <a:pt x="23" y="465"/>
                </a:lnTo>
                <a:lnTo>
                  <a:pt x="23" y="463"/>
                </a:lnTo>
                <a:lnTo>
                  <a:pt x="24" y="455"/>
                </a:lnTo>
                <a:lnTo>
                  <a:pt x="24" y="455"/>
                </a:lnTo>
                <a:lnTo>
                  <a:pt x="25" y="454"/>
                </a:lnTo>
                <a:lnTo>
                  <a:pt x="25" y="454"/>
                </a:lnTo>
                <a:lnTo>
                  <a:pt x="25" y="454"/>
                </a:lnTo>
                <a:lnTo>
                  <a:pt x="24" y="453"/>
                </a:lnTo>
                <a:lnTo>
                  <a:pt x="24" y="453"/>
                </a:lnTo>
                <a:lnTo>
                  <a:pt x="24" y="449"/>
                </a:lnTo>
                <a:lnTo>
                  <a:pt x="24" y="444"/>
                </a:lnTo>
                <a:lnTo>
                  <a:pt x="24" y="444"/>
                </a:lnTo>
                <a:lnTo>
                  <a:pt x="25" y="437"/>
                </a:lnTo>
                <a:lnTo>
                  <a:pt x="27" y="429"/>
                </a:lnTo>
                <a:lnTo>
                  <a:pt x="27" y="429"/>
                </a:lnTo>
                <a:lnTo>
                  <a:pt x="27" y="425"/>
                </a:lnTo>
                <a:lnTo>
                  <a:pt x="27" y="424"/>
                </a:lnTo>
                <a:lnTo>
                  <a:pt x="27" y="423"/>
                </a:lnTo>
                <a:lnTo>
                  <a:pt x="27" y="423"/>
                </a:lnTo>
                <a:lnTo>
                  <a:pt x="25" y="422"/>
                </a:lnTo>
                <a:lnTo>
                  <a:pt x="25" y="422"/>
                </a:lnTo>
                <a:lnTo>
                  <a:pt x="27" y="420"/>
                </a:lnTo>
                <a:lnTo>
                  <a:pt x="28" y="419"/>
                </a:lnTo>
                <a:lnTo>
                  <a:pt x="28" y="419"/>
                </a:lnTo>
                <a:lnTo>
                  <a:pt x="27" y="415"/>
                </a:lnTo>
                <a:lnTo>
                  <a:pt x="27" y="410"/>
                </a:lnTo>
                <a:lnTo>
                  <a:pt x="28" y="400"/>
                </a:lnTo>
                <a:lnTo>
                  <a:pt x="28" y="400"/>
                </a:lnTo>
                <a:lnTo>
                  <a:pt x="28" y="399"/>
                </a:lnTo>
                <a:lnTo>
                  <a:pt x="29" y="400"/>
                </a:lnTo>
                <a:lnTo>
                  <a:pt x="29" y="400"/>
                </a:lnTo>
                <a:lnTo>
                  <a:pt x="30" y="400"/>
                </a:lnTo>
                <a:lnTo>
                  <a:pt x="30" y="400"/>
                </a:lnTo>
                <a:lnTo>
                  <a:pt x="30" y="399"/>
                </a:lnTo>
                <a:lnTo>
                  <a:pt x="29" y="398"/>
                </a:lnTo>
                <a:lnTo>
                  <a:pt x="28" y="397"/>
                </a:lnTo>
                <a:lnTo>
                  <a:pt x="28" y="394"/>
                </a:lnTo>
                <a:lnTo>
                  <a:pt x="28" y="394"/>
                </a:lnTo>
                <a:lnTo>
                  <a:pt x="29" y="395"/>
                </a:lnTo>
                <a:lnTo>
                  <a:pt x="31" y="395"/>
                </a:lnTo>
                <a:lnTo>
                  <a:pt x="31" y="395"/>
                </a:lnTo>
                <a:lnTo>
                  <a:pt x="31" y="394"/>
                </a:lnTo>
                <a:lnTo>
                  <a:pt x="30" y="394"/>
                </a:lnTo>
                <a:lnTo>
                  <a:pt x="30" y="393"/>
                </a:lnTo>
                <a:lnTo>
                  <a:pt x="30" y="392"/>
                </a:lnTo>
                <a:lnTo>
                  <a:pt x="30" y="392"/>
                </a:lnTo>
                <a:lnTo>
                  <a:pt x="31" y="393"/>
                </a:lnTo>
                <a:lnTo>
                  <a:pt x="31" y="394"/>
                </a:lnTo>
                <a:lnTo>
                  <a:pt x="33" y="395"/>
                </a:lnTo>
                <a:lnTo>
                  <a:pt x="33" y="395"/>
                </a:lnTo>
                <a:lnTo>
                  <a:pt x="33" y="394"/>
                </a:lnTo>
                <a:lnTo>
                  <a:pt x="31" y="393"/>
                </a:lnTo>
                <a:lnTo>
                  <a:pt x="31" y="390"/>
                </a:lnTo>
                <a:lnTo>
                  <a:pt x="31" y="389"/>
                </a:lnTo>
                <a:lnTo>
                  <a:pt x="31" y="389"/>
                </a:lnTo>
                <a:lnTo>
                  <a:pt x="33" y="389"/>
                </a:lnTo>
                <a:lnTo>
                  <a:pt x="33" y="392"/>
                </a:lnTo>
                <a:lnTo>
                  <a:pt x="33" y="392"/>
                </a:lnTo>
                <a:lnTo>
                  <a:pt x="34" y="390"/>
                </a:lnTo>
                <a:lnTo>
                  <a:pt x="33" y="389"/>
                </a:lnTo>
                <a:lnTo>
                  <a:pt x="33" y="389"/>
                </a:lnTo>
                <a:lnTo>
                  <a:pt x="33" y="388"/>
                </a:lnTo>
                <a:lnTo>
                  <a:pt x="33" y="388"/>
                </a:lnTo>
                <a:lnTo>
                  <a:pt x="33" y="387"/>
                </a:lnTo>
                <a:lnTo>
                  <a:pt x="33" y="387"/>
                </a:lnTo>
                <a:lnTo>
                  <a:pt x="34" y="384"/>
                </a:lnTo>
                <a:lnTo>
                  <a:pt x="34" y="384"/>
                </a:lnTo>
                <a:lnTo>
                  <a:pt x="31" y="382"/>
                </a:lnTo>
                <a:lnTo>
                  <a:pt x="30" y="380"/>
                </a:lnTo>
                <a:lnTo>
                  <a:pt x="30" y="379"/>
                </a:lnTo>
                <a:lnTo>
                  <a:pt x="30" y="379"/>
                </a:lnTo>
                <a:lnTo>
                  <a:pt x="34" y="380"/>
                </a:lnTo>
                <a:lnTo>
                  <a:pt x="34" y="380"/>
                </a:lnTo>
                <a:lnTo>
                  <a:pt x="33" y="383"/>
                </a:lnTo>
                <a:lnTo>
                  <a:pt x="33" y="383"/>
                </a:lnTo>
                <a:lnTo>
                  <a:pt x="34" y="383"/>
                </a:lnTo>
                <a:lnTo>
                  <a:pt x="35" y="382"/>
                </a:lnTo>
                <a:lnTo>
                  <a:pt x="34" y="378"/>
                </a:lnTo>
                <a:lnTo>
                  <a:pt x="34" y="378"/>
                </a:lnTo>
                <a:lnTo>
                  <a:pt x="36" y="379"/>
                </a:lnTo>
                <a:lnTo>
                  <a:pt x="37" y="379"/>
                </a:lnTo>
                <a:lnTo>
                  <a:pt x="37" y="379"/>
                </a:lnTo>
                <a:lnTo>
                  <a:pt x="35" y="377"/>
                </a:lnTo>
                <a:lnTo>
                  <a:pt x="35" y="377"/>
                </a:lnTo>
                <a:lnTo>
                  <a:pt x="35" y="375"/>
                </a:lnTo>
                <a:lnTo>
                  <a:pt x="36" y="375"/>
                </a:lnTo>
                <a:lnTo>
                  <a:pt x="37" y="374"/>
                </a:lnTo>
                <a:lnTo>
                  <a:pt x="37" y="374"/>
                </a:lnTo>
                <a:lnTo>
                  <a:pt x="39" y="380"/>
                </a:lnTo>
                <a:lnTo>
                  <a:pt x="39" y="383"/>
                </a:lnTo>
                <a:lnTo>
                  <a:pt x="37" y="385"/>
                </a:lnTo>
                <a:lnTo>
                  <a:pt x="37" y="385"/>
                </a:lnTo>
                <a:lnTo>
                  <a:pt x="37" y="387"/>
                </a:lnTo>
                <a:lnTo>
                  <a:pt x="37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87"/>
                </a:lnTo>
                <a:lnTo>
                  <a:pt x="39" y="390"/>
                </a:lnTo>
                <a:lnTo>
                  <a:pt x="37" y="394"/>
                </a:lnTo>
                <a:lnTo>
                  <a:pt x="37" y="394"/>
                </a:lnTo>
                <a:lnTo>
                  <a:pt x="39" y="394"/>
                </a:lnTo>
                <a:lnTo>
                  <a:pt x="39" y="395"/>
                </a:lnTo>
                <a:lnTo>
                  <a:pt x="39" y="395"/>
                </a:lnTo>
                <a:lnTo>
                  <a:pt x="39" y="399"/>
                </a:lnTo>
                <a:lnTo>
                  <a:pt x="39" y="402"/>
                </a:lnTo>
                <a:lnTo>
                  <a:pt x="40" y="403"/>
                </a:lnTo>
                <a:lnTo>
                  <a:pt x="40" y="403"/>
                </a:lnTo>
                <a:lnTo>
                  <a:pt x="39" y="405"/>
                </a:lnTo>
                <a:lnTo>
                  <a:pt x="39" y="408"/>
                </a:lnTo>
                <a:lnTo>
                  <a:pt x="40" y="414"/>
                </a:lnTo>
                <a:lnTo>
                  <a:pt x="40" y="414"/>
                </a:lnTo>
                <a:lnTo>
                  <a:pt x="39" y="415"/>
                </a:lnTo>
                <a:lnTo>
                  <a:pt x="39" y="419"/>
                </a:lnTo>
                <a:lnTo>
                  <a:pt x="39" y="419"/>
                </a:lnTo>
                <a:lnTo>
                  <a:pt x="40" y="419"/>
                </a:lnTo>
                <a:lnTo>
                  <a:pt x="40" y="418"/>
                </a:lnTo>
                <a:lnTo>
                  <a:pt x="41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7"/>
                </a:lnTo>
                <a:lnTo>
                  <a:pt x="41" y="418"/>
                </a:lnTo>
                <a:lnTo>
                  <a:pt x="41" y="418"/>
                </a:lnTo>
                <a:lnTo>
                  <a:pt x="41" y="419"/>
                </a:lnTo>
                <a:lnTo>
                  <a:pt x="42" y="419"/>
                </a:lnTo>
                <a:lnTo>
                  <a:pt x="43" y="419"/>
                </a:lnTo>
                <a:lnTo>
                  <a:pt x="43" y="419"/>
                </a:lnTo>
                <a:lnTo>
                  <a:pt x="43" y="417"/>
                </a:lnTo>
                <a:lnTo>
                  <a:pt x="43" y="415"/>
                </a:lnTo>
                <a:lnTo>
                  <a:pt x="41" y="413"/>
                </a:lnTo>
                <a:lnTo>
                  <a:pt x="41" y="413"/>
                </a:lnTo>
                <a:lnTo>
                  <a:pt x="41" y="403"/>
                </a:lnTo>
                <a:lnTo>
                  <a:pt x="42" y="395"/>
                </a:lnTo>
                <a:lnTo>
                  <a:pt x="42" y="395"/>
                </a:lnTo>
                <a:lnTo>
                  <a:pt x="43" y="397"/>
                </a:lnTo>
                <a:lnTo>
                  <a:pt x="45" y="397"/>
                </a:lnTo>
                <a:lnTo>
                  <a:pt x="46" y="398"/>
                </a:lnTo>
                <a:lnTo>
                  <a:pt x="46" y="398"/>
                </a:lnTo>
                <a:lnTo>
                  <a:pt x="46" y="398"/>
                </a:lnTo>
                <a:lnTo>
                  <a:pt x="46" y="397"/>
                </a:lnTo>
                <a:lnTo>
                  <a:pt x="46" y="395"/>
                </a:lnTo>
                <a:lnTo>
                  <a:pt x="47" y="394"/>
                </a:lnTo>
                <a:lnTo>
                  <a:pt x="47" y="394"/>
                </a:lnTo>
                <a:lnTo>
                  <a:pt x="46" y="394"/>
                </a:lnTo>
                <a:lnTo>
                  <a:pt x="45" y="395"/>
                </a:lnTo>
                <a:lnTo>
                  <a:pt x="45" y="395"/>
                </a:lnTo>
                <a:lnTo>
                  <a:pt x="43" y="395"/>
                </a:lnTo>
                <a:lnTo>
                  <a:pt x="43" y="394"/>
                </a:lnTo>
                <a:lnTo>
                  <a:pt x="43" y="390"/>
                </a:lnTo>
                <a:lnTo>
                  <a:pt x="43" y="390"/>
                </a:lnTo>
                <a:lnTo>
                  <a:pt x="45" y="390"/>
                </a:lnTo>
                <a:lnTo>
                  <a:pt x="46" y="390"/>
                </a:lnTo>
                <a:lnTo>
                  <a:pt x="46" y="390"/>
                </a:lnTo>
                <a:lnTo>
                  <a:pt x="46" y="389"/>
                </a:lnTo>
                <a:lnTo>
                  <a:pt x="45" y="389"/>
                </a:lnTo>
                <a:lnTo>
                  <a:pt x="45" y="388"/>
                </a:lnTo>
                <a:lnTo>
                  <a:pt x="45" y="387"/>
                </a:lnTo>
                <a:lnTo>
                  <a:pt x="45" y="387"/>
                </a:lnTo>
                <a:lnTo>
                  <a:pt x="46" y="388"/>
                </a:lnTo>
                <a:lnTo>
                  <a:pt x="47" y="387"/>
                </a:lnTo>
                <a:lnTo>
                  <a:pt x="47" y="387"/>
                </a:lnTo>
                <a:lnTo>
                  <a:pt x="47" y="387"/>
                </a:lnTo>
                <a:lnTo>
                  <a:pt x="46" y="387"/>
                </a:lnTo>
                <a:lnTo>
                  <a:pt x="46" y="387"/>
                </a:lnTo>
                <a:lnTo>
                  <a:pt x="46" y="387"/>
                </a:lnTo>
                <a:lnTo>
                  <a:pt x="45" y="385"/>
                </a:lnTo>
                <a:lnTo>
                  <a:pt x="45" y="385"/>
                </a:lnTo>
                <a:lnTo>
                  <a:pt x="46" y="384"/>
                </a:lnTo>
                <a:lnTo>
                  <a:pt x="47" y="383"/>
                </a:lnTo>
                <a:lnTo>
                  <a:pt x="48" y="384"/>
                </a:lnTo>
                <a:lnTo>
                  <a:pt x="48" y="384"/>
                </a:lnTo>
                <a:lnTo>
                  <a:pt x="48" y="382"/>
                </a:lnTo>
                <a:lnTo>
                  <a:pt x="47" y="380"/>
                </a:lnTo>
                <a:lnTo>
                  <a:pt x="47" y="378"/>
                </a:lnTo>
                <a:lnTo>
                  <a:pt x="47" y="378"/>
                </a:lnTo>
                <a:lnTo>
                  <a:pt x="48" y="377"/>
                </a:lnTo>
                <a:lnTo>
                  <a:pt x="48" y="377"/>
                </a:lnTo>
                <a:lnTo>
                  <a:pt x="50" y="375"/>
                </a:lnTo>
                <a:lnTo>
                  <a:pt x="50" y="374"/>
                </a:lnTo>
                <a:lnTo>
                  <a:pt x="50" y="374"/>
                </a:lnTo>
                <a:lnTo>
                  <a:pt x="48" y="372"/>
                </a:lnTo>
                <a:lnTo>
                  <a:pt x="48" y="372"/>
                </a:lnTo>
                <a:lnTo>
                  <a:pt x="46" y="372"/>
                </a:lnTo>
                <a:lnTo>
                  <a:pt x="46" y="372"/>
                </a:lnTo>
                <a:lnTo>
                  <a:pt x="46" y="368"/>
                </a:lnTo>
                <a:lnTo>
                  <a:pt x="45" y="367"/>
                </a:lnTo>
                <a:lnTo>
                  <a:pt x="43" y="367"/>
                </a:lnTo>
                <a:lnTo>
                  <a:pt x="43" y="367"/>
                </a:lnTo>
                <a:lnTo>
                  <a:pt x="43" y="365"/>
                </a:lnTo>
                <a:lnTo>
                  <a:pt x="45" y="364"/>
                </a:lnTo>
                <a:lnTo>
                  <a:pt x="45" y="364"/>
                </a:lnTo>
                <a:lnTo>
                  <a:pt x="46" y="364"/>
                </a:lnTo>
                <a:lnTo>
                  <a:pt x="46" y="365"/>
                </a:lnTo>
                <a:lnTo>
                  <a:pt x="46" y="365"/>
                </a:lnTo>
                <a:lnTo>
                  <a:pt x="47" y="365"/>
                </a:lnTo>
                <a:lnTo>
                  <a:pt x="48" y="363"/>
                </a:lnTo>
                <a:lnTo>
                  <a:pt x="48" y="363"/>
                </a:lnTo>
                <a:lnTo>
                  <a:pt x="47" y="362"/>
                </a:lnTo>
                <a:lnTo>
                  <a:pt x="48" y="359"/>
                </a:lnTo>
                <a:lnTo>
                  <a:pt x="48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60"/>
                </a:lnTo>
                <a:lnTo>
                  <a:pt x="51" y="359"/>
                </a:lnTo>
                <a:lnTo>
                  <a:pt x="50" y="359"/>
                </a:lnTo>
                <a:lnTo>
                  <a:pt x="50" y="359"/>
                </a:lnTo>
                <a:lnTo>
                  <a:pt x="50" y="357"/>
                </a:lnTo>
                <a:lnTo>
                  <a:pt x="50" y="354"/>
                </a:lnTo>
                <a:lnTo>
                  <a:pt x="50" y="354"/>
                </a:lnTo>
                <a:lnTo>
                  <a:pt x="46" y="354"/>
                </a:lnTo>
                <a:lnTo>
                  <a:pt x="46" y="354"/>
                </a:lnTo>
                <a:lnTo>
                  <a:pt x="47" y="355"/>
                </a:lnTo>
                <a:lnTo>
                  <a:pt x="47" y="358"/>
                </a:lnTo>
                <a:lnTo>
                  <a:pt x="47" y="358"/>
                </a:lnTo>
                <a:lnTo>
                  <a:pt x="45" y="359"/>
                </a:lnTo>
                <a:lnTo>
                  <a:pt x="45" y="360"/>
                </a:lnTo>
                <a:lnTo>
                  <a:pt x="43" y="360"/>
                </a:lnTo>
                <a:lnTo>
                  <a:pt x="42" y="362"/>
                </a:lnTo>
                <a:lnTo>
                  <a:pt x="42" y="362"/>
                </a:lnTo>
                <a:lnTo>
                  <a:pt x="42" y="348"/>
                </a:lnTo>
                <a:lnTo>
                  <a:pt x="42" y="342"/>
                </a:lnTo>
                <a:lnTo>
                  <a:pt x="43" y="337"/>
                </a:lnTo>
                <a:lnTo>
                  <a:pt x="43" y="337"/>
                </a:lnTo>
                <a:lnTo>
                  <a:pt x="45" y="337"/>
                </a:lnTo>
                <a:lnTo>
                  <a:pt x="45" y="337"/>
                </a:lnTo>
                <a:lnTo>
                  <a:pt x="43" y="339"/>
                </a:lnTo>
                <a:lnTo>
                  <a:pt x="43" y="339"/>
                </a:lnTo>
                <a:lnTo>
                  <a:pt x="43" y="357"/>
                </a:lnTo>
                <a:lnTo>
                  <a:pt x="43" y="357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2"/>
                </a:lnTo>
                <a:lnTo>
                  <a:pt x="46" y="350"/>
                </a:lnTo>
                <a:lnTo>
                  <a:pt x="46" y="349"/>
                </a:lnTo>
                <a:lnTo>
                  <a:pt x="45" y="349"/>
                </a:lnTo>
                <a:lnTo>
                  <a:pt x="45" y="348"/>
                </a:lnTo>
                <a:lnTo>
                  <a:pt x="45" y="348"/>
                </a:lnTo>
                <a:lnTo>
                  <a:pt x="45" y="347"/>
                </a:lnTo>
                <a:lnTo>
                  <a:pt x="46" y="347"/>
                </a:lnTo>
                <a:lnTo>
                  <a:pt x="46" y="347"/>
                </a:lnTo>
                <a:lnTo>
                  <a:pt x="46" y="345"/>
                </a:lnTo>
                <a:lnTo>
                  <a:pt x="46" y="345"/>
                </a:lnTo>
                <a:lnTo>
                  <a:pt x="45" y="344"/>
                </a:lnTo>
                <a:lnTo>
                  <a:pt x="45" y="344"/>
                </a:lnTo>
                <a:lnTo>
                  <a:pt x="45" y="343"/>
                </a:lnTo>
                <a:lnTo>
                  <a:pt x="45" y="343"/>
                </a:lnTo>
                <a:lnTo>
                  <a:pt x="45" y="342"/>
                </a:lnTo>
                <a:lnTo>
                  <a:pt x="45" y="342"/>
                </a:lnTo>
                <a:lnTo>
                  <a:pt x="45" y="338"/>
                </a:lnTo>
                <a:lnTo>
                  <a:pt x="45" y="334"/>
                </a:lnTo>
                <a:lnTo>
                  <a:pt x="45" y="334"/>
                </a:lnTo>
                <a:lnTo>
                  <a:pt x="45" y="333"/>
                </a:lnTo>
                <a:lnTo>
                  <a:pt x="46" y="333"/>
                </a:lnTo>
                <a:lnTo>
                  <a:pt x="46" y="333"/>
                </a:lnTo>
                <a:lnTo>
                  <a:pt x="46" y="333"/>
                </a:lnTo>
                <a:lnTo>
                  <a:pt x="45" y="333"/>
                </a:lnTo>
                <a:lnTo>
                  <a:pt x="43" y="333"/>
                </a:lnTo>
                <a:lnTo>
                  <a:pt x="43" y="333"/>
                </a:lnTo>
                <a:lnTo>
                  <a:pt x="45" y="332"/>
                </a:lnTo>
                <a:lnTo>
                  <a:pt x="46" y="330"/>
                </a:lnTo>
                <a:lnTo>
                  <a:pt x="46" y="330"/>
                </a:lnTo>
                <a:lnTo>
                  <a:pt x="45" y="330"/>
                </a:lnTo>
                <a:lnTo>
                  <a:pt x="45" y="330"/>
                </a:lnTo>
                <a:lnTo>
                  <a:pt x="42" y="330"/>
                </a:lnTo>
                <a:lnTo>
                  <a:pt x="42" y="330"/>
                </a:lnTo>
                <a:lnTo>
                  <a:pt x="41" y="317"/>
                </a:lnTo>
                <a:lnTo>
                  <a:pt x="41" y="317"/>
                </a:lnTo>
                <a:lnTo>
                  <a:pt x="42" y="315"/>
                </a:lnTo>
                <a:lnTo>
                  <a:pt x="42" y="315"/>
                </a:lnTo>
                <a:lnTo>
                  <a:pt x="42" y="312"/>
                </a:lnTo>
                <a:lnTo>
                  <a:pt x="42" y="312"/>
                </a:lnTo>
                <a:lnTo>
                  <a:pt x="42" y="310"/>
                </a:lnTo>
                <a:lnTo>
                  <a:pt x="42" y="308"/>
                </a:lnTo>
                <a:lnTo>
                  <a:pt x="42" y="308"/>
                </a:lnTo>
                <a:lnTo>
                  <a:pt x="42" y="308"/>
                </a:lnTo>
                <a:lnTo>
                  <a:pt x="43" y="307"/>
                </a:lnTo>
                <a:lnTo>
                  <a:pt x="43" y="307"/>
                </a:lnTo>
                <a:lnTo>
                  <a:pt x="42" y="304"/>
                </a:lnTo>
                <a:lnTo>
                  <a:pt x="42" y="300"/>
                </a:lnTo>
                <a:lnTo>
                  <a:pt x="42" y="297"/>
                </a:lnTo>
                <a:lnTo>
                  <a:pt x="42" y="293"/>
                </a:lnTo>
                <a:lnTo>
                  <a:pt x="42" y="293"/>
                </a:lnTo>
                <a:lnTo>
                  <a:pt x="43" y="293"/>
                </a:lnTo>
                <a:lnTo>
                  <a:pt x="43" y="293"/>
                </a:lnTo>
                <a:lnTo>
                  <a:pt x="45" y="294"/>
                </a:lnTo>
                <a:lnTo>
                  <a:pt x="45" y="294"/>
                </a:lnTo>
                <a:lnTo>
                  <a:pt x="43" y="297"/>
                </a:lnTo>
                <a:lnTo>
                  <a:pt x="45" y="300"/>
                </a:lnTo>
                <a:lnTo>
                  <a:pt x="45" y="300"/>
                </a:lnTo>
                <a:lnTo>
                  <a:pt x="46" y="302"/>
                </a:lnTo>
                <a:lnTo>
                  <a:pt x="46" y="302"/>
                </a:lnTo>
                <a:lnTo>
                  <a:pt x="46" y="303"/>
                </a:lnTo>
                <a:lnTo>
                  <a:pt x="46" y="303"/>
                </a:lnTo>
                <a:lnTo>
                  <a:pt x="47" y="302"/>
                </a:lnTo>
                <a:lnTo>
                  <a:pt x="46" y="300"/>
                </a:lnTo>
                <a:lnTo>
                  <a:pt x="45" y="297"/>
                </a:lnTo>
                <a:lnTo>
                  <a:pt x="45" y="297"/>
                </a:lnTo>
                <a:lnTo>
                  <a:pt x="46" y="297"/>
                </a:lnTo>
                <a:lnTo>
                  <a:pt x="46" y="295"/>
                </a:lnTo>
                <a:lnTo>
                  <a:pt x="46" y="294"/>
                </a:lnTo>
                <a:lnTo>
                  <a:pt x="47" y="294"/>
                </a:lnTo>
                <a:lnTo>
                  <a:pt x="47" y="294"/>
                </a:lnTo>
                <a:lnTo>
                  <a:pt x="46" y="293"/>
                </a:lnTo>
                <a:lnTo>
                  <a:pt x="45" y="293"/>
                </a:lnTo>
                <a:lnTo>
                  <a:pt x="43" y="293"/>
                </a:lnTo>
                <a:lnTo>
                  <a:pt x="43" y="293"/>
                </a:lnTo>
                <a:lnTo>
                  <a:pt x="43" y="290"/>
                </a:lnTo>
                <a:lnTo>
                  <a:pt x="45" y="289"/>
                </a:lnTo>
                <a:lnTo>
                  <a:pt x="45" y="289"/>
                </a:lnTo>
                <a:lnTo>
                  <a:pt x="43" y="289"/>
                </a:lnTo>
                <a:lnTo>
                  <a:pt x="43" y="290"/>
                </a:lnTo>
                <a:lnTo>
                  <a:pt x="43" y="292"/>
                </a:lnTo>
                <a:lnTo>
                  <a:pt x="43" y="292"/>
                </a:lnTo>
                <a:lnTo>
                  <a:pt x="42" y="289"/>
                </a:lnTo>
                <a:lnTo>
                  <a:pt x="41" y="285"/>
                </a:lnTo>
                <a:lnTo>
                  <a:pt x="41" y="285"/>
                </a:lnTo>
                <a:lnTo>
                  <a:pt x="42" y="280"/>
                </a:lnTo>
                <a:lnTo>
                  <a:pt x="42" y="280"/>
                </a:lnTo>
                <a:lnTo>
                  <a:pt x="42" y="279"/>
                </a:lnTo>
                <a:lnTo>
                  <a:pt x="42" y="279"/>
                </a:lnTo>
                <a:lnTo>
                  <a:pt x="42" y="278"/>
                </a:lnTo>
                <a:lnTo>
                  <a:pt x="42" y="278"/>
                </a:lnTo>
                <a:lnTo>
                  <a:pt x="42" y="277"/>
                </a:lnTo>
                <a:lnTo>
                  <a:pt x="42" y="275"/>
                </a:lnTo>
                <a:lnTo>
                  <a:pt x="41" y="274"/>
                </a:lnTo>
                <a:lnTo>
                  <a:pt x="41" y="274"/>
                </a:lnTo>
                <a:lnTo>
                  <a:pt x="41" y="273"/>
                </a:lnTo>
                <a:lnTo>
                  <a:pt x="42" y="273"/>
                </a:lnTo>
                <a:lnTo>
                  <a:pt x="42" y="273"/>
                </a:lnTo>
                <a:lnTo>
                  <a:pt x="42" y="272"/>
                </a:lnTo>
                <a:lnTo>
                  <a:pt x="41" y="269"/>
                </a:lnTo>
                <a:lnTo>
                  <a:pt x="41" y="269"/>
                </a:lnTo>
                <a:lnTo>
                  <a:pt x="42" y="270"/>
                </a:lnTo>
                <a:lnTo>
                  <a:pt x="42" y="272"/>
                </a:lnTo>
                <a:lnTo>
                  <a:pt x="42" y="272"/>
                </a:lnTo>
                <a:lnTo>
                  <a:pt x="43" y="270"/>
                </a:lnTo>
                <a:lnTo>
                  <a:pt x="45" y="269"/>
                </a:lnTo>
                <a:lnTo>
                  <a:pt x="45" y="269"/>
                </a:lnTo>
                <a:lnTo>
                  <a:pt x="45" y="268"/>
                </a:lnTo>
                <a:lnTo>
                  <a:pt x="42" y="267"/>
                </a:lnTo>
                <a:lnTo>
                  <a:pt x="42" y="267"/>
                </a:lnTo>
                <a:lnTo>
                  <a:pt x="43" y="265"/>
                </a:lnTo>
                <a:lnTo>
                  <a:pt x="43" y="264"/>
                </a:lnTo>
                <a:lnTo>
                  <a:pt x="42" y="264"/>
                </a:lnTo>
                <a:lnTo>
                  <a:pt x="42" y="264"/>
                </a:lnTo>
                <a:lnTo>
                  <a:pt x="41" y="264"/>
                </a:lnTo>
                <a:lnTo>
                  <a:pt x="42" y="265"/>
                </a:lnTo>
                <a:lnTo>
                  <a:pt x="42" y="267"/>
                </a:lnTo>
                <a:lnTo>
                  <a:pt x="42" y="268"/>
                </a:lnTo>
                <a:lnTo>
                  <a:pt x="42" y="268"/>
                </a:lnTo>
                <a:lnTo>
                  <a:pt x="41" y="267"/>
                </a:lnTo>
                <a:lnTo>
                  <a:pt x="41" y="265"/>
                </a:lnTo>
                <a:lnTo>
                  <a:pt x="41" y="265"/>
                </a:lnTo>
                <a:lnTo>
                  <a:pt x="40" y="265"/>
                </a:lnTo>
                <a:lnTo>
                  <a:pt x="40" y="267"/>
                </a:lnTo>
                <a:lnTo>
                  <a:pt x="39" y="268"/>
                </a:lnTo>
                <a:lnTo>
                  <a:pt x="37" y="269"/>
                </a:lnTo>
                <a:lnTo>
                  <a:pt x="37" y="269"/>
                </a:lnTo>
                <a:lnTo>
                  <a:pt x="37" y="272"/>
                </a:lnTo>
                <a:lnTo>
                  <a:pt x="36" y="274"/>
                </a:lnTo>
                <a:lnTo>
                  <a:pt x="36" y="274"/>
                </a:lnTo>
                <a:lnTo>
                  <a:pt x="36" y="273"/>
                </a:lnTo>
                <a:lnTo>
                  <a:pt x="37" y="272"/>
                </a:lnTo>
                <a:lnTo>
                  <a:pt x="37" y="272"/>
                </a:lnTo>
                <a:lnTo>
                  <a:pt x="36" y="270"/>
                </a:lnTo>
                <a:lnTo>
                  <a:pt x="36" y="270"/>
                </a:lnTo>
                <a:lnTo>
                  <a:pt x="35" y="272"/>
                </a:lnTo>
                <a:lnTo>
                  <a:pt x="36" y="272"/>
                </a:lnTo>
                <a:lnTo>
                  <a:pt x="36" y="272"/>
                </a:lnTo>
                <a:lnTo>
                  <a:pt x="35" y="272"/>
                </a:lnTo>
                <a:lnTo>
                  <a:pt x="34" y="272"/>
                </a:lnTo>
                <a:lnTo>
                  <a:pt x="33" y="272"/>
                </a:lnTo>
                <a:lnTo>
                  <a:pt x="33" y="273"/>
                </a:lnTo>
                <a:lnTo>
                  <a:pt x="33" y="273"/>
                </a:lnTo>
                <a:lnTo>
                  <a:pt x="31" y="273"/>
                </a:lnTo>
                <a:lnTo>
                  <a:pt x="31" y="270"/>
                </a:lnTo>
                <a:lnTo>
                  <a:pt x="33" y="269"/>
                </a:lnTo>
                <a:lnTo>
                  <a:pt x="31" y="268"/>
                </a:lnTo>
                <a:lnTo>
                  <a:pt x="31" y="268"/>
                </a:lnTo>
                <a:lnTo>
                  <a:pt x="30" y="272"/>
                </a:lnTo>
                <a:lnTo>
                  <a:pt x="29" y="274"/>
                </a:lnTo>
                <a:lnTo>
                  <a:pt x="29" y="274"/>
                </a:lnTo>
                <a:lnTo>
                  <a:pt x="29" y="275"/>
                </a:lnTo>
                <a:lnTo>
                  <a:pt x="30" y="275"/>
                </a:lnTo>
                <a:lnTo>
                  <a:pt x="31" y="274"/>
                </a:lnTo>
                <a:lnTo>
                  <a:pt x="31" y="274"/>
                </a:lnTo>
                <a:lnTo>
                  <a:pt x="31" y="274"/>
                </a:lnTo>
                <a:lnTo>
                  <a:pt x="30" y="277"/>
                </a:lnTo>
                <a:lnTo>
                  <a:pt x="29" y="277"/>
                </a:lnTo>
                <a:lnTo>
                  <a:pt x="29" y="277"/>
                </a:lnTo>
                <a:lnTo>
                  <a:pt x="29" y="279"/>
                </a:lnTo>
                <a:lnTo>
                  <a:pt x="28" y="280"/>
                </a:lnTo>
                <a:lnTo>
                  <a:pt x="28" y="280"/>
                </a:lnTo>
                <a:lnTo>
                  <a:pt x="27" y="279"/>
                </a:lnTo>
                <a:lnTo>
                  <a:pt x="27" y="277"/>
                </a:lnTo>
                <a:lnTo>
                  <a:pt x="27" y="273"/>
                </a:lnTo>
                <a:lnTo>
                  <a:pt x="27" y="270"/>
                </a:lnTo>
                <a:lnTo>
                  <a:pt x="27" y="270"/>
                </a:lnTo>
                <a:lnTo>
                  <a:pt x="28" y="272"/>
                </a:lnTo>
                <a:lnTo>
                  <a:pt x="29" y="272"/>
                </a:lnTo>
                <a:lnTo>
                  <a:pt x="29" y="272"/>
                </a:lnTo>
                <a:lnTo>
                  <a:pt x="29" y="270"/>
                </a:lnTo>
                <a:lnTo>
                  <a:pt x="28" y="270"/>
                </a:lnTo>
                <a:lnTo>
                  <a:pt x="28" y="269"/>
                </a:lnTo>
                <a:lnTo>
                  <a:pt x="28" y="268"/>
                </a:lnTo>
                <a:lnTo>
                  <a:pt x="28" y="268"/>
                </a:lnTo>
                <a:lnTo>
                  <a:pt x="27" y="269"/>
                </a:lnTo>
                <a:lnTo>
                  <a:pt x="27" y="269"/>
                </a:lnTo>
                <a:lnTo>
                  <a:pt x="24" y="265"/>
                </a:lnTo>
                <a:lnTo>
                  <a:pt x="23" y="264"/>
                </a:lnTo>
                <a:lnTo>
                  <a:pt x="22" y="264"/>
                </a:lnTo>
                <a:lnTo>
                  <a:pt x="22" y="264"/>
                </a:lnTo>
                <a:lnTo>
                  <a:pt x="22" y="262"/>
                </a:lnTo>
                <a:lnTo>
                  <a:pt x="23" y="260"/>
                </a:lnTo>
                <a:lnTo>
                  <a:pt x="23" y="260"/>
                </a:lnTo>
                <a:lnTo>
                  <a:pt x="23" y="258"/>
                </a:lnTo>
                <a:lnTo>
                  <a:pt x="23" y="254"/>
                </a:lnTo>
                <a:lnTo>
                  <a:pt x="23" y="254"/>
                </a:lnTo>
                <a:lnTo>
                  <a:pt x="24" y="255"/>
                </a:lnTo>
                <a:lnTo>
                  <a:pt x="24" y="257"/>
                </a:lnTo>
                <a:lnTo>
                  <a:pt x="24" y="257"/>
                </a:lnTo>
                <a:lnTo>
                  <a:pt x="25" y="255"/>
                </a:lnTo>
                <a:lnTo>
                  <a:pt x="25" y="253"/>
                </a:lnTo>
                <a:lnTo>
                  <a:pt x="27" y="250"/>
                </a:lnTo>
                <a:lnTo>
                  <a:pt x="28" y="250"/>
                </a:lnTo>
                <a:lnTo>
                  <a:pt x="28" y="250"/>
                </a:lnTo>
                <a:lnTo>
                  <a:pt x="27" y="249"/>
                </a:lnTo>
                <a:lnTo>
                  <a:pt x="25" y="249"/>
                </a:lnTo>
                <a:lnTo>
                  <a:pt x="24" y="252"/>
                </a:lnTo>
                <a:lnTo>
                  <a:pt x="24" y="252"/>
                </a:lnTo>
                <a:lnTo>
                  <a:pt x="23" y="250"/>
                </a:lnTo>
                <a:lnTo>
                  <a:pt x="23" y="250"/>
                </a:lnTo>
                <a:lnTo>
                  <a:pt x="23" y="248"/>
                </a:lnTo>
                <a:lnTo>
                  <a:pt x="23" y="248"/>
                </a:lnTo>
                <a:lnTo>
                  <a:pt x="24" y="249"/>
                </a:lnTo>
                <a:lnTo>
                  <a:pt x="25" y="248"/>
                </a:lnTo>
                <a:lnTo>
                  <a:pt x="28" y="247"/>
                </a:lnTo>
                <a:lnTo>
                  <a:pt x="28" y="247"/>
                </a:lnTo>
                <a:lnTo>
                  <a:pt x="25" y="243"/>
                </a:lnTo>
                <a:lnTo>
                  <a:pt x="24" y="242"/>
                </a:lnTo>
                <a:lnTo>
                  <a:pt x="24" y="238"/>
                </a:lnTo>
                <a:lnTo>
                  <a:pt x="24" y="238"/>
                </a:lnTo>
                <a:lnTo>
                  <a:pt x="24" y="238"/>
                </a:lnTo>
                <a:lnTo>
                  <a:pt x="24" y="237"/>
                </a:lnTo>
                <a:lnTo>
                  <a:pt x="25" y="237"/>
                </a:lnTo>
                <a:lnTo>
                  <a:pt x="25" y="237"/>
                </a:lnTo>
                <a:lnTo>
                  <a:pt x="25" y="235"/>
                </a:lnTo>
                <a:lnTo>
                  <a:pt x="25" y="235"/>
                </a:lnTo>
                <a:lnTo>
                  <a:pt x="24" y="235"/>
                </a:lnTo>
                <a:lnTo>
                  <a:pt x="24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5"/>
                </a:lnTo>
                <a:lnTo>
                  <a:pt x="23" y="234"/>
                </a:lnTo>
                <a:lnTo>
                  <a:pt x="24" y="234"/>
                </a:lnTo>
                <a:lnTo>
                  <a:pt x="24" y="234"/>
                </a:lnTo>
                <a:lnTo>
                  <a:pt x="23" y="230"/>
                </a:lnTo>
                <a:lnTo>
                  <a:pt x="23" y="228"/>
                </a:lnTo>
                <a:lnTo>
                  <a:pt x="23" y="228"/>
                </a:lnTo>
                <a:lnTo>
                  <a:pt x="24" y="225"/>
                </a:lnTo>
                <a:lnTo>
                  <a:pt x="24" y="223"/>
                </a:lnTo>
                <a:lnTo>
                  <a:pt x="24" y="223"/>
                </a:lnTo>
                <a:lnTo>
                  <a:pt x="24" y="224"/>
                </a:lnTo>
                <a:lnTo>
                  <a:pt x="23" y="225"/>
                </a:lnTo>
                <a:lnTo>
                  <a:pt x="23" y="225"/>
                </a:lnTo>
                <a:lnTo>
                  <a:pt x="23" y="223"/>
                </a:lnTo>
                <a:lnTo>
                  <a:pt x="23" y="220"/>
                </a:lnTo>
                <a:lnTo>
                  <a:pt x="23" y="216"/>
                </a:lnTo>
                <a:lnTo>
                  <a:pt x="23" y="213"/>
                </a:lnTo>
                <a:lnTo>
                  <a:pt x="23" y="213"/>
                </a:lnTo>
                <a:lnTo>
                  <a:pt x="24" y="213"/>
                </a:lnTo>
                <a:lnTo>
                  <a:pt x="25" y="211"/>
                </a:lnTo>
                <a:lnTo>
                  <a:pt x="25" y="210"/>
                </a:lnTo>
                <a:lnTo>
                  <a:pt x="25" y="210"/>
                </a:lnTo>
                <a:lnTo>
                  <a:pt x="25" y="210"/>
                </a:lnTo>
                <a:lnTo>
                  <a:pt x="24" y="210"/>
                </a:lnTo>
                <a:lnTo>
                  <a:pt x="24" y="210"/>
                </a:lnTo>
                <a:lnTo>
                  <a:pt x="24" y="205"/>
                </a:lnTo>
                <a:lnTo>
                  <a:pt x="23" y="201"/>
                </a:lnTo>
                <a:lnTo>
                  <a:pt x="23" y="201"/>
                </a:lnTo>
                <a:lnTo>
                  <a:pt x="25" y="200"/>
                </a:lnTo>
                <a:lnTo>
                  <a:pt x="25" y="198"/>
                </a:lnTo>
                <a:lnTo>
                  <a:pt x="25" y="198"/>
                </a:lnTo>
                <a:lnTo>
                  <a:pt x="25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4" y="199"/>
                </a:lnTo>
                <a:lnTo>
                  <a:pt x="25" y="198"/>
                </a:lnTo>
                <a:lnTo>
                  <a:pt x="25" y="198"/>
                </a:lnTo>
                <a:lnTo>
                  <a:pt x="24" y="196"/>
                </a:lnTo>
                <a:lnTo>
                  <a:pt x="24" y="195"/>
                </a:lnTo>
                <a:lnTo>
                  <a:pt x="25" y="194"/>
                </a:lnTo>
                <a:lnTo>
                  <a:pt x="25" y="194"/>
                </a:lnTo>
                <a:lnTo>
                  <a:pt x="27" y="195"/>
                </a:lnTo>
                <a:lnTo>
                  <a:pt x="27" y="196"/>
                </a:lnTo>
                <a:lnTo>
                  <a:pt x="27" y="201"/>
                </a:lnTo>
                <a:lnTo>
                  <a:pt x="27" y="201"/>
                </a:lnTo>
                <a:lnTo>
                  <a:pt x="28" y="203"/>
                </a:lnTo>
                <a:lnTo>
                  <a:pt x="28" y="203"/>
                </a:lnTo>
                <a:lnTo>
                  <a:pt x="28" y="204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7" y="208"/>
                </a:lnTo>
                <a:lnTo>
                  <a:pt x="27" y="209"/>
                </a:lnTo>
                <a:lnTo>
                  <a:pt x="27" y="209"/>
                </a:lnTo>
                <a:lnTo>
                  <a:pt x="28" y="211"/>
                </a:lnTo>
                <a:lnTo>
                  <a:pt x="28" y="211"/>
                </a:lnTo>
                <a:lnTo>
                  <a:pt x="27" y="213"/>
                </a:lnTo>
                <a:lnTo>
                  <a:pt x="24" y="214"/>
                </a:lnTo>
                <a:lnTo>
                  <a:pt x="24" y="214"/>
                </a:lnTo>
                <a:lnTo>
                  <a:pt x="25" y="215"/>
                </a:lnTo>
                <a:lnTo>
                  <a:pt x="24" y="215"/>
                </a:lnTo>
                <a:lnTo>
                  <a:pt x="24" y="216"/>
                </a:lnTo>
                <a:lnTo>
                  <a:pt x="24" y="219"/>
                </a:lnTo>
                <a:lnTo>
                  <a:pt x="24" y="219"/>
                </a:lnTo>
                <a:lnTo>
                  <a:pt x="25" y="218"/>
                </a:lnTo>
                <a:lnTo>
                  <a:pt x="27" y="218"/>
                </a:lnTo>
                <a:lnTo>
                  <a:pt x="28" y="216"/>
                </a:lnTo>
                <a:lnTo>
                  <a:pt x="29" y="216"/>
                </a:lnTo>
                <a:lnTo>
                  <a:pt x="29" y="216"/>
                </a:lnTo>
                <a:lnTo>
                  <a:pt x="27" y="219"/>
                </a:lnTo>
                <a:lnTo>
                  <a:pt x="24" y="220"/>
                </a:lnTo>
                <a:lnTo>
                  <a:pt x="24" y="220"/>
                </a:lnTo>
                <a:lnTo>
                  <a:pt x="24" y="221"/>
                </a:lnTo>
                <a:lnTo>
                  <a:pt x="25" y="221"/>
                </a:lnTo>
                <a:lnTo>
                  <a:pt x="27" y="221"/>
                </a:lnTo>
                <a:lnTo>
                  <a:pt x="27" y="221"/>
                </a:lnTo>
                <a:lnTo>
                  <a:pt x="27" y="221"/>
                </a:lnTo>
                <a:lnTo>
                  <a:pt x="25" y="223"/>
                </a:lnTo>
                <a:lnTo>
                  <a:pt x="25" y="223"/>
                </a:lnTo>
                <a:lnTo>
                  <a:pt x="25" y="224"/>
                </a:lnTo>
                <a:lnTo>
                  <a:pt x="24" y="226"/>
                </a:lnTo>
                <a:lnTo>
                  <a:pt x="24" y="226"/>
                </a:lnTo>
                <a:lnTo>
                  <a:pt x="25" y="226"/>
                </a:lnTo>
                <a:lnTo>
                  <a:pt x="25" y="226"/>
                </a:lnTo>
                <a:lnTo>
                  <a:pt x="27" y="226"/>
                </a:lnTo>
                <a:lnTo>
                  <a:pt x="27" y="225"/>
                </a:lnTo>
                <a:lnTo>
                  <a:pt x="27" y="225"/>
                </a:lnTo>
                <a:lnTo>
                  <a:pt x="27" y="226"/>
                </a:lnTo>
                <a:lnTo>
                  <a:pt x="27" y="228"/>
                </a:lnTo>
                <a:lnTo>
                  <a:pt x="27" y="229"/>
                </a:lnTo>
                <a:lnTo>
                  <a:pt x="27" y="229"/>
                </a:lnTo>
                <a:lnTo>
                  <a:pt x="27" y="229"/>
                </a:lnTo>
                <a:lnTo>
                  <a:pt x="29" y="229"/>
                </a:lnTo>
                <a:lnTo>
                  <a:pt x="29" y="229"/>
                </a:lnTo>
                <a:lnTo>
                  <a:pt x="28" y="226"/>
                </a:lnTo>
                <a:lnTo>
                  <a:pt x="28" y="225"/>
                </a:lnTo>
                <a:lnTo>
                  <a:pt x="27" y="225"/>
                </a:lnTo>
                <a:lnTo>
                  <a:pt x="27" y="225"/>
                </a:lnTo>
                <a:lnTo>
                  <a:pt x="27" y="224"/>
                </a:lnTo>
                <a:lnTo>
                  <a:pt x="28" y="223"/>
                </a:lnTo>
                <a:lnTo>
                  <a:pt x="28" y="223"/>
                </a:lnTo>
                <a:lnTo>
                  <a:pt x="28" y="221"/>
                </a:lnTo>
                <a:lnTo>
                  <a:pt x="28" y="221"/>
                </a:lnTo>
                <a:lnTo>
                  <a:pt x="29" y="221"/>
                </a:lnTo>
                <a:lnTo>
                  <a:pt x="30" y="223"/>
                </a:lnTo>
                <a:lnTo>
                  <a:pt x="30" y="223"/>
                </a:lnTo>
                <a:lnTo>
                  <a:pt x="30" y="221"/>
                </a:lnTo>
                <a:lnTo>
                  <a:pt x="30" y="221"/>
                </a:lnTo>
                <a:lnTo>
                  <a:pt x="29" y="221"/>
                </a:lnTo>
                <a:lnTo>
                  <a:pt x="29" y="221"/>
                </a:lnTo>
                <a:lnTo>
                  <a:pt x="30" y="220"/>
                </a:lnTo>
                <a:lnTo>
                  <a:pt x="30" y="219"/>
                </a:lnTo>
                <a:lnTo>
                  <a:pt x="30" y="219"/>
                </a:lnTo>
                <a:lnTo>
                  <a:pt x="30" y="218"/>
                </a:lnTo>
                <a:lnTo>
                  <a:pt x="29" y="216"/>
                </a:lnTo>
                <a:lnTo>
                  <a:pt x="29" y="216"/>
                </a:lnTo>
                <a:lnTo>
                  <a:pt x="29" y="215"/>
                </a:lnTo>
                <a:lnTo>
                  <a:pt x="27" y="215"/>
                </a:lnTo>
                <a:lnTo>
                  <a:pt x="27" y="215"/>
                </a:lnTo>
                <a:lnTo>
                  <a:pt x="28" y="213"/>
                </a:lnTo>
                <a:lnTo>
                  <a:pt x="29" y="211"/>
                </a:lnTo>
                <a:lnTo>
                  <a:pt x="29" y="211"/>
                </a:lnTo>
                <a:lnTo>
                  <a:pt x="29" y="210"/>
                </a:lnTo>
                <a:lnTo>
                  <a:pt x="29" y="210"/>
                </a:lnTo>
                <a:lnTo>
                  <a:pt x="28" y="209"/>
                </a:lnTo>
                <a:lnTo>
                  <a:pt x="28" y="209"/>
                </a:lnTo>
                <a:lnTo>
                  <a:pt x="29" y="208"/>
                </a:lnTo>
                <a:lnTo>
                  <a:pt x="31" y="206"/>
                </a:lnTo>
                <a:lnTo>
                  <a:pt x="31" y="206"/>
                </a:lnTo>
                <a:lnTo>
                  <a:pt x="29" y="205"/>
                </a:lnTo>
                <a:lnTo>
                  <a:pt x="29" y="203"/>
                </a:lnTo>
                <a:lnTo>
                  <a:pt x="28" y="198"/>
                </a:lnTo>
                <a:lnTo>
                  <a:pt x="28" y="198"/>
                </a:lnTo>
                <a:lnTo>
                  <a:pt x="29" y="198"/>
                </a:lnTo>
                <a:lnTo>
                  <a:pt x="29" y="196"/>
                </a:lnTo>
                <a:lnTo>
                  <a:pt x="29" y="194"/>
                </a:lnTo>
                <a:lnTo>
                  <a:pt x="29" y="194"/>
                </a:lnTo>
                <a:lnTo>
                  <a:pt x="29" y="194"/>
                </a:lnTo>
                <a:lnTo>
                  <a:pt x="28" y="193"/>
                </a:lnTo>
                <a:lnTo>
                  <a:pt x="27" y="191"/>
                </a:lnTo>
                <a:lnTo>
                  <a:pt x="27" y="190"/>
                </a:lnTo>
                <a:lnTo>
                  <a:pt x="27" y="190"/>
                </a:lnTo>
                <a:lnTo>
                  <a:pt x="28" y="193"/>
                </a:lnTo>
                <a:lnTo>
                  <a:pt x="28" y="193"/>
                </a:lnTo>
                <a:lnTo>
                  <a:pt x="29" y="191"/>
                </a:lnTo>
                <a:lnTo>
                  <a:pt x="29" y="190"/>
                </a:lnTo>
                <a:lnTo>
                  <a:pt x="28" y="189"/>
                </a:lnTo>
                <a:lnTo>
                  <a:pt x="28" y="189"/>
                </a:lnTo>
                <a:lnTo>
                  <a:pt x="27" y="190"/>
                </a:lnTo>
                <a:lnTo>
                  <a:pt x="27" y="190"/>
                </a:lnTo>
                <a:lnTo>
                  <a:pt x="25" y="193"/>
                </a:lnTo>
                <a:lnTo>
                  <a:pt x="24" y="191"/>
                </a:lnTo>
                <a:lnTo>
                  <a:pt x="24" y="198"/>
                </a:lnTo>
                <a:lnTo>
                  <a:pt x="24" y="198"/>
                </a:lnTo>
                <a:lnTo>
                  <a:pt x="23" y="196"/>
                </a:lnTo>
                <a:lnTo>
                  <a:pt x="23" y="195"/>
                </a:lnTo>
                <a:lnTo>
                  <a:pt x="23" y="191"/>
                </a:lnTo>
                <a:lnTo>
                  <a:pt x="23" y="191"/>
                </a:lnTo>
                <a:lnTo>
                  <a:pt x="24" y="181"/>
                </a:lnTo>
                <a:lnTo>
                  <a:pt x="24" y="181"/>
                </a:lnTo>
                <a:lnTo>
                  <a:pt x="25" y="181"/>
                </a:lnTo>
                <a:lnTo>
                  <a:pt x="28" y="180"/>
                </a:lnTo>
                <a:lnTo>
                  <a:pt x="28" y="180"/>
                </a:lnTo>
                <a:lnTo>
                  <a:pt x="28" y="176"/>
                </a:lnTo>
                <a:lnTo>
                  <a:pt x="28" y="174"/>
                </a:lnTo>
                <a:lnTo>
                  <a:pt x="28" y="174"/>
                </a:lnTo>
                <a:lnTo>
                  <a:pt x="29" y="174"/>
                </a:lnTo>
                <a:lnTo>
                  <a:pt x="30" y="176"/>
                </a:lnTo>
                <a:lnTo>
                  <a:pt x="30" y="176"/>
                </a:lnTo>
                <a:lnTo>
                  <a:pt x="30" y="175"/>
                </a:lnTo>
                <a:lnTo>
                  <a:pt x="30" y="174"/>
                </a:lnTo>
                <a:lnTo>
                  <a:pt x="28" y="171"/>
                </a:lnTo>
                <a:lnTo>
                  <a:pt x="28" y="171"/>
                </a:lnTo>
                <a:lnTo>
                  <a:pt x="28" y="170"/>
                </a:lnTo>
                <a:lnTo>
                  <a:pt x="29" y="170"/>
                </a:lnTo>
                <a:lnTo>
                  <a:pt x="29" y="169"/>
                </a:lnTo>
                <a:lnTo>
                  <a:pt x="30" y="168"/>
                </a:lnTo>
                <a:lnTo>
                  <a:pt x="30" y="168"/>
                </a:lnTo>
                <a:lnTo>
                  <a:pt x="29" y="168"/>
                </a:lnTo>
                <a:lnTo>
                  <a:pt x="29" y="168"/>
                </a:lnTo>
                <a:lnTo>
                  <a:pt x="28" y="169"/>
                </a:lnTo>
                <a:lnTo>
                  <a:pt x="28" y="170"/>
                </a:lnTo>
                <a:lnTo>
                  <a:pt x="28" y="170"/>
                </a:lnTo>
                <a:lnTo>
                  <a:pt x="27" y="169"/>
                </a:lnTo>
                <a:lnTo>
                  <a:pt x="28" y="168"/>
                </a:lnTo>
                <a:lnTo>
                  <a:pt x="29" y="166"/>
                </a:lnTo>
                <a:lnTo>
                  <a:pt x="29" y="166"/>
                </a:lnTo>
                <a:lnTo>
                  <a:pt x="29" y="165"/>
                </a:lnTo>
                <a:lnTo>
                  <a:pt x="28" y="165"/>
                </a:lnTo>
                <a:lnTo>
                  <a:pt x="25" y="164"/>
                </a:lnTo>
                <a:lnTo>
                  <a:pt x="25" y="164"/>
                </a:lnTo>
                <a:lnTo>
                  <a:pt x="27" y="164"/>
                </a:lnTo>
                <a:lnTo>
                  <a:pt x="27" y="164"/>
                </a:lnTo>
                <a:lnTo>
                  <a:pt x="28" y="164"/>
                </a:lnTo>
                <a:lnTo>
                  <a:pt x="29" y="163"/>
                </a:lnTo>
                <a:lnTo>
                  <a:pt x="29" y="163"/>
                </a:lnTo>
                <a:lnTo>
                  <a:pt x="28" y="161"/>
                </a:lnTo>
                <a:lnTo>
                  <a:pt x="27" y="160"/>
                </a:lnTo>
                <a:lnTo>
                  <a:pt x="25" y="160"/>
                </a:lnTo>
                <a:lnTo>
                  <a:pt x="25" y="160"/>
                </a:lnTo>
                <a:lnTo>
                  <a:pt x="27" y="158"/>
                </a:lnTo>
                <a:lnTo>
                  <a:pt x="27" y="156"/>
                </a:lnTo>
                <a:lnTo>
                  <a:pt x="27" y="156"/>
                </a:lnTo>
                <a:lnTo>
                  <a:pt x="27" y="156"/>
                </a:lnTo>
                <a:lnTo>
                  <a:pt x="27" y="154"/>
                </a:lnTo>
                <a:lnTo>
                  <a:pt x="27" y="153"/>
                </a:lnTo>
                <a:lnTo>
                  <a:pt x="27" y="151"/>
                </a:lnTo>
                <a:lnTo>
                  <a:pt x="27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1"/>
                </a:lnTo>
                <a:lnTo>
                  <a:pt x="28" y="150"/>
                </a:lnTo>
                <a:lnTo>
                  <a:pt x="28" y="150"/>
                </a:lnTo>
                <a:lnTo>
                  <a:pt x="27" y="149"/>
                </a:lnTo>
                <a:lnTo>
                  <a:pt x="27" y="149"/>
                </a:lnTo>
                <a:lnTo>
                  <a:pt x="27" y="149"/>
                </a:lnTo>
                <a:lnTo>
                  <a:pt x="27" y="148"/>
                </a:lnTo>
                <a:lnTo>
                  <a:pt x="25" y="146"/>
                </a:lnTo>
                <a:lnTo>
                  <a:pt x="27" y="145"/>
                </a:lnTo>
                <a:lnTo>
                  <a:pt x="27" y="145"/>
                </a:lnTo>
                <a:lnTo>
                  <a:pt x="29" y="146"/>
                </a:lnTo>
                <a:lnTo>
                  <a:pt x="29" y="146"/>
                </a:lnTo>
                <a:lnTo>
                  <a:pt x="29" y="154"/>
                </a:lnTo>
                <a:lnTo>
                  <a:pt x="29" y="160"/>
                </a:lnTo>
                <a:lnTo>
                  <a:pt x="31" y="173"/>
                </a:lnTo>
                <a:lnTo>
                  <a:pt x="31" y="173"/>
                </a:lnTo>
                <a:lnTo>
                  <a:pt x="31" y="173"/>
                </a:lnTo>
                <a:lnTo>
                  <a:pt x="31" y="171"/>
                </a:lnTo>
                <a:lnTo>
                  <a:pt x="31" y="171"/>
                </a:lnTo>
                <a:lnTo>
                  <a:pt x="33" y="178"/>
                </a:lnTo>
                <a:lnTo>
                  <a:pt x="33" y="178"/>
                </a:lnTo>
                <a:lnTo>
                  <a:pt x="31" y="180"/>
                </a:lnTo>
                <a:lnTo>
                  <a:pt x="31" y="180"/>
                </a:lnTo>
                <a:lnTo>
                  <a:pt x="33" y="180"/>
                </a:lnTo>
                <a:lnTo>
                  <a:pt x="33" y="180"/>
                </a:lnTo>
                <a:lnTo>
                  <a:pt x="31" y="181"/>
                </a:lnTo>
                <a:lnTo>
                  <a:pt x="31" y="183"/>
                </a:lnTo>
                <a:lnTo>
                  <a:pt x="31" y="183"/>
                </a:lnTo>
                <a:lnTo>
                  <a:pt x="29" y="181"/>
                </a:lnTo>
                <a:lnTo>
                  <a:pt x="29" y="180"/>
                </a:lnTo>
                <a:lnTo>
                  <a:pt x="29" y="178"/>
                </a:lnTo>
                <a:lnTo>
                  <a:pt x="29" y="178"/>
                </a:lnTo>
                <a:lnTo>
                  <a:pt x="27" y="181"/>
                </a:lnTo>
                <a:lnTo>
                  <a:pt x="25" y="188"/>
                </a:lnTo>
                <a:lnTo>
                  <a:pt x="25" y="188"/>
                </a:lnTo>
                <a:lnTo>
                  <a:pt x="24" y="188"/>
                </a:lnTo>
                <a:lnTo>
                  <a:pt x="24" y="188"/>
                </a:lnTo>
                <a:lnTo>
                  <a:pt x="25" y="189"/>
                </a:lnTo>
                <a:lnTo>
                  <a:pt x="27" y="189"/>
                </a:lnTo>
                <a:lnTo>
                  <a:pt x="29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5"/>
                </a:lnTo>
                <a:lnTo>
                  <a:pt x="28" y="185"/>
                </a:lnTo>
                <a:lnTo>
                  <a:pt x="27" y="184"/>
                </a:lnTo>
                <a:lnTo>
                  <a:pt x="27" y="184"/>
                </a:lnTo>
                <a:lnTo>
                  <a:pt x="31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3"/>
                </a:lnTo>
                <a:lnTo>
                  <a:pt x="34" y="191"/>
                </a:lnTo>
                <a:lnTo>
                  <a:pt x="34" y="195"/>
                </a:lnTo>
                <a:lnTo>
                  <a:pt x="34" y="200"/>
                </a:lnTo>
                <a:lnTo>
                  <a:pt x="34" y="200"/>
                </a:lnTo>
                <a:lnTo>
                  <a:pt x="34" y="201"/>
                </a:lnTo>
                <a:lnTo>
                  <a:pt x="34" y="204"/>
                </a:lnTo>
                <a:lnTo>
                  <a:pt x="34" y="210"/>
                </a:lnTo>
                <a:lnTo>
                  <a:pt x="34" y="210"/>
                </a:lnTo>
                <a:lnTo>
                  <a:pt x="35" y="210"/>
                </a:lnTo>
                <a:lnTo>
                  <a:pt x="36" y="211"/>
                </a:lnTo>
                <a:lnTo>
                  <a:pt x="36" y="213"/>
                </a:lnTo>
                <a:lnTo>
                  <a:pt x="36" y="213"/>
                </a:lnTo>
                <a:lnTo>
                  <a:pt x="34" y="214"/>
                </a:lnTo>
                <a:lnTo>
                  <a:pt x="31" y="214"/>
                </a:lnTo>
                <a:lnTo>
                  <a:pt x="31" y="214"/>
                </a:lnTo>
                <a:lnTo>
                  <a:pt x="33" y="220"/>
                </a:lnTo>
                <a:lnTo>
                  <a:pt x="33" y="220"/>
                </a:lnTo>
                <a:lnTo>
                  <a:pt x="34" y="220"/>
                </a:lnTo>
                <a:lnTo>
                  <a:pt x="35" y="219"/>
                </a:lnTo>
                <a:lnTo>
                  <a:pt x="35" y="219"/>
                </a:lnTo>
                <a:lnTo>
                  <a:pt x="34" y="218"/>
                </a:lnTo>
                <a:lnTo>
                  <a:pt x="33" y="215"/>
                </a:lnTo>
                <a:lnTo>
                  <a:pt x="33" y="215"/>
                </a:lnTo>
                <a:lnTo>
                  <a:pt x="35" y="214"/>
                </a:lnTo>
                <a:lnTo>
                  <a:pt x="36" y="215"/>
                </a:lnTo>
                <a:lnTo>
                  <a:pt x="36" y="218"/>
                </a:lnTo>
                <a:lnTo>
                  <a:pt x="36" y="220"/>
                </a:lnTo>
                <a:lnTo>
                  <a:pt x="36" y="220"/>
                </a:lnTo>
                <a:lnTo>
                  <a:pt x="35" y="220"/>
                </a:lnTo>
                <a:lnTo>
                  <a:pt x="35" y="220"/>
                </a:lnTo>
                <a:lnTo>
                  <a:pt x="35" y="221"/>
                </a:lnTo>
                <a:lnTo>
                  <a:pt x="36" y="223"/>
                </a:lnTo>
                <a:lnTo>
                  <a:pt x="36" y="223"/>
                </a:lnTo>
                <a:lnTo>
                  <a:pt x="36" y="223"/>
                </a:lnTo>
                <a:lnTo>
                  <a:pt x="37" y="239"/>
                </a:lnTo>
                <a:lnTo>
                  <a:pt x="37" y="239"/>
                </a:lnTo>
                <a:lnTo>
                  <a:pt x="37" y="245"/>
                </a:lnTo>
                <a:lnTo>
                  <a:pt x="37" y="250"/>
                </a:lnTo>
                <a:lnTo>
                  <a:pt x="37" y="250"/>
                </a:lnTo>
                <a:lnTo>
                  <a:pt x="39" y="255"/>
                </a:lnTo>
                <a:lnTo>
                  <a:pt x="39" y="255"/>
                </a:lnTo>
                <a:lnTo>
                  <a:pt x="39" y="259"/>
                </a:lnTo>
                <a:lnTo>
                  <a:pt x="40" y="262"/>
                </a:lnTo>
                <a:lnTo>
                  <a:pt x="40" y="262"/>
                </a:lnTo>
                <a:lnTo>
                  <a:pt x="41" y="260"/>
                </a:lnTo>
                <a:lnTo>
                  <a:pt x="42" y="259"/>
                </a:lnTo>
                <a:lnTo>
                  <a:pt x="42" y="259"/>
                </a:lnTo>
                <a:lnTo>
                  <a:pt x="43" y="258"/>
                </a:lnTo>
                <a:lnTo>
                  <a:pt x="43" y="258"/>
                </a:lnTo>
                <a:lnTo>
                  <a:pt x="43" y="253"/>
                </a:lnTo>
                <a:lnTo>
                  <a:pt x="45" y="252"/>
                </a:lnTo>
                <a:lnTo>
                  <a:pt x="46" y="250"/>
                </a:lnTo>
                <a:lnTo>
                  <a:pt x="46" y="250"/>
                </a:lnTo>
                <a:lnTo>
                  <a:pt x="43" y="248"/>
                </a:lnTo>
                <a:lnTo>
                  <a:pt x="42" y="245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3" y="245"/>
                </a:lnTo>
                <a:lnTo>
                  <a:pt x="43" y="245"/>
                </a:lnTo>
                <a:lnTo>
                  <a:pt x="45" y="240"/>
                </a:lnTo>
                <a:lnTo>
                  <a:pt x="45" y="240"/>
                </a:lnTo>
                <a:lnTo>
                  <a:pt x="45" y="239"/>
                </a:lnTo>
                <a:lnTo>
                  <a:pt x="43" y="240"/>
                </a:lnTo>
                <a:lnTo>
                  <a:pt x="42" y="240"/>
                </a:lnTo>
                <a:lnTo>
                  <a:pt x="42" y="239"/>
                </a:lnTo>
                <a:lnTo>
                  <a:pt x="42" y="239"/>
                </a:lnTo>
                <a:lnTo>
                  <a:pt x="41" y="240"/>
                </a:lnTo>
                <a:lnTo>
                  <a:pt x="42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4"/>
                </a:lnTo>
                <a:lnTo>
                  <a:pt x="41" y="243"/>
                </a:lnTo>
                <a:lnTo>
                  <a:pt x="40" y="242"/>
                </a:lnTo>
                <a:lnTo>
                  <a:pt x="40" y="242"/>
                </a:lnTo>
                <a:lnTo>
                  <a:pt x="40" y="234"/>
                </a:lnTo>
                <a:lnTo>
                  <a:pt x="40" y="225"/>
                </a:lnTo>
                <a:lnTo>
                  <a:pt x="40" y="225"/>
                </a:lnTo>
                <a:lnTo>
                  <a:pt x="40" y="225"/>
                </a:lnTo>
                <a:lnTo>
                  <a:pt x="40" y="226"/>
                </a:lnTo>
                <a:lnTo>
                  <a:pt x="41" y="228"/>
                </a:lnTo>
                <a:lnTo>
                  <a:pt x="41" y="229"/>
                </a:lnTo>
                <a:lnTo>
                  <a:pt x="41" y="229"/>
                </a:lnTo>
                <a:lnTo>
                  <a:pt x="42" y="228"/>
                </a:lnTo>
                <a:lnTo>
                  <a:pt x="42" y="228"/>
                </a:lnTo>
                <a:lnTo>
                  <a:pt x="42" y="225"/>
                </a:lnTo>
                <a:lnTo>
                  <a:pt x="42" y="225"/>
                </a:lnTo>
                <a:lnTo>
                  <a:pt x="42" y="224"/>
                </a:lnTo>
                <a:lnTo>
                  <a:pt x="42" y="224"/>
                </a:lnTo>
                <a:lnTo>
                  <a:pt x="41" y="224"/>
                </a:lnTo>
                <a:lnTo>
                  <a:pt x="41" y="223"/>
                </a:lnTo>
                <a:lnTo>
                  <a:pt x="41" y="223"/>
                </a:lnTo>
                <a:lnTo>
                  <a:pt x="42" y="223"/>
                </a:lnTo>
                <a:lnTo>
                  <a:pt x="42" y="223"/>
                </a:lnTo>
                <a:lnTo>
                  <a:pt x="42" y="220"/>
                </a:lnTo>
                <a:lnTo>
                  <a:pt x="42" y="220"/>
                </a:lnTo>
                <a:lnTo>
                  <a:pt x="41" y="220"/>
                </a:lnTo>
                <a:lnTo>
                  <a:pt x="42" y="219"/>
                </a:lnTo>
                <a:lnTo>
                  <a:pt x="42" y="219"/>
                </a:lnTo>
                <a:lnTo>
                  <a:pt x="43" y="218"/>
                </a:lnTo>
                <a:lnTo>
                  <a:pt x="43" y="215"/>
                </a:lnTo>
                <a:lnTo>
                  <a:pt x="43" y="215"/>
                </a:lnTo>
                <a:lnTo>
                  <a:pt x="42" y="216"/>
                </a:lnTo>
                <a:lnTo>
                  <a:pt x="41" y="218"/>
                </a:lnTo>
                <a:lnTo>
                  <a:pt x="40" y="218"/>
                </a:lnTo>
                <a:lnTo>
                  <a:pt x="40" y="218"/>
                </a:lnTo>
                <a:lnTo>
                  <a:pt x="41" y="216"/>
                </a:lnTo>
                <a:lnTo>
                  <a:pt x="41" y="216"/>
                </a:lnTo>
                <a:lnTo>
                  <a:pt x="42" y="215"/>
                </a:lnTo>
                <a:lnTo>
                  <a:pt x="42" y="215"/>
                </a:lnTo>
                <a:lnTo>
                  <a:pt x="42" y="214"/>
                </a:lnTo>
                <a:lnTo>
                  <a:pt x="42" y="214"/>
                </a:lnTo>
                <a:lnTo>
                  <a:pt x="41" y="214"/>
                </a:lnTo>
                <a:lnTo>
                  <a:pt x="40" y="214"/>
                </a:lnTo>
                <a:lnTo>
                  <a:pt x="40" y="215"/>
                </a:lnTo>
                <a:lnTo>
                  <a:pt x="40" y="215"/>
                </a:lnTo>
                <a:lnTo>
                  <a:pt x="40" y="215"/>
                </a:lnTo>
                <a:lnTo>
                  <a:pt x="39" y="214"/>
                </a:lnTo>
                <a:lnTo>
                  <a:pt x="40" y="214"/>
                </a:lnTo>
                <a:lnTo>
                  <a:pt x="40" y="214"/>
                </a:lnTo>
                <a:lnTo>
                  <a:pt x="39" y="211"/>
                </a:lnTo>
                <a:lnTo>
                  <a:pt x="39" y="211"/>
                </a:lnTo>
                <a:lnTo>
                  <a:pt x="39" y="201"/>
                </a:lnTo>
                <a:lnTo>
                  <a:pt x="39" y="201"/>
                </a:lnTo>
                <a:lnTo>
                  <a:pt x="39" y="204"/>
                </a:lnTo>
                <a:lnTo>
                  <a:pt x="39" y="206"/>
                </a:lnTo>
                <a:lnTo>
                  <a:pt x="39" y="206"/>
                </a:lnTo>
                <a:lnTo>
                  <a:pt x="40" y="205"/>
                </a:lnTo>
                <a:lnTo>
                  <a:pt x="40" y="205"/>
                </a:lnTo>
                <a:lnTo>
                  <a:pt x="40" y="203"/>
                </a:lnTo>
                <a:lnTo>
                  <a:pt x="40" y="203"/>
                </a:lnTo>
                <a:lnTo>
                  <a:pt x="42" y="201"/>
                </a:lnTo>
                <a:lnTo>
                  <a:pt x="43" y="200"/>
                </a:lnTo>
                <a:lnTo>
                  <a:pt x="43" y="200"/>
                </a:lnTo>
                <a:lnTo>
                  <a:pt x="42" y="200"/>
                </a:lnTo>
                <a:lnTo>
                  <a:pt x="42" y="200"/>
                </a:lnTo>
                <a:lnTo>
                  <a:pt x="41" y="200"/>
                </a:lnTo>
                <a:lnTo>
                  <a:pt x="40" y="200"/>
                </a:lnTo>
                <a:lnTo>
                  <a:pt x="40" y="200"/>
                </a:lnTo>
                <a:lnTo>
                  <a:pt x="40" y="199"/>
                </a:lnTo>
                <a:lnTo>
                  <a:pt x="41" y="198"/>
                </a:lnTo>
                <a:lnTo>
                  <a:pt x="43" y="198"/>
                </a:lnTo>
                <a:lnTo>
                  <a:pt x="45" y="196"/>
                </a:lnTo>
                <a:lnTo>
                  <a:pt x="45" y="196"/>
                </a:lnTo>
                <a:lnTo>
                  <a:pt x="45" y="194"/>
                </a:lnTo>
                <a:lnTo>
                  <a:pt x="46" y="191"/>
                </a:lnTo>
                <a:lnTo>
                  <a:pt x="46" y="191"/>
                </a:lnTo>
                <a:lnTo>
                  <a:pt x="45" y="190"/>
                </a:lnTo>
                <a:lnTo>
                  <a:pt x="43" y="190"/>
                </a:lnTo>
                <a:lnTo>
                  <a:pt x="43" y="190"/>
                </a:lnTo>
                <a:lnTo>
                  <a:pt x="43" y="188"/>
                </a:lnTo>
                <a:lnTo>
                  <a:pt x="45" y="188"/>
                </a:lnTo>
                <a:lnTo>
                  <a:pt x="45" y="186"/>
                </a:lnTo>
                <a:lnTo>
                  <a:pt x="45" y="184"/>
                </a:lnTo>
                <a:lnTo>
                  <a:pt x="45" y="184"/>
                </a:lnTo>
                <a:lnTo>
                  <a:pt x="47" y="184"/>
                </a:lnTo>
                <a:lnTo>
                  <a:pt x="47" y="183"/>
                </a:lnTo>
                <a:lnTo>
                  <a:pt x="48" y="183"/>
                </a:lnTo>
                <a:lnTo>
                  <a:pt x="51" y="183"/>
                </a:lnTo>
                <a:lnTo>
                  <a:pt x="51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8"/>
                </a:lnTo>
                <a:lnTo>
                  <a:pt x="52" y="188"/>
                </a:lnTo>
                <a:lnTo>
                  <a:pt x="53" y="186"/>
                </a:lnTo>
                <a:lnTo>
                  <a:pt x="53" y="185"/>
                </a:lnTo>
                <a:lnTo>
                  <a:pt x="53" y="185"/>
                </a:lnTo>
                <a:lnTo>
                  <a:pt x="54" y="186"/>
                </a:lnTo>
                <a:lnTo>
                  <a:pt x="54" y="186"/>
                </a:lnTo>
                <a:lnTo>
                  <a:pt x="54" y="188"/>
                </a:lnTo>
                <a:lnTo>
                  <a:pt x="53" y="188"/>
                </a:lnTo>
                <a:lnTo>
                  <a:pt x="53" y="188"/>
                </a:lnTo>
                <a:lnTo>
                  <a:pt x="54" y="189"/>
                </a:lnTo>
                <a:lnTo>
                  <a:pt x="54" y="189"/>
                </a:lnTo>
                <a:lnTo>
                  <a:pt x="53" y="190"/>
                </a:lnTo>
                <a:lnTo>
                  <a:pt x="53" y="190"/>
                </a:lnTo>
                <a:lnTo>
                  <a:pt x="53" y="190"/>
                </a:lnTo>
                <a:lnTo>
                  <a:pt x="53" y="189"/>
                </a:lnTo>
                <a:lnTo>
                  <a:pt x="53" y="189"/>
                </a:lnTo>
                <a:lnTo>
                  <a:pt x="51" y="189"/>
                </a:lnTo>
                <a:lnTo>
                  <a:pt x="50" y="188"/>
                </a:lnTo>
                <a:lnTo>
                  <a:pt x="50" y="188"/>
                </a:lnTo>
                <a:lnTo>
                  <a:pt x="48" y="189"/>
                </a:lnTo>
                <a:lnTo>
                  <a:pt x="48" y="189"/>
                </a:lnTo>
                <a:lnTo>
                  <a:pt x="50" y="191"/>
                </a:lnTo>
                <a:lnTo>
                  <a:pt x="50" y="191"/>
                </a:lnTo>
                <a:lnTo>
                  <a:pt x="48" y="191"/>
                </a:lnTo>
                <a:lnTo>
                  <a:pt x="46" y="191"/>
                </a:lnTo>
                <a:lnTo>
                  <a:pt x="46" y="191"/>
                </a:lnTo>
                <a:lnTo>
                  <a:pt x="46" y="193"/>
                </a:lnTo>
                <a:lnTo>
                  <a:pt x="47" y="193"/>
                </a:lnTo>
                <a:lnTo>
                  <a:pt x="48" y="194"/>
                </a:lnTo>
                <a:lnTo>
                  <a:pt x="48" y="194"/>
                </a:lnTo>
                <a:lnTo>
                  <a:pt x="48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3"/>
                </a:lnTo>
                <a:lnTo>
                  <a:pt x="51" y="193"/>
                </a:lnTo>
                <a:lnTo>
                  <a:pt x="51" y="193"/>
                </a:lnTo>
                <a:lnTo>
                  <a:pt x="51" y="194"/>
                </a:lnTo>
                <a:lnTo>
                  <a:pt x="51" y="195"/>
                </a:lnTo>
                <a:lnTo>
                  <a:pt x="50" y="195"/>
                </a:lnTo>
                <a:lnTo>
                  <a:pt x="50" y="195"/>
                </a:lnTo>
                <a:lnTo>
                  <a:pt x="52" y="196"/>
                </a:lnTo>
                <a:lnTo>
                  <a:pt x="52" y="199"/>
                </a:lnTo>
                <a:lnTo>
                  <a:pt x="52" y="199"/>
                </a:lnTo>
                <a:lnTo>
                  <a:pt x="50" y="199"/>
                </a:lnTo>
                <a:lnTo>
                  <a:pt x="48" y="200"/>
                </a:lnTo>
                <a:lnTo>
                  <a:pt x="48" y="201"/>
                </a:lnTo>
                <a:lnTo>
                  <a:pt x="48" y="201"/>
                </a:lnTo>
                <a:lnTo>
                  <a:pt x="48" y="201"/>
                </a:lnTo>
                <a:lnTo>
                  <a:pt x="47" y="201"/>
                </a:lnTo>
                <a:lnTo>
                  <a:pt x="47" y="201"/>
                </a:lnTo>
                <a:lnTo>
                  <a:pt x="46" y="201"/>
                </a:lnTo>
                <a:lnTo>
                  <a:pt x="46" y="201"/>
                </a:lnTo>
                <a:lnTo>
                  <a:pt x="47" y="203"/>
                </a:lnTo>
                <a:lnTo>
                  <a:pt x="47" y="204"/>
                </a:lnTo>
                <a:lnTo>
                  <a:pt x="47" y="204"/>
                </a:lnTo>
                <a:lnTo>
                  <a:pt x="46" y="205"/>
                </a:lnTo>
                <a:lnTo>
                  <a:pt x="46" y="205"/>
                </a:lnTo>
                <a:lnTo>
                  <a:pt x="46" y="205"/>
                </a:lnTo>
                <a:lnTo>
                  <a:pt x="43" y="205"/>
                </a:lnTo>
                <a:lnTo>
                  <a:pt x="41" y="205"/>
                </a:lnTo>
                <a:lnTo>
                  <a:pt x="41" y="205"/>
                </a:lnTo>
                <a:lnTo>
                  <a:pt x="42" y="206"/>
                </a:lnTo>
                <a:lnTo>
                  <a:pt x="43" y="208"/>
                </a:lnTo>
                <a:lnTo>
                  <a:pt x="43" y="209"/>
                </a:lnTo>
                <a:lnTo>
                  <a:pt x="43" y="209"/>
                </a:lnTo>
                <a:lnTo>
                  <a:pt x="42" y="209"/>
                </a:lnTo>
                <a:lnTo>
                  <a:pt x="41" y="208"/>
                </a:lnTo>
                <a:lnTo>
                  <a:pt x="41" y="208"/>
                </a:lnTo>
                <a:lnTo>
                  <a:pt x="40" y="208"/>
                </a:lnTo>
                <a:lnTo>
                  <a:pt x="40" y="208"/>
                </a:lnTo>
                <a:lnTo>
                  <a:pt x="40" y="209"/>
                </a:lnTo>
                <a:lnTo>
                  <a:pt x="40" y="209"/>
                </a:lnTo>
                <a:lnTo>
                  <a:pt x="42" y="210"/>
                </a:lnTo>
                <a:lnTo>
                  <a:pt x="42" y="210"/>
                </a:lnTo>
                <a:lnTo>
                  <a:pt x="40" y="210"/>
                </a:lnTo>
                <a:lnTo>
                  <a:pt x="40" y="211"/>
                </a:lnTo>
                <a:lnTo>
                  <a:pt x="40" y="213"/>
                </a:lnTo>
                <a:lnTo>
                  <a:pt x="40" y="213"/>
                </a:lnTo>
                <a:lnTo>
                  <a:pt x="41" y="213"/>
                </a:lnTo>
                <a:lnTo>
                  <a:pt x="42" y="214"/>
                </a:lnTo>
                <a:lnTo>
                  <a:pt x="42" y="214"/>
                </a:lnTo>
                <a:lnTo>
                  <a:pt x="43" y="214"/>
                </a:lnTo>
                <a:lnTo>
                  <a:pt x="42" y="213"/>
                </a:lnTo>
                <a:lnTo>
                  <a:pt x="42" y="211"/>
                </a:lnTo>
                <a:lnTo>
                  <a:pt x="42" y="210"/>
                </a:lnTo>
                <a:lnTo>
                  <a:pt x="42" y="210"/>
                </a:lnTo>
                <a:lnTo>
                  <a:pt x="43" y="210"/>
                </a:lnTo>
                <a:lnTo>
                  <a:pt x="43" y="210"/>
                </a:lnTo>
                <a:lnTo>
                  <a:pt x="45" y="209"/>
                </a:lnTo>
                <a:lnTo>
                  <a:pt x="45" y="209"/>
                </a:lnTo>
                <a:lnTo>
                  <a:pt x="46" y="209"/>
                </a:lnTo>
                <a:lnTo>
                  <a:pt x="46" y="209"/>
                </a:lnTo>
                <a:lnTo>
                  <a:pt x="47" y="208"/>
                </a:lnTo>
                <a:lnTo>
                  <a:pt x="47" y="208"/>
                </a:lnTo>
                <a:lnTo>
                  <a:pt x="47" y="208"/>
                </a:lnTo>
                <a:lnTo>
                  <a:pt x="48" y="210"/>
                </a:lnTo>
                <a:lnTo>
                  <a:pt x="48" y="210"/>
                </a:lnTo>
                <a:lnTo>
                  <a:pt x="46" y="209"/>
                </a:lnTo>
                <a:lnTo>
                  <a:pt x="46" y="209"/>
                </a:lnTo>
                <a:lnTo>
                  <a:pt x="47" y="211"/>
                </a:lnTo>
                <a:lnTo>
                  <a:pt x="47" y="213"/>
                </a:lnTo>
                <a:lnTo>
                  <a:pt x="47" y="213"/>
                </a:lnTo>
                <a:lnTo>
                  <a:pt x="50" y="211"/>
                </a:lnTo>
                <a:lnTo>
                  <a:pt x="50" y="210"/>
                </a:lnTo>
                <a:lnTo>
                  <a:pt x="50" y="206"/>
                </a:lnTo>
                <a:lnTo>
                  <a:pt x="50" y="206"/>
                </a:lnTo>
                <a:lnTo>
                  <a:pt x="51" y="206"/>
                </a:lnTo>
                <a:lnTo>
                  <a:pt x="51" y="208"/>
                </a:lnTo>
                <a:lnTo>
                  <a:pt x="51" y="209"/>
                </a:lnTo>
                <a:lnTo>
                  <a:pt x="51" y="209"/>
                </a:lnTo>
                <a:lnTo>
                  <a:pt x="53" y="209"/>
                </a:lnTo>
                <a:lnTo>
                  <a:pt x="54" y="209"/>
                </a:lnTo>
                <a:lnTo>
                  <a:pt x="54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8"/>
                </a:lnTo>
                <a:lnTo>
                  <a:pt x="54" y="206"/>
                </a:lnTo>
                <a:lnTo>
                  <a:pt x="54" y="205"/>
                </a:lnTo>
                <a:lnTo>
                  <a:pt x="56" y="205"/>
                </a:lnTo>
                <a:lnTo>
                  <a:pt x="56" y="205"/>
                </a:lnTo>
                <a:lnTo>
                  <a:pt x="57" y="205"/>
                </a:lnTo>
                <a:lnTo>
                  <a:pt x="57" y="208"/>
                </a:lnTo>
                <a:lnTo>
                  <a:pt x="57" y="214"/>
                </a:lnTo>
                <a:lnTo>
                  <a:pt x="57" y="214"/>
                </a:lnTo>
                <a:lnTo>
                  <a:pt x="57" y="216"/>
                </a:lnTo>
                <a:lnTo>
                  <a:pt x="57" y="219"/>
                </a:lnTo>
                <a:lnTo>
                  <a:pt x="57" y="219"/>
                </a:lnTo>
                <a:lnTo>
                  <a:pt x="57" y="218"/>
                </a:lnTo>
                <a:lnTo>
                  <a:pt x="57" y="216"/>
                </a:lnTo>
                <a:lnTo>
                  <a:pt x="57" y="216"/>
                </a:lnTo>
                <a:lnTo>
                  <a:pt x="57" y="218"/>
                </a:lnTo>
                <a:lnTo>
                  <a:pt x="57" y="219"/>
                </a:lnTo>
                <a:lnTo>
                  <a:pt x="57" y="220"/>
                </a:lnTo>
                <a:lnTo>
                  <a:pt x="57" y="220"/>
                </a:lnTo>
                <a:lnTo>
                  <a:pt x="57" y="221"/>
                </a:lnTo>
                <a:lnTo>
                  <a:pt x="56" y="223"/>
                </a:lnTo>
                <a:lnTo>
                  <a:pt x="56" y="223"/>
                </a:lnTo>
                <a:lnTo>
                  <a:pt x="58" y="225"/>
                </a:lnTo>
                <a:lnTo>
                  <a:pt x="58" y="225"/>
                </a:lnTo>
                <a:lnTo>
                  <a:pt x="57" y="228"/>
                </a:lnTo>
                <a:lnTo>
                  <a:pt x="57" y="228"/>
                </a:lnTo>
                <a:lnTo>
                  <a:pt x="58" y="230"/>
                </a:lnTo>
                <a:lnTo>
                  <a:pt x="58" y="233"/>
                </a:lnTo>
                <a:lnTo>
                  <a:pt x="57" y="234"/>
                </a:lnTo>
                <a:lnTo>
                  <a:pt x="57" y="234"/>
                </a:lnTo>
                <a:lnTo>
                  <a:pt x="56" y="233"/>
                </a:lnTo>
                <a:lnTo>
                  <a:pt x="54" y="231"/>
                </a:lnTo>
                <a:lnTo>
                  <a:pt x="53" y="230"/>
                </a:lnTo>
                <a:lnTo>
                  <a:pt x="54" y="228"/>
                </a:lnTo>
                <a:lnTo>
                  <a:pt x="54" y="228"/>
                </a:lnTo>
                <a:lnTo>
                  <a:pt x="53" y="228"/>
                </a:lnTo>
                <a:lnTo>
                  <a:pt x="53" y="229"/>
                </a:lnTo>
                <a:lnTo>
                  <a:pt x="52" y="233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3"/>
                </a:lnTo>
                <a:lnTo>
                  <a:pt x="54" y="234"/>
                </a:lnTo>
                <a:lnTo>
                  <a:pt x="56" y="235"/>
                </a:lnTo>
                <a:lnTo>
                  <a:pt x="56" y="235"/>
                </a:lnTo>
                <a:lnTo>
                  <a:pt x="56" y="237"/>
                </a:lnTo>
                <a:lnTo>
                  <a:pt x="56" y="238"/>
                </a:lnTo>
                <a:lnTo>
                  <a:pt x="57" y="238"/>
                </a:lnTo>
                <a:lnTo>
                  <a:pt x="57" y="238"/>
                </a:lnTo>
                <a:lnTo>
                  <a:pt x="57" y="237"/>
                </a:lnTo>
                <a:lnTo>
                  <a:pt x="57" y="237"/>
                </a:lnTo>
                <a:lnTo>
                  <a:pt x="57" y="235"/>
                </a:lnTo>
                <a:lnTo>
                  <a:pt x="58" y="234"/>
                </a:lnTo>
                <a:lnTo>
                  <a:pt x="58" y="234"/>
                </a:lnTo>
                <a:lnTo>
                  <a:pt x="58" y="237"/>
                </a:lnTo>
                <a:lnTo>
                  <a:pt x="58" y="239"/>
                </a:lnTo>
                <a:lnTo>
                  <a:pt x="58" y="244"/>
                </a:lnTo>
                <a:lnTo>
                  <a:pt x="58" y="244"/>
                </a:lnTo>
                <a:lnTo>
                  <a:pt x="59" y="247"/>
                </a:lnTo>
                <a:lnTo>
                  <a:pt x="59" y="247"/>
                </a:lnTo>
                <a:lnTo>
                  <a:pt x="59" y="255"/>
                </a:lnTo>
                <a:lnTo>
                  <a:pt x="59" y="255"/>
                </a:lnTo>
                <a:lnTo>
                  <a:pt x="59" y="262"/>
                </a:lnTo>
                <a:lnTo>
                  <a:pt x="59" y="268"/>
                </a:lnTo>
                <a:lnTo>
                  <a:pt x="59" y="268"/>
                </a:lnTo>
                <a:lnTo>
                  <a:pt x="58" y="268"/>
                </a:lnTo>
                <a:lnTo>
                  <a:pt x="58" y="268"/>
                </a:lnTo>
                <a:lnTo>
                  <a:pt x="58" y="269"/>
                </a:lnTo>
                <a:lnTo>
                  <a:pt x="59" y="270"/>
                </a:lnTo>
                <a:lnTo>
                  <a:pt x="59" y="270"/>
                </a:lnTo>
                <a:lnTo>
                  <a:pt x="57" y="270"/>
                </a:lnTo>
                <a:lnTo>
                  <a:pt x="58" y="270"/>
                </a:lnTo>
                <a:lnTo>
                  <a:pt x="58" y="273"/>
                </a:lnTo>
                <a:lnTo>
                  <a:pt x="59" y="274"/>
                </a:lnTo>
                <a:lnTo>
                  <a:pt x="59" y="274"/>
                </a:lnTo>
                <a:lnTo>
                  <a:pt x="59" y="275"/>
                </a:lnTo>
                <a:lnTo>
                  <a:pt x="60" y="275"/>
                </a:lnTo>
                <a:lnTo>
                  <a:pt x="60" y="275"/>
                </a:lnTo>
                <a:lnTo>
                  <a:pt x="60" y="279"/>
                </a:lnTo>
                <a:lnTo>
                  <a:pt x="60" y="280"/>
                </a:lnTo>
                <a:lnTo>
                  <a:pt x="59" y="282"/>
                </a:lnTo>
                <a:lnTo>
                  <a:pt x="59" y="282"/>
                </a:lnTo>
                <a:lnTo>
                  <a:pt x="59" y="283"/>
                </a:lnTo>
                <a:lnTo>
                  <a:pt x="59" y="283"/>
                </a:lnTo>
                <a:lnTo>
                  <a:pt x="60" y="284"/>
                </a:lnTo>
                <a:lnTo>
                  <a:pt x="60" y="285"/>
                </a:lnTo>
                <a:lnTo>
                  <a:pt x="60" y="285"/>
                </a:lnTo>
                <a:lnTo>
                  <a:pt x="58" y="285"/>
                </a:lnTo>
                <a:lnTo>
                  <a:pt x="58" y="283"/>
                </a:lnTo>
                <a:lnTo>
                  <a:pt x="58" y="283"/>
                </a:lnTo>
                <a:lnTo>
                  <a:pt x="57" y="283"/>
                </a:lnTo>
                <a:lnTo>
                  <a:pt x="57" y="284"/>
                </a:lnTo>
                <a:lnTo>
                  <a:pt x="56" y="287"/>
                </a:lnTo>
                <a:lnTo>
                  <a:pt x="56" y="287"/>
                </a:lnTo>
                <a:lnTo>
                  <a:pt x="58" y="287"/>
                </a:lnTo>
                <a:lnTo>
                  <a:pt x="59" y="285"/>
                </a:lnTo>
                <a:lnTo>
                  <a:pt x="59" y="285"/>
                </a:lnTo>
                <a:lnTo>
                  <a:pt x="60" y="308"/>
                </a:lnTo>
                <a:lnTo>
                  <a:pt x="60" y="329"/>
                </a:lnTo>
                <a:lnTo>
                  <a:pt x="59" y="372"/>
                </a:lnTo>
                <a:lnTo>
                  <a:pt x="59" y="372"/>
                </a:lnTo>
                <a:lnTo>
                  <a:pt x="59" y="384"/>
                </a:lnTo>
                <a:lnTo>
                  <a:pt x="59" y="384"/>
                </a:lnTo>
                <a:lnTo>
                  <a:pt x="59" y="387"/>
                </a:lnTo>
                <a:lnTo>
                  <a:pt x="59" y="387"/>
                </a:lnTo>
                <a:lnTo>
                  <a:pt x="59" y="395"/>
                </a:lnTo>
                <a:lnTo>
                  <a:pt x="59" y="395"/>
                </a:lnTo>
                <a:lnTo>
                  <a:pt x="59" y="402"/>
                </a:lnTo>
                <a:lnTo>
                  <a:pt x="59" y="402"/>
                </a:lnTo>
                <a:lnTo>
                  <a:pt x="59" y="409"/>
                </a:lnTo>
                <a:lnTo>
                  <a:pt x="59" y="418"/>
                </a:lnTo>
                <a:lnTo>
                  <a:pt x="59" y="418"/>
                </a:lnTo>
                <a:lnTo>
                  <a:pt x="60" y="423"/>
                </a:lnTo>
                <a:lnTo>
                  <a:pt x="60" y="425"/>
                </a:lnTo>
                <a:lnTo>
                  <a:pt x="59" y="428"/>
                </a:lnTo>
                <a:lnTo>
                  <a:pt x="59" y="428"/>
                </a:lnTo>
                <a:lnTo>
                  <a:pt x="59" y="433"/>
                </a:lnTo>
                <a:lnTo>
                  <a:pt x="59" y="437"/>
                </a:lnTo>
                <a:lnTo>
                  <a:pt x="59" y="437"/>
                </a:lnTo>
                <a:lnTo>
                  <a:pt x="59" y="435"/>
                </a:lnTo>
                <a:lnTo>
                  <a:pt x="60" y="435"/>
                </a:lnTo>
                <a:lnTo>
                  <a:pt x="60" y="435"/>
                </a:lnTo>
                <a:lnTo>
                  <a:pt x="60" y="442"/>
                </a:lnTo>
                <a:lnTo>
                  <a:pt x="60" y="448"/>
                </a:lnTo>
                <a:lnTo>
                  <a:pt x="60" y="448"/>
                </a:lnTo>
                <a:lnTo>
                  <a:pt x="58" y="447"/>
                </a:lnTo>
                <a:lnTo>
                  <a:pt x="58" y="447"/>
                </a:lnTo>
                <a:lnTo>
                  <a:pt x="58" y="448"/>
                </a:lnTo>
                <a:lnTo>
                  <a:pt x="59" y="449"/>
                </a:lnTo>
                <a:lnTo>
                  <a:pt x="60" y="450"/>
                </a:lnTo>
                <a:lnTo>
                  <a:pt x="60" y="450"/>
                </a:lnTo>
                <a:lnTo>
                  <a:pt x="60" y="450"/>
                </a:lnTo>
                <a:lnTo>
                  <a:pt x="59" y="450"/>
                </a:lnTo>
                <a:lnTo>
                  <a:pt x="58" y="450"/>
                </a:lnTo>
                <a:lnTo>
                  <a:pt x="58" y="450"/>
                </a:lnTo>
                <a:lnTo>
                  <a:pt x="59" y="454"/>
                </a:lnTo>
                <a:lnTo>
                  <a:pt x="59" y="454"/>
                </a:lnTo>
                <a:lnTo>
                  <a:pt x="59" y="457"/>
                </a:lnTo>
                <a:lnTo>
                  <a:pt x="59" y="459"/>
                </a:lnTo>
                <a:lnTo>
                  <a:pt x="59" y="459"/>
                </a:lnTo>
                <a:lnTo>
                  <a:pt x="59" y="463"/>
                </a:lnTo>
                <a:lnTo>
                  <a:pt x="59" y="463"/>
                </a:lnTo>
                <a:lnTo>
                  <a:pt x="59" y="465"/>
                </a:lnTo>
                <a:lnTo>
                  <a:pt x="60" y="469"/>
                </a:lnTo>
                <a:lnTo>
                  <a:pt x="60" y="469"/>
                </a:lnTo>
                <a:lnTo>
                  <a:pt x="59" y="472"/>
                </a:lnTo>
                <a:lnTo>
                  <a:pt x="59" y="472"/>
                </a:lnTo>
                <a:lnTo>
                  <a:pt x="59" y="473"/>
                </a:lnTo>
                <a:lnTo>
                  <a:pt x="59" y="474"/>
                </a:lnTo>
                <a:lnTo>
                  <a:pt x="59" y="474"/>
                </a:lnTo>
                <a:lnTo>
                  <a:pt x="59" y="474"/>
                </a:lnTo>
                <a:lnTo>
                  <a:pt x="60" y="484"/>
                </a:lnTo>
                <a:lnTo>
                  <a:pt x="60" y="484"/>
                </a:lnTo>
                <a:lnTo>
                  <a:pt x="60" y="487"/>
                </a:lnTo>
                <a:lnTo>
                  <a:pt x="60" y="487"/>
                </a:lnTo>
                <a:lnTo>
                  <a:pt x="60" y="489"/>
                </a:lnTo>
                <a:lnTo>
                  <a:pt x="60" y="489"/>
                </a:lnTo>
                <a:lnTo>
                  <a:pt x="60" y="491"/>
                </a:lnTo>
                <a:lnTo>
                  <a:pt x="59" y="491"/>
                </a:lnTo>
                <a:lnTo>
                  <a:pt x="59" y="491"/>
                </a:lnTo>
                <a:lnTo>
                  <a:pt x="60" y="493"/>
                </a:lnTo>
                <a:lnTo>
                  <a:pt x="60" y="493"/>
                </a:lnTo>
                <a:lnTo>
                  <a:pt x="59" y="497"/>
                </a:lnTo>
                <a:lnTo>
                  <a:pt x="59" y="502"/>
                </a:lnTo>
                <a:lnTo>
                  <a:pt x="59" y="502"/>
                </a:lnTo>
                <a:lnTo>
                  <a:pt x="60" y="504"/>
                </a:lnTo>
                <a:lnTo>
                  <a:pt x="60" y="504"/>
                </a:lnTo>
                <a:lnTo>
                  <a:pt x="59" y="507"/>
                </a:lnTo>
                <a:lnTo>
                  <a:pt x="59" y="507"/>
                </a:lnTo>
                <a:lnTo>
                  <a:pt x="60" y="509"/>
                </a:lnTo>
                <a:lnTo>
                  <a:pt x="59" y="512"/>
                </a:lnTo>
                <a:lnTo>
                  <a:pt x="59" y="512"/>
                </a:lnTo>
                <a:lnTo>
                  <a:pt x="60" y="517"/>
                </a:lnTo>
                <a:lnTo>
                  <a:pt x="60" y="517"/>
                </a:lnTo>
                <a:lnTo>
                  <a:pt x="60" y="518"/>
                </a:lnTo>
                <a:lnTo>
                  <a:pt x="60" y="518"/>
                </a:lnTo>
                <a:lnTo>
                  <a:pt x="62" y="533"/>
                </a:lnTo>
                <a:lnTo>
                  <a:pt x="62" y="533"/>
                </a:lnTo>
                <a:lnTo>
                  <a:pt x="60" y="534"/>
                </a:lnTo>
                <a:lnTo>
                  <a:pt x="60" y="534"/>
                </a:lnTo>
                <a:lnTo>
                  <a:pt x="60" y="541"/>
                </a:lnTo>
                <a:lnTo>
                  <a:pt x="60" y="546"/>
                </a:lnTo>
                <a:lnTo>
                  <a:pt x="60" y="546"/>
                </a:lnTo>
                <a:lnTo>
                  <a:pt x="60" y="547"/>
                </a:lnTo>
                <a:lnTo>
                  <a:pt x="59" y="547"/>
                </a:lnTo>
                <a:lnTo>
                  <a:pt x="59" y="547"/>
                </a:lnTo>
                <a:lnTo>
                  <a:pt x="59" y="557"/>
                </a:lnTo>
                <a:lnTo>
                  <a:pt x="59" y="557"/>
                </a:lnTo>
                <a:lnTo>
                  <a:pt x="59" y="558"/>
                </a:lnTo>
                <a:lnTo>
                  <a:pt x="58" y="558"/>
                </a:lnTo>
                <a:lnTo>
                  <a:pt x="58" y="558"/>
                </a:lnTo>
                <a:lnTo>
                  <a:pt x="58" y="558"/>
                </a:lnTo>
                <a:lnTo>
                  <a:pt x="59" y="559"/>
                </a:lnTo>
                <a:lnTo>
                  <a:pt x="59" y="559"/>
                </a:lnTo>
                <a:lnTo>
                  <a:pt x="59" y="564"/>
                </a:lnTo>
                <a:lnTo>
                  <a:pt x="59" y="567"/>
                </a:lnTo>
                <a:lnTo>
                  <a:pt x="58" y="568"/>
                </a:lnTo>
                <a:lnTo>
                  <a:pt x="58" y="568"/>
                </a:lnTo>
                <a:lnTo>
                  <a:pt x="58" y="573"/>
                </a:lnTo>
                <a:lnTo>
                  <a:pt x="58" y="573"/>
                </a:lnTo>
                <a:lnTo>
                  <a:pt x="57" y="574"/>
                </a:lnTo>
                <a:lnTo>
                  <a:pt x="56" y="574"/>
                </a:lnTo>
                <a:lnTo>
                  <a:pt x="56" y="574"/>
                </a:lnTo>
                <a:lnTo>
                  <a:pt x="56" y="576"/>
                </a:lnTo>
                <a:lnTo>
                  <a:pt x="56" y="576"/>
                </a:lnTo>
                <a:lnTo>
                  <a:pt x="58" y="576"/>
                </a:lnTo>
                <a:lnTo>
                  <a:pt x="58" y="576"/>
                </a:lnTo>
                <a:lnTo>
                  <a:pt x="58" y="578"/>
                </a:lnTo>
                <a:lnTo>
                  <a:pt x="57" y="578"/>
                </a:lnTo>
                <a:lnTo>
                  <a:pt x="56" y="581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8" y="582"/>
                </a:lnTo>
                <a:lnTo>
                  <a:pt x="58" y="588"/>
                </a:lnTo>
                <a:lnTo>
                  <a:pt x="57" y="593"/>
                </a:lnTo>
                <a:lnTo>
                  <a:pt x="57" y="593"/>
                </a:lnTo>
                <a:lnTo>
                  <a:pt x="56" y="597"/>
                </a:lnTo>
                <a:lnTo>
                  <a:pt x="56" y="597"/>
                </a:lnTo>
                <a:lnTo>
                  <a:pt x="57" y="604"/>
                </a:lnTo>
                <a:lnTo>
                  <a:pt x="57" y="604"/>
                </a:lnTo>
                <a:lnTo>
                  <a:pt x="57" y="607"/>
                </a:lnTo>
                <a:lnTo>
                  <a:pt x="56" y="609"/>
                </a:lnTo>
                <a:lnTo>
                  <a:pt x="56" y="609"/>
                </a:lnTo>
                <a:lnTo>
                  <a:pt x="57" y="611"/>
                </a:lnTo>
                <a:lnTo>
                  <a:pt x="57" y="611"/>
                </a:lnTo>
                <a:lnTo>
                  <a:pt x="57" y="613"/>
                </a:lnTo>
                <a:lnTo>
                  <a:pt x="57" y="614"/>
                </a:lnTo>
                <a:lnTo>
                  <a:pt x="58" y="617"/>
                </a:lnTo>
                <a:lnTo>
                  <a:pt x="58" y="619"/>
                </a:lnTo>
                <a:lnTo>
                  <a:pt x="58" y="619"/>
                </a:lnTo>
                <a:lnTo>
                  <a:pt x="59" y="621"/>
                </a:lnTo>
                <a:lnTo>
                  <a:pt x="59" y="621"/>
                </a:lnTo>
                <a:lnTo>
                  <a:pt x="60" y="623"/>
                </a:lnTo>
                <a:lnTo>
                  <a:pt x="60" y="623"/>
                </a:lnTo>
                <a:lnTo>
                  <a:pt x="62" y="622"/>
                </a:lnTo>
                <a:lnTo>
                  <a:pt x="62" y="622"/>
                </a:lnTo>
                <a:lnTo>
                  <a:pt x="60" y="621"/>
                </a:lnTo>
                <a:lnTo>
                  <a:pt x="60" y="621"/>
                </a:lnTo>
                <a:lnTo>
                  <a:pt x="60" y="619"/>
                </a:lnTo>
                <a:lnTo>
                  <a:pt x="60" y="619"/>
                </a:lnTo>
                <a:lnTo>
                  <a:pt x="59" y="618"/>
                </a:lnTo>
                <a:lnTo>
                  <a:pt x="59" y="618"/>
                </a:lnTo>
                <a:lnTo>
                  <a:pt x="59" y="614"/>
                </a:lnTo>
                <a:lnTo>
                  <a:pt x="59" y="614"/>
                </a:lnTo>
                <a:lnTo>
                  <a:pt x="59" y="612"/>
                </a:lnTo>
                <a:lnTo>
                  <a:pt x="59" y="609"/>
                </a:lnTo>
                <a:lnTo>
                  <a:pt x="59" y="609"/>
                </a:lnTo>
                <a:lnTo>
                  <a:pt x="60" y="607"/>
                </a:lnTo>
                <a:lnTo>
                  <a:pt x="60" y="607"/>
                </a:lnTo>
                <a:lnTo>
                  <a:pt x="60" y="603"/>
                </a:lnTo>
                <a:lnTo>
                  <a:pt x="60" y="603"/>
                </a:lnTo>
                <a:lnTo>
                  <a:pt x="60" y="599"/>
                </a:lnTo>
                <a:lnTo>
                  <a:pt x="60" y="599"/>
                </a:lnTo>
                <a:lnTo>
                  <a:pt x="60" y="592"/>
                </a:lnTo>
                <a:lnTo>
                  <a:pt x="60" y="592"/>
                </a:lnTo>
                <a:lnTo>
                  <a:pt x="62" y="592"/>
                </a:lnTo>
                <a:lnTo>
                  <a:pt x="62" y="592"/>
                </a:lnTo>
                <a:lnTo>
                  <a:pt x="63" y="589"/>
                </a:lnTo>
                <a:lnTo>
                  <a:pt x="63" y="589"/>
                </a:lnTo>
                <a:lnTo>
                  <a:pt x="64" y="589"/>
                </a:lnTo>
                <a:lnTo>
                  <a:pt x="64" y="589"/>
                </a:lnTo>
                <a:lnTo>
                  <a:pt x="63" y="588"/>
                </a:lnTo>
                <a:lnTo>
                  <a:pt x="63" y="588"/>
                </a:lnTo>
                <a:lnTo>
                  <a:pt x="63" y="588"/>
                </a:lnTo>
                <a:lnTo>
                  <a:pt x="62" y="588"/>
                </a:lnTo>
                <a:lnTo>
                  <a:pt x="62" y="589"/>
                </a:lnTo>
                <a:lnTo>
                  <a:pt x="62" y="591"/>
                </a:lnTo>
                <a:lnTo>
                  <a:pt x="62" y="591"/>
                </a:lnTo>
                <a:lnTo>
                  <a:pt x="60" y="589"/>
                </a:lnTo>
                <a:lnTo>
                  <a:pt x="60" y="587"/>
                </a:lnTo>
                <a:lnTo>
                  <a:pt x="62" y="582"/>
                </a:lnTo>
                <a:lnTo>
                  <a:pt x="62" y="582"/>
                </a:lnTo>
                <a:lnTo>
                  <a:pt x="62" y="582"/>
                </a:lnTo>
                <a:lnTo>
                  <a:pt x="62" y="581"/>
                </a:lnTo>
                <a:lnTo>
                  <a:pt x="60" y="581"/>
                </a:lnTo>
                <a:lnTo>
                  <a:pt x="62" y="579"/>
                </a:lnTo>
                <a:lnTo>
                  <a:pt x="62" y="579"/>
                </a:lnTo>
                <a:lnTo>
                  <a:pt x="63" y="579"/>
                </a:lnTo>
                <a:lnTo>
                  <a:pt x="63" y="581"/>
                </a:lnTo>
                <a:lnTo>
                  <a:pt x="63" y="581"/>
                </a:lnTo>
                <a:lnTo>
                  <a:pt x="64" y="582"/>
                </a:lnTo>
                <a:lnTo>
                  <a:pt x="64" y="582"/>
                </a:lnTo>
                <a:lnTo>
                  <a:pt x="64" y="582"/>
                </a:lnTo>
                <a:lnTo>
                  <a:pt x="63" y="583"/>
                </a:lnTo>
                <a:lnTo>
                  <a:pt x="63" y="583"/>
                </a:lnTo>
                <a:lnTo>
                  <a:pt x="63" y="583"/>
                </a:lnTo>
                <a:lnTo>
                  <a:pt x="63" y="582"/>
                </a:lnTo>
                <a:lnTo>
                  <a:pt x="63" y="582"/>
                </a:lnTo>
                <a:lnTo>
                  <a:pt x="62" y="583"/>
                </a:lnTo>
                <a:lnTo>
                  <a:pt x="62" y="584"/>
                </a:lnTo>
                <a:lnTo>
                  <a:pt x="62" y="587"/>
                </a:lnTo>
                <a:lnTo>
                  <a:pt x="62" y="587"/>
                </a:lnTo>
                <a:lnTo>
                  <a:pt x="63" y="587"/>
                </a:lnTo>
                <a:lnTo>
                  <a:pt x="64" y="586"/>
                </a:lnTo>
                <a:lnTo>
                  <a:pt x="64" y="584"/>
                </a:lnTo>
                <a:lnTo>
                  <a:pt x="65" y="584"/>
                </a:lnTo>
                <a:lnTo>
                  <a:pt x="65" y="584"/>
                </a:lnTo>
                <a:lnTo>
                  <a:pt x="64" y="581"/>
                </a:lnTo>
                <a:lnTo>
                  <a:pt x="63" y="578"/>
                </a:lnTo>
                <a:lnTo>
                  <a:pt x="64" y="576"/>
                </a:lnTo>
                <a:lnTo>
                  <a:pt x="64" y="576"/>
                </a:lnTo>
                <a:lnTo>
                  <a:pt x="63" y="576"/>
                </a:lnTo>
                <a:lnTo>
                  <a:pt x="63" y="577"/>
                </a:lnTo>
                <a:lnTo>
                  <a:pt x="62" y="578"/>
                </a:lnTo>
                <a:lnTo>
                  <a:pt x="60" y="578"/>
                </a:lnTo>
                <a:lnTo>
                  <a:pt x="60" y="578"/>
                </a:lnTo>
                <a:lnTo>
                  <a:pt x="62" y="574"/>
                </a:lnTo>
                <a:lnTo>
                  <a:pt x="63" y="572"/>
                </a:lnTo>
                <a:lnTo>
                  <a:pt x="63" y="572"/>
                </a:lnTo>
                <a:lnTo>
                  <a:pt x="63" y="574"/>
                </a:lnTo>
                <a:lnTo>
                  <a:pt x="64" y="574"/>
                </a:lnTo>
                <a:lnTo>
                  <a:pt x="65" y="574"/>
                </a:lnTo>
                <a:lnTo>
                  <a:pt x="65" y="574"/>
                </a:lnTo>
                <a:lnTo>
                  <a:pt x="64" y="573"/>
                </a:lnTo>
                <a:lnTo>
                  <a:pt x="64" y="573"/>
                </a:lnTo>
                <a:lnTo>
                  <a:pt x="64" y="572"/>
                </a:lnTo>
                <a:lnTo>
                  <a:pt x="64" y="572"/>
                </a:lnTo>
                <a:lnTo>
                  <a:pt x="65" y="572"/>
                </a:lnTo>
                <a:lnTo>
                  <a:pt x="66" y="571"/>
                </a:lnTo>
                <a:lnTo>
                  <a:pt x="65" y="567"/>
                </a:lnTo>
                <a:lnTo>
                  <a:pt x="65" y="567"/>
                </a:lnTo>
                <a:lnTo>
                  <a:pt x="64" y="568"/>
                </a:lnTo>
                <a:lnTo>
                  <a:pt x="63" y="571"/>
                </a:lnTo>
                <a:lnTo>
                  <a:pt x="63" y="571"/>
                </a:lnTo>
                <a:lnTo>
                  <a:pt x="63" y="569"/>
                </a:lnTo>
                <a:lnTo>
                  <a:pt x="63" y="568"/>
                </a:lnTo>
                <a:lnTo>
                  <a:pt x="63" y="566"/>
                </a:lnTo>
                <a:lnTo>
                  <a:pt x="63" y="566"/>
                </a:lnTo>
                <a:lnTo>
                  <a:pt x="64" y="567"/>
                </a:lnTo>
                <a:lnTo>
                  <a:pt x="65" y="566"/>
                </a:lnTo>
                <a:lnTo>
                  <a:pt x="66" y="564"/>
                </a:lnTo>
                <a:lnTo>
                  <a:pt x="66" y="564"/>
                </a:lnTo>
                <a:lnTo>
                  <a:pt x="65" y="564"/>
                </a:lnTo>
                <a:lnTo>
                  <a:pt x="65" y="564"/>
                </a:lnTo>
                <a:lnTo>
                  <a:pt x="64" y="564"/>
                </a:lnTo>
                <a:lnTo>
                  <a:pt x="64" y="564"/>
                </a:lnTo>
                <a:lnTo>
                  <a:pt x="64" y="564"/>
                </a:lnTo>
                <a:lnTo>
                  <a:pt x="65" y="563"/>
                </a:lnTo>
                <a:lnTo>
                  <a:pt x="65" y="562"/>
                </a:lnTo>
                <a:lnTo>
                  <a:pt x="66" y="561"/>
                </a:lnTo>
                <a:lnTo>
                  <a:pt x="66" y="561"/>
                </a:lnTo>
                <a:lnTo>
                  <a:pt x="66" y="561"/>
                </a:lnTo>
                <a:lnTo>
                  <a:pt x="65" y="561"/>
                </a:lnTo>
                <a:lnTo>
                  <a:pt x="65" y="562"/>
                </a:lnTo>
                <a:lnTo>
                  <a:pt x="65" y="562"/>
                </a:lnTo>
                <a:lnTo>
                  <a:pt x="65" y="551"/>
                </a:lnTo>
                <a:lnTo>
                  <a:pt x="66" y="539"/>
                </a:lnTo>
                <a:lnTo>
                  <a:pt x="66" y="539"/>
                </a:lnTo>
                <a:lnTo>
                  <a:pt x="66" y="537"/>
                </a:lnTo>
                <a:lnTo>
                  <a:pt x="66" y="536"/>
                </a:lnTo>
                <a:lnTo>
                  <a:pt x="65" y="534"/>
                </a:lnTo>
                <a:lnTo>
                  <a:pt x="65" y="534"/>
                </a:lnTo>
                <a:lnTo>
                  <a:pt x="66" y="527"/>
                </a:lnTo>
                <a:lnTo>
                  <a:pt x="66" y="521"/>
                </a:lnTo>
                <a:lnTo>
                  <a:pt x="66" y="521"/>
                </a:lnTo>
                <a:lnTo>
                  <a:pt x="68" y="522"/>
                </a:lnTo>
                <a:lnTo>
                  <a:pt x="68" y="524"/>
                </a:lnTo>
                <a:lnTo>
                  <a:pt x="68" y="528"/>
                </a:lnTo>
                <a:lnTo>
                  <a:pt x="68" y="528"/>
                </a:lnTo>
                <a:lnTo>
                  <a:pt x="68" y="533"/>
                </a:lnTo>
                <a:lnTo>
                  <a:pt x="68" y="538"/>
                </a:lnTo>
                <a:lnTo>
                  <a:pt x="68" y="538"/>
                </a:lnTo>
                <a:lnTo>
                  <a:pt x="70" y="538"/>
                </a:lnTo>
                <a:lnTo>
                  <a:pt x="71" y="538"/>
                </a:lnTo>
                <a:lnTo>
                  <a:pt x="71" y="538"/>
                </a:lnTo>
                <a:lnTo>
                  <a:pt x="71" y="534"/>
                </a:lnTo>
                <a:lnTo>
                  <a:pt x="71" y="533"/>
                </a:lnTo>
                <a:lnTo>
                  <a:pt x="71" y="533"/>
                </a:lnTo>
                <a:lnTo>
                  <a:pt x="70" y="537"/>
                </a:lnTo>
                <a:lnTo>
                  <a:pt x="70" y="537"/>
                </a:lnTo>
                <a:lnTo>
                  <a:pt x="69" y="536"/>
                </a:lnTo>
                <a:lnTo>
                  <a:pt x="69" y="533"/>
                </a:lnTo>
                <a:lnTo>
                  <a:pt x="70" y="532"/>
                </a:lnTo>
                <a:lnTo>
                  <a:pt x="70" y="529"/>
                </a:lnTo>
                <a:lnTo>
                  <a:pt x="70" y="529"/>
                </a:lnTo>
                <a:lnTo>
                  <a:pt x="70" y="529"/>
                </a:lnTo>
                <a:lnTo>
                  <a:pt x="70" y="531"/>
                </a:lnTo>
                <a:lnTo>
                  <a:pt x="70" y="532"/>
                </a:lnTo>
                <a:lnTo>
                  <a:pt x="69" y="532"/>
                </a:lnTo>
                <a:lnTo>
                  <a:pt x="69" y="532"/>
                </a:lnTo>
                <a:lnTo>
                  <a:pt x="70" y="483"/>
                </a:lnTo>
                <a:lnTo>
                  <a:pt x="70" y="483"/>
                </a:lnTo>
                <a:lnTo>
                  <a:pt x="70" y="481"/>
                </a:lnTo>
                <a:lnTo>
                  <a:pt x="70" y="481"/>
                </a:lnTo>
                <a:lnTo>
                  <a:pt x="70" y="477"/>
                </a:lnTo>
                <a:lnTo>
                  <a:pt x="70" y="477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0" y="471"/>
                </a:lnTo>
                <a:lnTo>
                  <a:pt x="71" y="469"/>
                </a:lnTo>
                <a:lnTo>
                  <a:pt x="72" y="468"/>
                </a:lnTo>
                <a:lnTo>
                  <a:pt x="72" y="468"/>
                </a:lnTo>
                <a:lnTo>
                  <a:pt x="71" y="467"/>
                </a:lnTo>
                <a:lnTo>
                  <a:pt x="71" y="468"/>
                </a:lnTo>
                <a:lnTo>
                  <a:pt x="71" y="468"/>
                </a:lnTo>
                <a:lnTo>
                  <a:pt x="70" y="459"/>
                </a:lnTo>
                <a:lnTo>
                  <a:pt x="70" y="452"/>
                </a:lnTo>
                <a:lnTo>
                  <a:pt x="70" y="444"/>
                </a:lnTo>
                <a:lnTo>
                  <a:pt x="70" y="437"/>
                </a:lnTo>
                <a:lnTo>
                  <a:pt x="70" y="437"/>
                </a:lnTo>
                <a:lnTo>
                  <a:pt x="70" y="437"/>
                </a:lnTo>
                <a:lnTo>
                  <a:pt x="71" y="437"/>
                </a:lnTo>
                <a:lnTo>
                  <a:pt x="71" y="437"/>
                </a:lnTo>
                <a:lnTo>
                  <a:pt x="70" y="434"/>
                </a:lnTo>
                <a:lnTo>
                  <a:pt x="70" y="429"/>
                </a:lnTo>
                <a:lnTo>
                  <a:pt x="70" y="429"/>
                </a:lnTo>
                <a:lnTo>
                  <a:pt x="70" y="430"/>
                </a:lnTo>
                <a:lnTo>
                  <a:pt x="71" y="430"/>
                </a:lnTo>
                <a:lnTo>
                  <a:pt x="71" y="432"/>
                </a:lnTo>
                <a:lnTo>
                  <a:pt x="72" y="432"/>
                </a:lnTo>
                <a:lnTo>
                  <a:pt x="72" y="432"/>
                </a:lnTo>
                <a:lnTo>
                  <a:pt x="71" y="429"/>
                </a:lnTo>
                <a:lnTo>
                  <a:pt x="71" y="428"/>
                </a:lnTo>
                <a:lnTo>
                  <a:pt x="71" y="427"/>
                </a:lnTo>
                <a:lnTo>
                  <a:pt x="71" y="427"/>
                </a:lnTo>
                <a:lnTo>
                  <a:pt x="72" y="427"/>
                </a:lnTo>
                <a:lnTo>
                  <a:pt x="72" y="428"/>
                </a:lnTo>
                <a:lnTo>
                  <a:pt x="72" y="428"/>
                </a:lnTo>
                <a:lnTo>
                  <a:pt x="74" y="429"/>
                </a:lnTo>
                <a:lnTo>
                  <a:pt x="74" y="429"/>
                </a:lnTo>
                <a:lnTo>
                  <a:pt x="72" y="432"/>
                </a:lnTo>
                <a:lnTo>
                  <a:pt x="72" y="433"/>
                </a:lnTo>
                <a:lnTo>
                  <a:pt x="72" y="433"/>
                </a:lnTo>
                <a:lnTo>
                  <a:pt x="74" y="434"/>
                </a:lnTo>
                <a:lnTo>
                  <a:pt x="74" y="434"/>
                </a:lnTo>
                <a:lnTo>
                  <a:pt x="75" y="434"/>
                </a:lnTo>
                <a:lnTo>
                  <a:pt x="76" y="433"/>
                </a:lnTo>
                <a:lnTo>
                  <a:pt x="76" y="433"/>
                </a:lnTo>
                <a:lnTo>
                  <a:pt x="77" y="435"/>
                </a:lnTo>
                <a:lnTo>
                  <a:pt x="80" y="435"/>
                </a:lnTo>
                <a:lnTo>
                  <a:pt x="80" y="435"/>
                </a:lnTo>
                <a:lnTo>
                  <a:pt x="81" y="435"/>
                </a:lnTo>
                <a:lnTo>
                  <a:pt x="81" y="434"/>
                </a:lnTo>
                <a:lnTo>
                  <a:pt x="81" y="432"/>
                </a:lnTo>
                <a:lnTo>
                  <a:pt x="81" y="432"/>
                </a:lnTo>
                <a:lnTo>
                  <a:pt x="81" y="432"/>
                </a:lnTo>
                <a:lnTo>
                  <a:pt x="82" y="432"/>
                </a:lnTo>
                <a:lnTo>
                  <a:pt x="82" y="432"/>
                </a:lnTo>
                <a:lnTo>
                  <a:pt x="81" y="434"/>
                </a:lnTo>
                <a:lnTo>
                  <a:pt x="81" y="434"/>
                </a:lnTo>
                <a:lnTo>
                  <a:pt x="82" y="434"/>
                </a:lnTo>
                <a:lnTo>
                  <a:pt x="82" y="434"/>
                </a:lnTo>
                <a:lnTo>
                  <a:pt x="82" y="434"/>
                </a:lnTo>
                <a:lnTo>
                  <a:pt x="83" y="440"/>
                </a:lnTo>
                <a:lnTo>
                  <a:pt x="83" y="440"/>
                </a:lnTo>
                <a:lnTo>
                  <a:pt x="81" y="442"/>
                </a:lnTo>
                <a:lnTo>
                  <a:pt x="79" y="440"/>
                </a:lnTo>
                <a:lnTo>
                  <a:pt x="79" y="440"/>
                </a:lnTo>
                <a:lnTo>
                  <a:pt x="79" y="440"/>
                </a:lnTo>
                <a:lnTo>
                  <a:pt x="77" y="440"/>
                </a:lnTo>
                <a:lnTo>
                  <a:pt x="77" y="442"/>
                </a:lnTo>
                <a:lnTo>
                  <a:pt x="76" y="442"/>
                </a:lnTo>
                <a:lnTo>
                  <a:pt x="77" y="443"/>
                </a:lnTo>
                <a:lnTo>
                  <a:pt x="77" y="443"/>
                </a:lnTo>
                <a:lnTo>
                  <a:pt x="76" y="443"/>
                </a:lnTo>
                <a:lnTo>
                  <a:pt x="76" y="443"/>
                </a:lnTo>
                <a:lnTo>
                  <a:pt x="74" y="442"/>
                </a:lnTo>
                <a:lnTo>
                  <a:pt x="74" y="442"/>
                </a:lnTo>
                <a:lnTo>
                  <a:pt x="75" y="443"/>
                </a:lnTo>
                <a:lnTo>
                  <a:pt x="76" y="443"/>
                </a:lnTo>
                <a:lnTo>
                  <a:pt x="76" y="443"/>
                </a:lnTo>
                <a:lnTo>
                  <a:pt x="76" y="444"/>
                </a:lnTo>
                <a:lnTo>
                  <a:pt x="75" y="444"/>
                </a:lnTo>
                <a:lnTo>
                  <a:pt x="75" y="445"/>
                </a:lnTo>
                <a:lnTo>
                  <a:pt x="75" y="447"/>
                </a:lnTo>
                <a:lnTo>
                  <a:pt x="75" y="447"/>
                </a:lnTo>
                <a:lnTo>
                  <a:pt x="74" y="445"/>
                </a:lnTo>
                <a:lnTo>
                  <a:pt x="74" y="444"/>
                </a:lnTo>
                <a:lnTo>
                  <a:pt x="74" y="443"/>
                </a:lnTo>
                <a:lnTo>
                  <a:pt x="74" y="442"/>
                </a:lnTo>
                <a:lnTo>
                  <a:pt x="74" y="442"/>
                </a:lnTo>
                <a:lnTo>
                  <a:pt x="74" y="438"/>
                </a:lnTo>
                <a:lnTo>
                  <a:pt x="75" y="437"/>
                </a:lnTo>
                <a:lnTo>
                  <a:pt x="74" y="435"/>
                </a:lnTo>
                <a:lnTo>
                  <a:pt x="74" y="435"/>
                </a:lnTo>
                <a:lnTo>
                  <a:pt x="72" y="435"/>
                </a:lnTo>
                <a:lnTo>
                  <a:pt x="72" y="437"/>
                </a:lnTo>
                <a:lnTo>
                  <a:pt x="72" y="438"/>
                </a:lnTo>
                <a:lnTo>
                  <a:pt x="71" y="438"/>
                </a:lnTo>
                <a:lnTo>
                  <a:pt x="71" y="438"/>
                </a:lnTo>
                <a:lnTo>
                  <a:pt x="72" y="440"/>
                </a:lnTo>
                <a:lnTo>
                  <a:pt x="72" y="444"/>
                </a:lnTo>
                <a:lnTo>
                  <a:pt x="72" y="444"/>
                </a:lnTo>
                <a:lnTo>
                  <a:pt x="72" y="445"/>
                </a:lnTo>
                <a:lnTo>
                  <a:pt x="71" y="445"/>
                </a:lnTo>
                <a:lnTo>
                  <a:pt x="71" y="445"/>
                </a:lnTo>
                <a:lnTo>
                  <a:pt x="72" y="448"/>
                </a:lnTo>
                <a:lnTo>
                  <a:pt x="72" y="452"/>
                </a:lnTo>
                <a:lnTo>
                  <a:pt x="71" y="458"/>
                </a:lnTo>
                <a:lnTo>
                  <a:pt x="71" y="458"/>
                </a:lnTo>
                <a:lnTo>
                  <a:pt x="72" y="462"/>
                </a:lnTo>
                <a:lnTo>
                  <a:pt x="72" y="465"/>
                </a:lnTo>
                <a:lnTo>
                  <a:pt x="72" y="465"/>
                </a:lnTo>
                <a:lnTo>
                  <a:pt x="74" y="468"/>
                </a:lnTo>
                <a:lnTo>
                  <a:pt x="74" y="471"/>
                </a:lnTo>
                <a:lnTo>
                  <a:pt x="74" y="471"/>
                </a:lnTo>
                <a:lnTo>
                  <a:pt x="71" y="471"/>
                </a:lnTo>
                <a:lnTo>
                  <a:pt x="71" y="471"/>
                </a:lnTo>
                <a:lnTo>
                  <a:pt x="72" y="472"/>
                </a:lnTo>
                <a:lnTo>
                  <a:pt x="74" y="473"/>
                </a:lnTo>
                <a:lnTo>
                  <a:pt x="74" y="473"/>
                </a:lnTo>
                <a:lnTo>
                  <a:pt x="72" y="476"/>
                </a:lnTo>
                <a:lnTo>
                  <a:pt x="74" y="478"/>
                </a:lnTo>
                <a:lnTo>
                  <a:pt x="74" y="478"/>
                </a:lnTo>
                <a:lnTo>
                  <a:pt x="75" y="478"/>
                </a:lnTo>
                <a:lnTo>
                  <a:pt x="75" y="477"/>
                </a:lnTo>
                <a:lnTo>
                  <a:pt x="75" y="477"/>
                </a:lnTo>
                <a:lnTo>
                  <a:pt x="76" y="479"/>
                </a:lnTo>
                <a:lnTo>
                  <a:pt x="76" y="481"/>
                </a:lnTo>
                <a:lnTo>
                  <a:pt x="76" y="481"/>
                </a:lnTo>
                <a:lnTo>
                  <a:pt x="75" y="484"/>
                </a:lnTo>
                <a:lnTo>
                  <a:pt x="74" y="487"/>
                </a:lnTo>
                <a:lnTo>
                  <a:pt x="74" y="487"/>
                </a:lnTo>
                <a:lnTo>
                  <a:pt x="75" y="487"/>
                </a:lnTo>
                <a:lnTo>
                  <a:pt x="76" y="487"/>
                </a:lnTo>
                <a:lnTo>
                  <a:pt x="76" y="487"/>
                </a:lnTo>
                <a:lnTo>
                  <a:pt x="75" y="491"/>
                </a:lnTo>
                <a:lnTo>
                  <a:pt x="75" y="493"/>
                </a:lnTo>
                <a:lnTo>
                  <a:pt x="75" y="493"/>
                </a:lnTo>
                <a:lnTo>
                  <a:pt x="75" y="494"/>
                </a:lnTo>
                <a:lnTo>
                  <a:pt x="76" y="494"/>
                </a:lnTo>
                <a:lnTo>
                  <a:pt x="76" y="494"/>
                </a:lnTo>
                <a:lnTo>
                  <a:pt x="76" y="494"/>
                </a:lnTo>
                <a:lnTo>
                  <a:pt x="77" y="493"/>
                </a:lnTo>
                <a:lnTo>
                  <a:pt x="77" y="493"/>
                </a:lnTo>
                <a:lnTo>
                  <a:pt x="77" y="497"/>
                </a:lnTo>
                <a:lnTo>
                  <a:pt x="76" y="498"/>
                </a:lnTo>
                <a:lnTo>
                  <a:pt x="76" y="498"/>
                </a:lnTo>
                <a:lnTo>
                  <a:pt x="76" y="499"/>
                </a:lnTo>
                <a:lnTo>
                  <a:pt x="77" y="499"/>
                </a:lnTo>
                <a:lnTo>
                  <a:pt x="77" y="498"/>
                </a:lnTo>
                <a:lnTo>
                  <a:pt x="77" y="499"/>
                </a:lnTo>
                <a:lnTo>
                  <a:pt x="77" y="499"/>
                </a:lnTo>
                <a:lnTo>
                  <a:pt x="77" y="501"/>
                </a:lnTo>
                <a:lnTo>
                  <a:pt x="76" y="501"/>
                </a:lnTo>
                <a:lnTo>
                  <a:pt x="75" y="502"/>
                </a:lnTo>
                <a:lnTo>
                  <a:pt x="75" y="503"/>
                </a:lnTo>
                <a:lnTo>
                  <a:pt x="75" y="503"/>
                </a:lnTo>
                <a:lnTo>
                  <a:pt x="76" y="503"/>
                </a:lnTo>
                <a:lnTo>
                  <a:pt x="76" y="502"/>
                </a:lnTo>
                <a:lnTo>
                  <a:pt x="76" y="502"/>
                </a:lnTo>
                <a:lnTo>
                  <a:pt x="76" y="503"/>
                </a:lnTo>
                <a:lnTo>
                  <a:pt x="77" y="504"/>
                </a:lnTo>
                <a:lnTo>
                  <a:pt x="77" y="504"/>
                </a:lnTo>
                <a:lnTo>
                  <a:pt x="77" y="506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5" y="506"/>
                </a:lnTo>
                <a:lnTo>
                  <a:pt x="76" y="507"/>
                </a:lnTo>
                <a:lnTo>
                  <a:pt x="76" y="507"/>
                </a:lnTo>
                <a:lnTo>
                  <a:pt x="76" y="507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09"/>
                </a:lnTo>
                <a:lnTo>
                  <a:pt x="77" y="509"/>
                </a:lnTo>
                <a:lnTo>
                  <a:pt x="79" y="508"/>
                </a:lnTo>
                <a:lnTo>
                  <a:pt x="79" y="507"/>
                </a:lnTo>
                <a:lnTo>
                  <a:pt x="79" y="504"/>
                </a:lnTo>
                <a:lnTo>
                  <a:pt x="80" y="504"/>
                </a:lnTo>
                <a:lnTo>
                  <a:pt x="80" y="504"/>
                </a:lnTo>
                <a:lnTo>
                  <a:pt x="80" y="504"/>
                </a:lnTo>
                <a:lnTo>
                  <a:pt x="77" y="504"/>
                </a:lnTo>
                <a:lnTo>
                  <a:pt x="77" y="501"/>
                </a:lnTo>
                <a:close/>
                <a:moveTo>
                  <a:pt x="82" y="438"/>
                </a:moveTo>
                <a:lnTo>
                  <a:pt x="82" y="438"/>
                </a:lnTo>
                <a:lnTo>
                  <a:pt x="80" y="438"/>
                </a:lnTo>
                <a:lnTo>
                  <a:pt x="79" y="440"/>
                </a:lnTo>
                <a:lnTo>
                  <a:pt x="82" y="440"/>
                </a:lnTo>
                <a:lnTo>
                  <a:pt x="82" y="438"/>
                </a:lnTo>
                <a:close/>
                <a:moveTo>
                  <a:pt x="75" y="438"/>
                </a:moveTo>
                <a:lnTo>
                  <a:pt x="75" y="440"/>
                </a:lnTo>
                <a:lnTo>
                  <a:pt x="75" y="440"/>
                </a:lnTo>
                <a:lnTo>
                  <a:pt x="77" y="439"/>
                </a:lnTo>
                <a:lnTo>
                  <a:pt x="79" y="438"/>
                </a:lnTo>
                <a:lnTo>
                  <a:pt x="79" y="437"/>
                </a:lnTo>
                <a:lnTo>
                  <a:pt x="79" y="437"/>
                </a:lnTo>
                <a:lnTo>
                  <a:pt x="77" y="437"/>
                </a:lnTo>
                <a:lnTo>
                  <a:pt x="76" y="438"/>
                </a:lnTo>
                <a:lnTo>
                  <a:pt x="76" y="438"/>
                </a:lnTo>
                <a:lnTo>
                  <a:pt x="75" y="438"/>
                </a:lnTo>
                <a:lnTo>
                  <a:pt x="75" y="438"/>
                </a:lnTo>
                <a:close/>
                <a:moveTo>
                  <a:pt x="72" y="484"/>
                </a:moveTo>
                <a:lnTo>
                  <a:pt x="72" y="484"/>
                </a:lnTo>
                <a:lnTo>
                  <a:pt x="74" y="483"/>
                </a:lnTo>
                <a:lnTo>
                  <a:pt x="75" y="483"/>
                </a:lnTo>
                <a:lnTo>
                  <a:pt x="75" y="482"/>
                </a:lnTo>
                <a:lnTo>
                  <a:pt x="75" y="481"/>
                </a:lnTo>
                <a:lnTo>
                  <a:pt x="75" y="481"/>
                </a:lnTo>
                <a:lnTo>
                  <a:pt x="74" y="481"/>
                </a:lnTo>
                <a:lnTo>
                  <a:pt x="72" y="482"/>
                </a:lnTo>
                <a:lnTo>
                  <a:pt x="72" y="482"/>
                </a:lnTo>
                <a:lnTo>
                  <a:pt x="72" y="482"/>
                </a:lnTo>
                <a:lnTo>
                  <a:pt x="72" y="483"/>
                </a:lnTo>
                <a:lnTo>
                  <a:pt x="72" y="484"/>
                </a:lnTo>
                <a:lnTo>
                  <a:pt x="72" y="484"/>
                </a:lnTo>
                <a:lnTo>
                  <a:pt x="72" y="484"/>
                </a:lnTo>
                <a:close/>
                <a:moveTo>
                  <a:pt x="48" y="198"/>
                </a:moveTo>
                <a:lnTo>
                  <a:pt x="48" y="198"/>
                </a:lnTo>
                <a:lnTo>
                  <a:pt x="48" y="195"/>
                </a:lnTo>
                <a:lnTo>
                  <a:pt x="47" y="194"/>
                </a:lnTo>
                <a:lnTo>
                  <a:pt x="46" y="194"/>
                </a:lnTo>
                <a:lnTo>
                  <a:pt x="46" y="194"/>
                </a:lnTo>
                <a:lnTo>
                  <a:pt x="46" y="195"/>
                </a:lnTo>
                <a:lnTo>
                  <a:pt x="47" y="195"/>
                </a:lnTo>
                <a:lnTo>
                  <a:pt x="48" y="196"/>
                </a:lnTo>
                <a:lnTo>
                  <a:pt x="48" y="196"/>
                </a:lnTo>
                <a:lnTo>
                  <a:pt x="46" y="196"/>
                </a:lnTo>
                <a:lnTo>
                  <a:pt x="45" y="198"/>
                </a:lnTo>
                <a:lnTo>
                  <a:pt x="48" y="198"/>
                </a:lnTo>
                <a:close/>
                <a:moveTo>
                  <a:pt x="47" y="226"/>
                </a:moveTo>
                <a:lnTo>
                  <a:pt x="47" y="228"/>
                </a:lnTo>
                <a:lnTo>
                  <a:pt x="47" y="228"/>
                </a:lnTo>
                <a:lnTo>
                  <a:pt x="50" y="228"/>
                </a:lnTo>
                <a:lnTo>
                  <a:pt x="51" y="229"/>
                </a:lnTo>
                <a:lnTo>
                  <a:pt x="51" y="229"/>
                </a:lnTo>
                <a:lnTo>
                  <a:pt x="51" y="228"/>
                </a:lnTo>
                <a:lnTo>
                  <a:pt x="50" y="226"/>
                </a:lnTo>
                <a:lnTo>
                  <a:pt x="47" y="226"/>
                </a:lnTo>
                <a:lnTo>
                  <a:pt x="47" y="226"/>
                </a:lnTo>
                <a:close/>
                <a:moveTo>
                  <a:pt x="52" y="225"/>
                </a:moveTo>
                <a:lnTo>
                  <a:pt x="52" y="225"/>
                </a:lnTo>
                <a:lnTo>
                  <a:pt x="54" y="226"/>
                </a:lnTo>
                <a:lnTo>
                  <a:pt x="57" y="228"/>
                </a:lnTo>
                <a:lnTo>
                  <a:pt x="57" y="228"/>
                </a:lnTo>
                <a:lnTo>
                  <a:pt x="54" y="225"/>
                </a:lnTo>
                <a:lnTo>
                  <a:pt x="53" y="224"/>
                </a:lnTo>
                <a:lnTo>
                  <a:pt x="52" y="225"/>
                </a:lnTo>
                <a:lnTo>
                  <a:pt x="52" y="225"/>
                </a:lnTo>
                <a:close/>
                <a:moveTo>
                  <a:pt x="50" y="214"/>
                </a:moveTo>
                <a:lnTo>
                  <a:pt x="50" y="214"/>
                </a:lnTo>
                <a:lnTo>
                  <a:pt x="52" y="215"/>
                </a:lnTo>
                <a:lnTo>
                  <a:pt x="53" y="215"/>
                </a:lnTo>
                <a:lnTo>
                  <a:pt x="53" y="214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1" y="211"/>
                </a:lnTo>
                <a:lnTo>
                  <a:pt x="51" y="211"/>
                </a:lnTo>
                <a:lnTo>
                  <a:pt x="50" y="214"/>
                </a:lnTo>
                <a:lnTo>
                  <a:pt x="50" y="214"/>
                </a:lnTo>
                <a:close/>
                <a:moveTo>
                  <a:pt x="46" y="215"/>
                </a:moveTo>
                <a:lnTo>
                  <a:pt x="46" y="215"/>
                </a:lnTo>
                <a:lnTo>
                  <a:pt x="45" y="214"/>
                </a:lnTo>
                <a:lnTo>
                  <a:pt x="45" y="214"/>
                </a:lnTo>
                <a:lnTo>
                  <a:pt x="45" y="214"/>
                </a:lnTo>
                <a:lnTo>
                  <a:pt x="43" y="216"/>
                </a:lnTo>
                <a:lnTo>
                  <a:pt x="43" y="216"/>
                </a:lnTo>
                <a:lnTo>
                  <a:pt x="46" y="215"/>
                </a:lnTo>
                <a:lnTo>
                  <a:pt x="46" y="215"/>
                </a:lnTo>
                <a:lnTo>
                  <a:pt x="46" y="215"/>
                </a:lnTo>
                <a:close/>
                <a:moveTo>
                  <a:pt x="53" y="218"/>
                </a:moveTo>
                <a:lnTo>
                  <a:pt x="53" y="218"/>
                </a:lnTo>
                <a:lnTo>
                  <a:pt x="53" y="218"/>
                </a:lnTo>
                <a:lnTo>
                  <a:pt x="54" y="219"/>
                </a:lnTo>
                <a:lnTo>
                  <a:pt x="54" y="219"/>
                </a:lnTo>
                <a:lnTo>
                  <a:pt x="56" y="216"/>
                </a:lnTo>
                <a:lnTo>
                  <a:pt x="56" y="216"/>
                </a:lnTo>
                <a:lnTo>
                  <a:pt x="53" y="216"/>
                </a:lnTo>
                <a:lnTo>
                  <a:pt x="53" y="216"/>
                </a:lnTo>
                <a:lnTo>
                  <a:pt x="53" y="218"/>
                </a:lnTo>
                <a:lnTo>
                  <a:pt x="53" y="218"/>
                </a:lnTo>
                <a:close/>
                <a:moveTo>
                  <a:pt x="45" y="229"/>
                </a:moveTo>
                <a:lnTo>
                  <a:pt x="45" y="229"/>
                </a:lnTo>
                <a:lnTo>
                  <a:pt x="46" y="228"/>
                </a:lnTo>
                <a:lnTo>
                  <a:pt x="45" y="226"/>
                </a:lnTo>
                <a:lnTo>
                  <a:pt x="45" y="223"/>
                </a:lnTo>
                <a:lnTo>
                  <a:pt x="45" y="223"/>
                </a:lnTo>
                <a:lnTo>
                  <a:pt x="47" y="221"/>
                </a:lnTo>
                <a:lnTo>
                  <a:pt x="47" y="221"/>
                </a:lnTo>
                <a:lnTo>
                  <a:pt x="47" y="221"/>
                </a:lnTo>
                <a:lnTo>
                  <a:pt x="48" y="223"/>
                </a:lnTo>
                <a:lnTo>
                  <a:pt x="48" y="223"/>
                </a:lnTo>
                <a:lnTo>
                  <a:pt x="50" y="221"/>
                </a:lnTo>
                <a:lnTo>
                  <a:pt x="50" y="220"/>
                </a:lnTo>
                <a:lnTo>
                  <a:pt x="51" y="219"/>
                </a:lnTo>
                <a:lnTo>
                  <a:pt x="51" y="219"/>
                </a:lnTo>
                <a:lnTo>
                  <a:pt x="50" y="218"/>
                </a:lnTo>
                <a:lnTo>
                  <a:pt x="48" y="216"/>
                </a:lnTo>
                <a:lnTo>
                  <a:pt x="48" y="216"/>
                </a:lnTo>
                <a:lnTo>
                  <a:pt x="45" y="218"/>
                </a:lnTo>
                <a:lnTo>
                  <a:pt x="43" y="219"/>
                </a:lnTo>
                <a:lnTo>
                  <a:pt x="43" y="220"/>
                </a:lnTo>
                <a:lnTo>
                  <a:pt x="43" y="220"/>
                </a:lnTo>
                <a:lnTo>
                  <a:pt x="45" y="220"/>
                </a:lnTo>
                <a:lnTo>
                  <a:pt x="45" y="219"/>
                </a:lnTo>
                <a:lnTo>
                  <a:pt x="45" y="219"/>
                </a:lnTo>
                <a:lnTo>
                  <a:pt x="46" y="219"/>
                </a:lnTo>
                <a:lnTo>
                  <a:pt x="47" y="219"/>
                </a:lnTo>
                <a:lnTo>
                  <a:pt x="47" y="219"/>
                </a:lnTo>
                <a:lnTo>
                  <a:pt x="47" y="219"/>
                </a:lnTo>
                <a:lnTo>
                  <a:pt x="46" y="220"/>
                </a:lnTo>
                <a:lnTo>
                  <a:pt x="43" y="221"/>
                </a:lnTo>
                <a:lnTo>
                  <a:pt x="43" y="221"/>
                </a:lnTo>
                <a:lnTo>
                  <a:pt x="43" y="225"/>
                </a:lnTo>
                <a:lnTo>
                  <a:pt x="45" y="229"/>
                </a:lnTo>
                <a:lnTo>
                  <a:pt x="45" y="229"/>
                </a:lnTo>
                <a:close/>
                <a:moveTo>
                  <a:pt x="34" y="230"/>
                </a:moveTo>
                <a:lnTo>
                  <a:pt x="34" y="230"/>
                </a:lnTo>
                <a:lnTo>
                  <a:pt x="34" y="228"/>
                </a:lnTo>
                <a:lnTo>
                  <a:pt x="33" y="226"/>
                </a:lnTo>
                <a:lnTo>
                  <a:pt x="33" y="226"/>
                </a:lnTo>
                <a:lnTo>
                  <a:pt x="33" y="229"/>
                </a:lnTo>
                <a:lnTo>
                  <a:pt x="33" y="230"/>
                </a:lnTo>
                <a:lnTo>
                  <a:pt x="34" y="230"/>
                </a:lnTo>
                <a:close/>
                <a:moveTo>
                  <a:pt x="27" y="243"/>
                </a:moveTo>
                <a:lnTo>
                  <a:pt x="27" y="243"/>
                </a:lnTo>
                <a:lnTo>
                  <a:pt x="28" y="240"/>
                </a:lnTo>
                <a:lnTo>
                  <a:pt x="28" y="239"/>
                </a:lnTo>
                <a:lnTo>
                  <a:pt x="27" y="239"/>
                </a:lnTo>
                <a:lnTo>
                  <a:pt x="27" y="239"/>
                </a:lnTo>
                <a:lnTo>
                  <a:pt x="25" y="240"/>
                </a:lnTo>
                <a:lnTo>
                  <a:pt x="25" y="242"/>
                </a:lnTo>
                <a:lnTo>
                  <a:pt x="27" y="243"/>
                </a:lnTo>
                <a:lnTo>
                  <a:pt x="27" y="243"/>
                </a:lnTo>
                <a:close/>
                <a:moveTo>
                  <a:pt x="33" y="249"/>
                </a:moveTo>
                <a:lnTo>
                  <a:pt x="33" y="249"/>
                </a:lnTo>
                <a:lnTo>
                  <a:pt x="34" y="245"/>
                </a:lnTo>
                <a:lnTo>
                  <a:pt x="34" y="243"/>
                </a:lnTo>
                <a:lnTo>
                  <a:pt x="34" y="242"/>
                </a:lnTo>
                <a:lnTo>
                  <a:pt x="34" y="242"/>
                </a:lnTo>
                <a:lnTo>
                  <a:pt x="31" y="242"/>
                </a:lnTo>
                <a:lnTo>
                  <a:pt x="31" y="242"/>
                </a:lnTo>
                <a:lnTo>
                  <a:pt x="33" y="244"/>
                </a:lnTo>
                <a:lnTo>
                  <a:pt x="33" y="244"/>
                </a:lnTo>
                <a:lnTo>
                  <a:pt x="33" y="247"/>
                </a:lnTo>
                <a:lnTo>
                  <a:pt x="33" y="248"/>
                </a:lnTo>
                <a:lnTo>
                  <a:pt x="33" y="249"/>
                </a:lnTo>
                <a:lnTo>
                  <a:pt x="33" y="249"/>
                </a:lnTo>
                <a:close/>
                <a:moveTo>
                  <a:pt x="33" y="258"/>
                </a:moveTo>
                <a:lnTo>
                  <a:pt x="33" y="258"/>
                </a:lnTo>
                <a:lnTo>
                  <a:pt x="34" y="255"/>
                </a:lnTo>
                <a:lnTo>
                  <a:pt x="33" y="254"/>
                </a:lnTo>
                <a:lnTo>
                  <a:pt x="33" y="252"/>
                </a:lnTo>
                <a:lnTo>
                  <a:pt x="33" y="250"/>
                </a:lnTo>
                <a:lnTo>
                  <a:pt x="33" y="250"/>
                </a:lnTo>
                <a:lnTo>
                  <a:pt x="31" y="252"/>
                </a:lnTo>
                <a:lnTo>
                  <a:pt x="31" y="254"/>
                </a:lnTo>
                <a:lnTo>
                  <a:pt x="33" y="258"/>
                </a:lnTo>
                <a:lnTo>
                  <a:pt x="33" y="258"/>
                </a:lnTo>
                <a:close/>
                <a:moveTo>
                  <a:pt x="27" y="259"/>
                </a:moveTo>
                <a:lnTo>
                  <a:pt x="27" y="259"/>
                </a:lnTo>
                <a:lnTo>
                  <a:pt x="28" y="255"/>
                </a:lnTo>
                <a:lnTo>
                  <a:pt x="28" y="253"/>
                </a:lnTo>
                <a:lnTo>
                  <a:pt x="27" y="252"/>
                </a:lnTo>
                <a:lnTo>
                  <a:pt x="27" y="252"/>
                </a:lnTo>
                <a:lnTo>
                  <a:pt x="27" y="254"/>
                </a:lnTo>
                <a:lnTo>
                  <a:pt x="27" y="257"/>
                </a:lnTo>
                <a:lnTo>
                  <a:pt x="25" y="258"/>
                </a:lnTo>
                <a:lnTo>
                  <a:pt x="27" y="259"/>
                </a:lnTo>
                <a:lnTo>
                  <a:pt x="27" y="259"/>
                </a:lnTo>
                <a:close/>
                <a:moveTo>
                  <a:pt x="52" y="237"/>
                </a:moveTo>
                <a:lnTo>
                  <a:pt x="52" y="237"/>
                </a:lnTo>
                <a:lnTo>
                  <a:pt x="53" y="238"/>
                </a:lnTo>
                <a:lnTo>
                  <a:pt x="53" y="238"/>
                </a:lnTo>
                <a:lnTo>
                  <a:pt x="54" y="238"/>
                </a:lnTo>
                <a:lnTo>
                  <a:pt x="54" y="235"/>
                </a:lnTo>
                <a:lnTo>
                  <a:pt x="54" y="235"/>
                </a:lnTo>
                <a:lnTo>
                  <a:pt x="53" y="235"/>
                </a:lnTo>
                <a:lnTo>
                  <a:pt x="52" y="237"/>
                </a:lnTo>
                <a:lnTo>
                  <a:pt x="52" y="237"/>
                </a:lnTo>
                <a:close/>
                <a:moveTo>
                  <a:pt x="42" y="238"/>
                </a:moveTo>
                <a:lnTo>
                  <a:pt x="42" y="238"/>
                </a:lnTo>
                <a:lnTo>
                  <a:pt x="43" y="237"/>
                </a:lnTo>
                <a:lnTo>
                  <a:pt x="43" y="235"/>
                </a:lnTo>
                <a:lnTo>
                  <a:pt x="43" y="233"/>
                </a:lnTo>
                <a:lnTo>
                  <a:pt x="43" y="233"/>
                </a:lnTo>
                <a:lnTo>
                  <a:pt x="45" y="233"/>
                </a:lnTo>
                <a:lnTo>
                  <a:pt x="46" y="230"/>
                </a:lnTo>
                <a:lnTo>
                  <a:pt x="46" y="230"/>
                </a:lnTo>
                <a:lnTo>
                  <a:pt x="43" y="231"/>
                </a:lnTo>
                <a:lnTo>
                  <a:pt x="42" y="233"/>
                </a:lnTo>
                <a:lnTo>
                  <a:pt x="42" y="238"/>
                </a:lnTo>
                <a:lnTo>
                  <a:pt x="42" y="238"/>
                </a:lnTo>
                <a:close/>
                <a:moveTo>
                  <a:pt x="46" y="238"/>
                </a:moveTo>
                <a:lnTo>
                  <a:pt x="46" y="238"/>
                </a:lnTo>
                <a:lnTo>
                  <a:pt x="46" y="235"/>
                </a:lnTo>
                <a:lnTo>
                  <a:pt x="47" y="235"/>
                </a:lnTo>
                <a:lnTo>
                  <a:pt x="47" y="235"/>
                </a:lnTo>
                <a:lnTo>
                  <a:pt x="47" y="234"/>
                </a:lnTo>
                <a:lnTo>
                  <a:pt x="47" y="233"/>
                </a:lnTo>
                <a:lnTo>
                  <a:pt x="47" y="233"/>
                </a:lnTo>
                <a:lnTo>
                  <a:pt x="46" y="235"/>
                </a:lnTo>
                <a:lnTo>
                  <a:pt x="45" y="234"/>
                </a:lnTo>
                <a:lnTo>
                  <a:pt x="45" y="234"/>
                </a:lnTo>
                <a:lnTo>
                  <a:pt x="45" y="237"/>
                </a:lnTo>
                <a:lnTo>
                  <a:pt x="46" y="238"/>
                </a:lnTo>
                <a:lnTo>
                  <a:pt x="46" y="238"/>
                </a:lnTo>
                <a:close/>
                <a:moveTo>
                  <a:pt x="54" y="238"/>
                </a:moveTo>
                <a:lnTo>
                  <a:pt x="54" y="238"/>
                </a:lnTo>
                <a:lnTo>
                  <a:pt x="53" y="240"/>
                </a:lnTo>
                <a:lnTo>
                  <a:pt x="52" y="240"/>
                </a:lnTo>
                <a:lnTo>
                  <a:pt x="52" y="243"/>
                </a:lnTo>
                <a:lnTo>
                  <a:pt x="52" y="243"/>
                </a:lnTo>
                <a:lnTo>
                  <a:pt x="53" y="243"/>
                </a:lnTo>
                <a:lnTo>
                  <a:pt x="54" y="242"/>
                </a:lnTo>
                <a:lnTo>
                  <a:pt x="54" y="242"/>
                </a:lnTo>
                <a:lnTo>
                  <a:pt x="54" y="242"/>
                </a:lnTo>
                <a:lnTo>
                  <a:pt x="56" y="243"/>
                </a:lnTo>
                <a:lnTo>
                  <a:pt x="56" y="243"/>
                </a:lnTo>
                <a:lnTo>
                  <a:pt x="57" y="243"/>
                </a:lnTo>
                <a:lnTo>
                  <a:pt x="57" y="240"/>
                </a:lnTo>
                <a:lnTo>
                  <a:pt x="57" y="240"/>
                </a:lnTo>
                <a:lnTo>
                  <a:pt x="56" y="240"/>
                </a:lnTo>
                <a:lnTo>
                  <a:pt x="54" y="240"/>
                </a:lnTo>
                <a:lnTo>
                  <a:pt x="54" y="238"/>
                </a:lnTo>
                <a:lnTo>
                  <a:pt x="54" y="238"/>
                </a:lnTo>
                <a:close/>
                <a:moveTo>
                  <a:pt x="51" y="252"/>
                </a:moveTo>
                <a:lnTo>
                  <a:pt x="51" y="252"/>
                </a:lnTo>
                <a:lnTo>
                  <a:pt x="50" y="252"/>
                </a:lnTo>
                <a:lnTo>
                  <a:pt x="50" y="250"/>
                </a:lnTo>
                <a:lnTo>
                  <a:pt x="50" y="249"/>
                </a:lnTo>
                <a:lnTo>
                  <a:pt x="48" y="249"/>
                </a:lnTo>
                <a:lnTo>
                  <a:pt x="48" y="249"/>
                </a:lnTo>
                <a:lnTo>
                  <a:pt x="48" y="247"/>
                </a:lnTo>
                <a:lnTo>
                  <a:pt x="47" y="245"/>
                </a:lnTo>
                <a:lnTo>
                  <a:pt x="47" y="245"/>
                </a:lnTo>
                <a:lnTo>
                  <a:pt x="48" y="243"/>
                </a:lnTo>
                <a:lnTo>
                  <a:pt x="50" y="239"/>
                </a:lnTo>
                <a:lnTo>
                  <a:pt x="47" y="239"/>
                </a:lnTo>
                <a:lnTo>
                  <a:pt x="47" y="239"/>
                </a:lnTo>
                <a:lnTo>
                  <a:pt x="47" y="242"/>
                </a:lnTo>
                <a:lnTo>
                  <a:pt x="47" y="243"/>
                </a:lnTo>
                <a:lnTo>
                  <a:pt x="45" y="242"/>
                </a:lnTo>
                <a:lnTo>
                  <a:pt x="45" y="242"/>
                </a:lnTo>
                <a:lnTo>
                  <a:pt x="47" y="250"/>
                </a:lnTo>
                <a:lnTo>
                  <a:pt x="47" y="250"/>
                </a:lnTo>
                <a:lnTo>
                  <a:pt x="48" y="250"/>
                </a:lnTo>
                <a:lnTo>
                  <a:pt x="50" y="253"/>
                </a:lnTo>
                <a:lnTo>
                  <a:pt x="50" y="253"/>
                </a:lnTo>
                <a:lnTo>
                  <a:pt x="51" y="252"/>
                </a:lnTo>
                <a:lnTo>
                  <a:pt x="51" y="252"/>
                </a:lnTo>
                <a:close/>
                <a:moveTo>
                  <a:pt x="59" y="259"/>
                </a:moveTo>
                <a:lnTo>
                  <a:pt x="59" y="259"/>
                </a:lnTo>
                <a:lnTo>
                  <a:pt x="58" y="255"/>
                </a:lnTo>
                <a:lnTo>
                  <a:pt x="57" y="253"/>
                </a:lnTo>
                <a:lnTo>
                  <a:pt x="57" y="253"/>
                </a:lnTo>
                <a:lnTo>
                  <a:pt x="58" y="249"/>
                </a:lnTo>
                <a:lnTo>
                  <a:pt x="58" y="244"/>
                </a:lnTo>
                <a:lnTo>
                  <a:pt x="58" y="244"/>
                </a:lnTo>
                <a:lnTo>
                  <a:pt x="56" y="245"/>
                </a:lnTo>
                <a:lnTo>
                  <a:pt x="56" y="245"/>
                </a:lnTo>
                <a:lnTo>
                  <a:pt x="56" y="248"/>
                </a:lnTo>
                <a:lnTo>
                  <a:pt x="56" y="249"/>
                </a:lnTo>
                <a:lnTo>
                  <a:pt x="56" y="249"/>
                </a:lnTo>
                <a:lnTo>
                  <a:pt x="57" y="248"/>
                </a:lnTo>
                <a:lnTo>
                  <a:pt x="57" y="247"/>
                </a:lnTo>
                <a:lnTo>
                  <a:pt x="57" y="247"/>
                </a:lnTo>
                <a:lnTo>
                  <a:pt x="57" y="248"/>
                </a:lnTo>
                <a:lnTo>
                  <a:pt x="57" y="249"/>
                </a:lnTo>
                <a:lnTo>
                  <a:pt x="56" y="252"/>
                </a:lnTo>
                <a:lnTo>
                  <a:pt x="56" y="252"/>
                </a:lnTo>
                <a:lnTo>
                  <a:pt x="54" y="249"/>
                </a:lnTo>
                <a:lnTo>
                  <a:pt x="54" y="249"/>
                </a:lnTo>
                <a:lnTo>
                  <a:pt x="53" y="249"/>
                </a:lnTo>
                <a:lnTo>
                  <a:pt x="52" y="248"/>
                </a:lnTo>
                <a:lnTo>
                  <a:pt x="52" y="248"/>
                </a:lnTo>
                <a:lnTo>
                  <a:pt x="53" y="245"/>
                </a:lnTo>
                <a:lnTo>
                  <a:pt x="53" y="245"/>
                </a:lnTo>
                <a:lnTo>
                  <a:pt x="51" y="247"/>
                </a:lnTo>
                <a:lnTo>
                  <a:pt x="50" y="248"/>
                </a:lnTo>
                <a:lnTo>
                  <a:pt x="50" y="248"/>
                </a:lnTo>
                <a:lnTo>
                  <a:pt x="50" y="247"/>
                </a:lnTo>
                <a:lnTo>
                  <a:pt x="50" y="245"/>
                </a:lnTo>
                <a:lnTo>
                  <a:pt x="48" y="247"/>
                </a:lnTo>
                <a:lnTo>
                  <a:pt x="48" y="247"/>
                </a:lnTo>
                <a:lnTo>
                  <a:pt x="51" y="248"/>
                </a:lnTo>
                <a:lnTo>
                  <a:pt x="51" y="249"/>
                </a:lnTo>
                <a:lnTo>
                  <a:pt x="52" y="250"/>
                </a:lnTo>
                <a:lnTo>
                  <a:pt x="52" y="250"/>
                </a:lnTo>
                <a:lnTo>
                  <a:pt x="53" y="250"/>
                </a:lnTo>
                <a:lnTo>
                  <a:pt x="54" y="250"/>
                </a:lnTo>
                <a:lnTo>
                  <a:pt x="54" y="253"/>
                </a:lnTo>
                <a:lnTo>
                  <a:pt x="54" y="253"/>
                </a:lnTo>
                <a:lnTo>
                  <a:pt x="54" y="253"/>
                </a:lnTo>
                <a:lnTo>
                  <a:pt x="56" y="253"/>
                </a:lnTo>
                <a:lnTo>
                  <a:pt x="57" y="254"/>
                </a:lnTo>
                <a:lnTo>
                  <a:pt x="57" y="254"/>
                </a:lnTo>
                <a:lnTo>
                  <a:pt x="56" y="254"/>
                </a:lnTo>
                <a:lnTo>
                  <a:pt x="54" y="257"/>
                </a:lnTo>
                <a:lnTo>
                  <a:pt x="54" y="258"/>
                </a:lnTo>
                <a:lnTo>
                  <a:pt x="53" y="259"/>
                </a:lnTo>
                <a:lnTo>
                  <a:pt x="56" y="259"/>
                </a:lnTo>
                <a:lnTo>
                  <a:pt x="56" y="259"/>
                </a:lnTo>
                <a:lnTo>
                  <a:pt x="56" y="257"/>
                </a:lnTo>
                <a:lnTo>
                  <a:pt x="57" y="255"/>
                </a:lnTo>
                <a:lnTo>
                  <a:pt x="57" y="255"/>
                </a:lnTo>
                <a:lnTo>
                  <a:pt x="57" y="255"/>
                </a:lnTo>
                <a:lnTo>
                  <a:pt x="57" y="258"/>
                </a:lnTo>
                <a:lnTo>
                  <a:pt x="58" y="259"/>
                </a:lnTo>
                <a:lnTo>
                  <a:pt x="59" y="259"/>
                </a:lnTo>
                <a:lnTo>
                  <a:pt x="59" y="259"/>
                </a:lnTo>
                <a:close/>
                <a:moveTo>
                  <a:pt x="48" y="262"/>
                </a:moveTo>
                <a:lnTo>
                  <a:pt x="48" y="262"/>
                </a:lnTo>
                <a:lnTo>
                  <a:pt x="48" y="263"/>
                </a:lnTo>
                <a:lnTo>
                  <a:pt x="48" y="264"/>
                </a:lnTo>
                <a:lnTo>
                  <a:pt x="48" y="264"/>
                </a:lnTo>
                <a:lnTo>
                  <a:pt x="50" y="264"/>
                </a:lnTo>
                <a:lnTo>
                  <a:pt x="50" y="264"/>
                </a:lnTo>
                <a:lnTo>
                  <a:pt x="50" y="263"/>
                </a:lnTo>
                <a:lnTo>
                  <a:pt x="48" y="262"/>
                </a:lnTo>
                <a:lnTo>
                  <a:pt x="48" y="262"/>
                </a:lnTo>
                <a:close/>
                <a:moveTo>
                  <a:pt x="54" y="265"/>
                </a:moveTo>
                <a:lnTo>
                  <a:pt x="54" y="265"/>
                </a:lnTo>
                <a:lnTo>
                  <a:pt x="54" y="264"/>
                </a:lnTo>
                <a:lnTo>
                  <a:pt x="53" y="264"/>
                </a:lnTo>
                <a:lnTo>
                  <a:pt x="52" y="264"/>
                </a:lnTo>
                <a:lnTo>
                  <a:pt x="52" y="264"/>
                </a:lnTo>
                <a:lnTo>
                  <a:pt x="52" y="262"/>
                </a:lnTo>
                <a:lnTo>
                  <a:pt x="52" y="260"/>
                </a:lnTo>
                <a:lnTo>
                  <a:pt x="51" y="260"/>
                </a:lnTo>
                <a:lnTo>
                  <a:pt x="51" y="260"/>
                </a:lnTo>
                <a:lnTo>
                  <a:pt x="52" y="263"/>
                </a:lnTo>
                <a:lnTo>
                  <a:pt x="51" y="265"/>
                </a:lnTo>
                <a:lnTo>
                  <a:pt x="51" y="265"/>
                </a:lnTo>
                <a:lnTo>
                  <a:pt x="53" y="265"/>
                </a:lnTo>
                <a:lnTo>
                  <a:pt x="54" y="265"/>
                </a:lnTo>
                <a:lnTo>
                  <a:pt x="54" y="265"/>
                </a:lnTo>
                <a:close/>
                <a:moveTo>
                  <a:pt x="57" y="269"/>
                </a:moveTo>
                <a:lnTo>
                  <a:pt x="57" y="269"/>
                </a:lnTo>
                <a:lnTo>
                  <a:pt x="58" y="267"/>
                </a:lnTo>
                <a:lnTo>
                  <a:pt x="58" y="267"/>
                </a:lnTo>
                <a:lnTo>
                  <a:pt x="57" y="265"/>
                </a:lnTo>
                <a:lnTo>
                  <a:pt x="57" y="265"/>
                </a:lnTo>
                <a:lnTo>
                  <a:pt x="56" y="267"/>
                </a:lnTo>
                <a:lnTo>
                  <a:pt x="56" y="267"/>
                </a:lnTo>
                <a:lnTo>
                  <a:pt x="56" y="268"/>
                </a:lnTo>
                <a:lnTo>
                  <a:pt x="57" y="269"/>
                </a:lnTo>
                <a:lnTo>
                  <a:pt x="57" y="269"/>
                </a:lnTo>
                <a:close/>
                <a:moveTo>
                  <a:pt x="56" y="273"/>
                </a:moveTo>
                <a:lnTo>
                  <a:pt x="56" y="273"/>
                </a:lnTo>
                <a:lnTo>
                  <a:pt x="56" y="274"/>
                </a:lnTo>
                <a:lnTo>
                  <a:pt x="56" y="274"/>
                </a:lnTo>
                <a:lnTo>
                  <a:pt x="54" y="275"/>
                </a:lnTo>
                <a:lnTo>
                  <a:pt x="54" y="275"/>
                </a:lnTo>
                <a:lnTo>
                  <a:pt x="54" y="275"/>
                </a:lnTo>
                <a:lnTo>
                  <a:pt x="56" y="277"/>
                </a:lnTo>
                <a:lnTo>
                  <a:pt x="56" y="278"/>
                </a:lnTo>
                <a:lnTo>
                  <a:pt x="56" y="278"/>
                </a:lnTo>
                <a:lnTo>
                  <a:pt x="57" y="278"/>
                </a:lnTo>
                <a:lnTo>
                  <a:pt x="57" y="278"/>
                </a:lnTo>
                <a:lnTo>
                  <a:pt x="57" y="277"/>
                </a:lnTo>
                <a:lnTo>
                  <a:pt x="58" y="277"/>
                </a:lnTo>
                <a:lnTo>
                  <a:pt x="58" y="277"/>
                </a:lnTo>
                <a:lnTo>
                  <a:pt x="57" y="279"/>
                </a:lnTo>
                <a:lnTo>
                  <a:pt x="57" y="280"/>
                </a:lnTo>
                <a:lnTo>
                  <a:pt x="58" y="280"/>
                </a:lnTo>
                <a:lnTo>
                  <a:pt x="58" y="280"/>
                </a:lnTo>
                <a:lnTo>
                  <a:pt x="58" y="279"/>
                </a:lnTo>
                <a:lnTo>
                  <a:pt x="59" y="277"/>
                </a:lnTo>
                <a:lnTo>
                  <a:pt x="59" y="277"/>
                </a:lnTo>
                <a:lnTo>
                  <a:pt x="58" y="274"/>
                </a:lnTo>
                <a:lnTo>
                  <a:pt x="57" y="270"/>
                </a:lnTo>
                <a:lnTo>
                  <a:pt x="57" y="270"/>
                </a:lnTo>
                <a:lnTo>
                  <a:pt x="56" y="270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69"/>
                </a:lnTo>
                <a:lnTo>
                  <a:pt x="54" y="270"/>
                </a:lnTo>
                <a:lnTo>
                  <a:pt x="56" y="272"/>
                </a:lnTo>
                <a:lnTo>
                  <a:pt x="56" y="272"/>
                </a:lnTo>
                <a:lnTo>
                  <a:pt x="54" y="273"/>
                </a:lnTo>
                <a:lnTo>
                  <a:pt x="54" y="273"/>
                </a:lnTo>
                <a:lnTo>
                  <a:pt x="54" y="274"/>
                </a:lnTo>
                <a:lnTo>
                  <a:pt x="54" y="274"/>
                </a:lnTo>
                <a:lnTo>
                  <a:pt x="56" y="273"/>
                </a:lnTo>
                <a:lnTo>
                  <a:pt x="56" y="273"/>
                </a:lnTo>
                <a:lnTo>
                  <a:pt x="56" y="273"/>
                </a:lnTo>
                <a:close/>
                <a:moveTo>
                  <a:pt x="52" y="280"/>
                </a:moveTo>
                <a:lnTo>
                  <a:pt x="52" y="280"/>
                </a:lnTo>
                <a:lnTo>
                  <a:pt x="52" y="279"/>
                </a:lnTo>
                <a:lnTo>
                  <a:pt x="52" y="277"/>
                </a:lnTo>
                <a:lnTo>
                  <a:pt x="52" y="277"/>
                </a:lnTo>
                <a:lnTo>
                  <a:pt x="51" y="277"/>
                </a:lnTo>
                <a:lnTo>
                  <a:pt x="51" y="278"/>
                </a:lnTo>
                <a:lnTo>
                  <a:pt x="51" y="278"/>
                </a:lnTo>
                <a:lnTo>
                  <a:pt x="50" y="278"/>
                </a:lnTo>
                <a:lnTo>
                  <a:pt x="50" y="278"/>
                </a:lnTo>
                <a:lnTo>
                  <a:pt x="50" y="277"/>
                </a:lnTo>
                <a:lnTo>
                  <a:pt x="51" y="274"/>
                </a:lnTo>
                <a:lnTo>
                  <a:pt x="51" y="274"/>
                </a:lnTo>
                <a:lnTo>
                  <a:pt x="50" y="274"/>
                </a:lnTo>
                <a:lnTo>
                  <a:pt x="48" y="274"/>
                </a:lnTo>
                <a:lnTo>
                  <a:pt x="48" y="274"/>
                </a:lnTo>
                <a:lnTo>
                  <a:pt x="48" y="278"/>
                </a:lnTo>
                <a:lnTo>
                  <a:pt x="48" y="279"/>
                </a:lnTo>
                <a:lnTo>
                  <a:pt x="50" y="280"/>
                </a:lnTo>
                <a:lnTo>
                  <a:pt x="50" y="280"/>
                </a:lnTo>
                <a:lnTo>
                  <a:pt x="50" y="279"/>
                </a:lnTo>
                <a:lnTo>
                  <a:pt x="51" y="279"/>
                </a:lnTo>
                <a:lnTo>
                  <a:pt x="52" y="280"/>
                </a:lnTo>
                <a:lnTo>
                  <a:pt x="52" y="280"/>
                </a:lnTo>
                <a:close/>
                <a:moveTo>
                  <a:pt x="56" y="283"/>
                </a:moveTo>
                <a:lnTo>
                  <a:pt x="56" y="283"/>
                </a:lnTo>
                <a:lnTo>
                  <a:pt x="52" y="284"/>
                </a:lnTo>
                <a:lnTo>
                  <a:pt x="51" y="284"/>
                </a:lnTo>
                <a:lnTo>
                  <a:pt x="52" y="285"/>
                </a:lnTo>
                <a:lnTo>
                  <a:pt x="52" y="285"/>
                </a:lnTo>
                <a:lnTo>
                  <a:pt x="52" y="285"/>
                </a:lnTo>
                <a:lnTo>
                  <a:pt x="54" y="284"/>
                </a:lnTo>
                <a:lnTo>
                  <a:pt x="54" y="284"/>
                </a:lnTo>
                <a:lnTo>
                  <a:pt x="53" y="287"/>
                </a:lnTo>
                <a:lnTo>
                  <a:pt x="54" y="287"/>
                </a:lnTo>
                <a:lnTo>
                  <a:pt x="54" y="287"/>
                </a:lnTo>
                <a:lnTo>
                  <a:pt x="54" y="287"/>
                </a:lnTo>
                <a:lnTo>
                  <a:pt x="56" y="284"/>
                </a:lnTo>
                <a:lnTo>
                  <a:pt x="56" y="283"/>
                </a:lnTo>
                <a:lnTo>
                  <a:pt x="56" y="283"/>
                </a:lnTo>
                <a:lnTo>
                  <a:pt x="56" y="280"/>
                </a:lnTo>
                <a:lnTo>
                  <a:pt x="56" y="279"/>
                </a:lnTo>
                <a:lnTo>
                  <a:pt x="56" y="280"/>
                </a:lnTo>
                <a:lnTo>
                  <a:pt x="56" y="283"/>
                </a:lnTo>
                <a:close/>
                <a:moveTo>
                  <a:pt x="47" y="280"/>
                </a:moveTo>
                <a:lnTo>
                  <a:pt x="47" y="280"/>
                </a:lnTo>
                <a:lnTo>
                  <a:pt x="47" y="284"/>
                </a:lnTo>
                <a:lnTo>
                  <a:pt x="46" y="285"/>
                </a:lnTo>
                <a:lnTo>
                  <a:pt x="47" y="285"/>
                </a:lnTo>
                <a:lnTo>
                  <a:pt x="47" y="285"/>
                </a:lnTo>
                <a:lnTo>
                  <a:pt x="48" y="283"/>
                </a:lnTo>
                <a:lnTo>
                  <a:pt x="48" y="282"/>
                </a:lnTo>
                <a:lnTo>
                  <a:pt x="47" y="280"/>
                </a:lnTo>
                <a:lnTo>
                  <a:pt x="47" y="280"/>
                </a:lnTo>
                <a:close/>
                <a:moveTo>
                  <a:pt x="45" y="285"/>
                </a:moveTo>
                <a:lnTo>
                  <a:pt x="45" y="285"/>
                </a:lnTo>
                <a:lnTo>
                  <a:pt x="45" y="285"/>
                </a:lnTo>
                <a:lnTo>
                  <a:pt x="45" y="284"/>
                </a:lnTo>
                <a:lnTo>
                  <a:pt x="43" y="284"/>
                </a:lnTo>
                <a:lnTo>
                  <a:pt x="43" y="283"/>
                </a:lnTo>
                <a:lnTo>
                  <a:pt x="43" y="283"/>
                </a:lnTo>
                <a:lnTo>
                  <a:pt x="45" y="283"/>
                </a:lnTo>
                <a:lnTo>
                  <a:pt x="45" y="282"/>
                </a:lnTo>
                <a:lnTo>
                  <a:pt x="42" y="282"/>
                </a:lnTo>
                <a:lnTo>
                  <a:pt x="42" y="282"/>
                </a:lnTo>
                <a:lnTo>
                  <a:pt x="42" y="284"/>
                </a:lnTo>
                <a:lnTo>
                  <a:pt x="42" y="287"/>
                </a:lnTo>
                <a:lnTo>
                  <a:pt x="42" y="287"/>
                </a:lnTo>
                <a:lnTo>
                  <a:pt x="43" y="287"/>
                </a:lnTo>
                <a:lnTo>
                  <a:pt x="43" y="285"/>
                </a:lnTo>
                <a:lnTo>
                  <a:pt x="45" y="285"/>
                </a:lnTo>
                <a:lnTo>
                  <a:pt x="45" y="285"/>
                </a:lnTo>
                <a:lnTo>
                  <a:pt x="45" y="285"/>
                </a:lnTo>
                <a:close/>
                <a:moveTo>
                  <a:pt x="51" y="290"/>
                </a:moveTo>
                <a:lnTo>
                  <a:pt x="51" y="290"/>
                </a:lnTo>
                <a:lnTo>
                  <a:pt x="52" y="290"/>
                </a:lnTo>
                <a:lnTo>
                  <a:pt x="52" y="289"/>
                </a:lnTo>
                <a:lnTo>
                  <a:pt x="52" y="287"/>
                </a:lnTo>
                <a:lnTo>
                  <a:pt x="52" y="287"/>
                </a:lnTo>
                <a:lnTo>
                  <a:pt x="52" y="287"/>
                </a:lnTo>
                <a:lnTo>
                  <a:pt x="52" y="288"/>
                </a:lnTo>
                <a:lnTo>
                  <a:pt x="52" y="289"/>
                </a:lnTo>
                <a:lnTo>
                  <a:pt x="51" y="289"/>
                </a:lnTo>
                <a:lnTo>
                  <a:pt x="51" y="290"/>
                </a:lnTo>
                <a:lnTo>
                  <a:pt x="51" y="290"/>
                </a:lnTo>
                <a:close/>
                <a:moveTo>
                  <a:pt x="46" y="293"/>
                </a:moveTo>
                <a:lnTo>
                  <a:pt x="46" y="293"/>
                </a:lnTo>
                <a:lnTo>
                  <a:pt x="47" y="290"/>
                </a:lnTo>
                <a:lnTo>
                  <a:pt x="47" y="288"/>
                </a:lnTo>
                <a:lnTo>
                  <a:pt x="47" y="288"/>
                </a:lnTo>
                <a:lnTo>
                  <a:pt x="46" y="289"/>
                </a:lnTo>
                <a:lnTo>
                  <a:pt x="45" y="290"/>
                </a:lnTo>
                <a:lnTo>
                  <a:pt x="45" y="292"/>
                </a:lnTo>
                <a:lnTo>
                  <a:pt x="46" y="293"/>
                </a:lnTo>
                <a:lnTo>
                  <a:pt x="46" y="293"/>
                </a:lnTo>
                <a:close/>
                <a:moveTo>
                  <a:pt x="47" y="299"/>
                </a:moveTo>
                <a:lnTo>
                  <a:pt x="47" y="299"/>
                </a:lnTo>
                <a:lnTo>
                  <a:pt x="48" y="297"/>
                </a:lnTo>
                <a:lnTo>
                  <a:pt x="48" y="295"/>
                </a:lnTo>
                <a:lnTo>
                  <a:pt x="47" y="294"/>
                </a:lnTo>
                <a:lnTo>
                  <a:pt x="47" y="294"/>
                </a:lnTo>
                <a:lnTo>
                  <a:pt x="46" y="298"/>
                </a:lnTo>
                <a:lnTo>
                  <a:pt x="46" y="299"/>
                </a:lnTo>
                <a:lnTo>
                  <a:pt x="47" y="299"/>
                </a:lnTo>
                <a:lnTo>
                  <a:pt x="47" y="299"/>
                </a:lnTo>
                <a:close/>
                <a:moveTo>
                  <a:pt x="53" y="302"/>
                </a:moveTo>
                <a:lnTo>
                  <a:pt x="53" y="302"/>
                </a:lnTo>
                <a:lnTo>
                  <a:pt x="54" y="300"/>
                </a:lnTo>
                <a:lnTo>
                  <a:pt x="54" y="299"/>
                </a:lnTo>
                <a:lnTo>
                  <a:pt x="54" y="298"/>
                </a:lnTo>
                <a:lnTo>
                  <a:pt x="54" y="298"/>
                </a:lnTo>
                <a:lnTo>
                  <a:pt x="52" y="300"/>
                </a:lnTo>
                <a:lnTo>
                  <a:pt x="52" y="302"/>
                </a:lnTo>
                <a:lnTo>
                  <a:pt x="53" y="302"/>
                </a:lnTo>
                <a:lnTo>
                  <a:pt x="53" y="302"/>
                </a:lnTo>
                <a:close/>
                <a:moveTo>
                  <a:pt x="58" y="302"/>
                </a:moveTo>
                <a:lnTo>
                  <a:pt x="58" y="302"/>
                </a:lnTo>
                <a:lnTo>
                  <a:pt x="59" y="299"/>
                </a:lnTo>
                <a:lnTo>
                  <a:pt x="59" y="295"/>
                </a:lnTo>
                <a:lnTo>
                  <a:pt x="59" y="295"/>
                </a:lnTo>
                <a:lnTo>
                  <a:pt x="58" y="295"/>
                </a:lnTo>
                <a:lnTo>
                  <a:pt x="58" y="297"/>
                </a:lnTo>
                <a:lnTo>
                  <a:pt x="58" y="298"/>
                </a:lnTo>
                <a:lnTo>
                  <a:pt x="57" y="298"/>
                </a:lnTo>
                <a:lnTo>
                  <a:pt x="57" y="298"/>
                </a:lnTo>
                <a:lnTo>
                  <a:pt x="56" y="298"/>
                </a:lnTo>
                <a:lnTo>
                  <a:pt x="56" y="299"/>
                </a:lnTo>
                <a:lnTo>
                  <a:pt x="56" y="299"/>
                </a:lnTo>
                <a:lnTo>
                  <a:pt x="57" y="298"/>
                </a:lnTo>
                <a:lnTo>
                  <a:pt x="58" y="299"/>
                </a:lnTo>
                <a:lnTo>
                  <a:pt x="58" y="299"/>
                </a:lnTo>
                <a:lnTo>
                  <a:pt x="58" y="299"/>
                </a:lnTo>
                <a:lnTo>
                  <a:pt x="57" y="300"/>
                </a:lnTo>
                <a:lnTo>
                  <a:pt x="58" y="302"/>
                </a:lnTo>
                <a:lnTo>
                  <a:pt x="58" y="302"/>
                </a:lnTo>
                <a:close/>
                <a:moveTo>
                  <a:pt x="57" y="324"/>
                </a:moveTo>
                <a:lnTo>
                  <a:pt x="57" y="324"/>
                </a:lnTo>
                <a:lnTo>
                  <a:pt x="57" y="327"/>
                </a:lnTo>
                <a:lnTo>
                  <a:pt x="57" y="328"/>
                </a:lnTo>
                <a:lnTo>
                  <a:pt x="57" y="328"/>
                </a:lnTo>
                <a:lnTo>
                  <a:pt x="58" y="328"/>
                </a:lnTo>
                <a:lnTo>
                  <a:pt x="58" y="327"/>
                </a:lnTo>
                <a:lnTo>
                  <a:pt x="57" y="324"/>
                </a:lnTo>
                <a:lnTo>
                  <a:pt x="57" y="324"/>
                </a:lnTo>
                <a:close/>
                <a:moveTo>
                  <a:pt x="46" y="304"/>
                </a:moveTo>
                <a:lnTo>
                  <a:pt x="46" y="304"/>
                </a:lnTo>
                <a:lnTo>
                  <a:pt x="46" y="304"/>
                </a:lnTo>
                <a:lnTo>
                  <a:pt x="46" y="305"/>
                </a:lnTo>
                <a:lnTo>
                  <a:pt x="46" y="305"/>
                </a:lnTo>
                <a:lnTo>
                  <a:pt x="46" y="304"/>
                </a:lnTo>
                <a:lnTo>
                  <a:pt x="46" y="303"/>
                </a:lnTo>
                <a:lnTo>
                  <a:pt x="43" y="303"/>
                </a:lnTo>
                <a:lnTo>
                  <a:pt x="43" y="305"/>
                </a:lnTo>
                <a:lnTo>
                  <a:pt x="43" y="305"/>
                </a:lnTo>
                <a:lnTo>
                  <a:pt x="45" y="304"/>
                </a:lnTo>
                <a:lnTo>
                  <a:pt x="46" y="304"/>
                </a:lnTo>
                <a:lnTo>
                  <a:pt x="46" y="304"/>
                </a:lnTo>
                <a:close/>
                <a:moveTo>
                  <a:pt x="57" y="305"/>
                </a:moveTo>
                <a:lnTo>
                  <a:pt x="57" y="305"/>
                </a:lnTo>
                <a:lnTo>
                  <a:pt x="58" y="305"/>
                </a:lnTo>
                <a:lnTo>
                  <a:pt x="59" y="304"/>
                </a:lnTo>
                <a:lnTo>
                  <a:pt x="59" y="304"/>
                </a:lnTo>
                <a:lnTo>
                  <a:pt x="58" y="304"/>
                </a:lnTo>
                <a:lnTo>
                  <a:pt x="57" y="303"/>
                </a:lnTo>
                <a:lnTo>
                  <a:pt x="57" y="305"/>
                </a:lnTo>
                <a:close/>
                <a:moveTo>
                  <a:pt x="46" y="314"/>
                </a:moveTo>
                <a:lnTo>
                  <a:pt x="46" y="314"/>
                </a:lnTo>
                <a:lnTo>
                  <a:pt x="46" y="310"/>
                </a:lnTo>
                <a:lnTo>
                  <a:pt x="45" y="308"/>
                </a:lnTo>
                <a:lnTo>
                  <a:pt x="45" y="308"/>
                </a:lnTo>
                <a:lnTo>
                  <a:pt x="46" y="309"/>
                </a:lnTo>
                <a:lnTo>
                  <a:pt x="47" y="310"/>
                </a:lnTo>
                <a:lnTo>
                  <a:pt x="47" y="310"/>
                </a:lnTo>
                <a:lnTo>
                  <a:pt x="47" y="309"/>
                </a:lnTo>
                <a:lnTo>
                  <a:pt x="47" y="308"/>
                </a:lnTo>
                <a:lnTo>
                  <a:pt x="45" y="307"/>
                </a:lnTo>
                <a:lnTo>
                  <a:pt x="45" y="307"/>
                </a:lnTo>
                <a:lnTo>
                  <a:pt x="45" y="310"/>
                </a:lnTo>
                <a:lnTo>
                  <a:pt x="43" y="312"/>
                </a:lnTo>
                <a:lnTo>
                  <a:pt x="42" y="313"/>
                </a:lnTo>
                <a:lnTo>
                  <a:pt x="42" y="313"/>
                </a:lnTo>
                <a:lnTo>
                  <a:pt x="45" y="314"/>
                </a:lnTo>
                <a:lnTo>
                  <a:pt x="46" y="314"/>
                </a:lnTo>
                <a:lnTo>
                  <a:pt x="46" y="314"/>
                </a:lnTo>
                <a:close/>
                <a:moveTo>
                  <a:pt x="54" y="313"/>
                </a:moveTo>
                <a:lnTo>
                  <a:pt x="54" y="313"/>
                </a:lnTo>
                <a:lnTo>
                  <a:pt x="54" y="314"/>
                </a:lnTo>
                <a:lnTo>
                  <a:pt x="56" y="313"/>
                </a:lnTo>
                <a:lnTo>
                  <a:pt x="56" y="312"/>
                </a:lnTo>
                <a:lnTo>
                  <a:pt x="54" y="310"/>
                </a:lnTo>
                <a:lnTo>
                  <a:pt x="54" y="310"/>
                </a:lnTo>
                <a:lnTo>
                  <a:pt x="54" y="313"/>
                </a:lnTo>
                <a:lnTo>
                  <a:pt x="54" y="313"/>
                </a:lnTo>
                <a:close/>
                <a:moveTo>
                  <a:pt x="53" y="320"/>
                </a:moveTo>
                <a:lnTo>
                  <a:pt x="57" y="320"/>
                </a:lnTo>
                <a:lnTo>
                  <a:pt x="57" y="320"/>
                </a:lnTo>
                <a:lnTo>
                  <a:pt x="57" y="322"/>
                </a:lnTo>
                <a:lnTo>
                  <a:pt x="57" y="323"/>
                </a:lnTo>
                <a:lnTo>
                  <a:pt x="58" y="323"/>
                </a:lnTo>
                <a:lnTo>
                  <a:pt x="58" y="323"/>
                </a:lnTo>
                <a:lnTo>
                  <a:pt x="58" y="317"/>
                </a:lnTo>
                <a:lnTo>
                  <a:pt x="58" y="317"/>
                </a:lnTo>
                <a:lnTo>
                  <a:pt x="57" y="317"/>
                </a:lnTo>
                <a:lnTo>
                  <a:pt x="57" y="318"/>
                </a:lnTo>
                <a:lnTo>
                  <a:pt x="57" y="319"/>
                </a:lnTo>
                <a:lnTo>
                  <a:pt x="54" y="319"/>
                </a:lnTo>
                <a:lnTo>
                  <a:pt x="54" y="319"/>
                </a:lnTo>
                <a:lnTo>
                  <a:pt x="54" y="317"/>
                </a:lnTo>
                <a:lnTo>
                  <a:pt x="54" y="317"/>
                </a:lnTo>
                <a:lnTo>
                  <a:pt x="57" y="315"/>
                </a:lnTo>
                <a:lnTo>
                  <a:pt x="58" y="314"/>
                </a:lnTo>
                <a:lnTo>
                  <a:pt x="58" y="312"/>
                </a:lnTo>
                <a:lnTo>
                  <a:pt x="57" y="310"/>
                </a:lnTo>
                <a:lnTo>
                  <a:pt x="57" y="310"/>
                </a:lnTo>
                <a:lnTo>
                  <a:pt x="56" y="315"/>
                </a:lnTo>
                <a:lnTo>
                  <a:pt x="56" y="315"/>
                </a:lnTo>
                <a:lnTo>
                  <a:pt x="54" y="315"/>
                </a:lnTo>
                <a:lnTo>
                  <a:pt x="53" y="314"/>
                </a:lnTo>
                <a:lnTo>
                  <a:pt x="53" y="314"/>
                </a:lnTo>
                <a:lnTo>
                  <a:pt x="52" y="313"/>
                </a:lnTo>
                <a:lnTo>
                  <a:pt x="52" y="313"/>
                </a:lnTo>
                <a:lnTo>
                  <a:pt x="53" y="317"/>
                </a:lnTo>
                <a:lnTo>
                  <a:pt x="53" y="318"/>
                </a:lnTo>
                <a:lnTo>
                  <a:pt x="53" y="320"/>
                </a:lnTo>
                <a:lnTo>
                  <a:pt x="53" y="320"/>
                </a:lnTo>
                <a:close/>
                <a:moveTo>
                  <a:pt x="46" y="329"/>
                </a:moveTo>
                <a:lnTo>
                  <a:pt x="46" y="329"/>
                </a:lnTo>
                <a:lnTo>
                  <a:pt x="46" y="328"/>
                </a:lnTo>
                <a:lnTo>
                  <a:pt x="47" y="327"/>
                </a:lnTo>
                <a:lnTo>
                  <a:pt x="47" y="327"/>
                </a:lnTo>
                <a:lnTo>
                  <a:pt x="46" y="327"/>
                </a:lnTo>
                <a:lnTo>
                  <a:pt x="46" y="327"/>
                </a:lnTo>
                <a:lnTo>
                  <a:pt x="45" y="327"/>
                </a:lnTo>
                <a:lnTo>
                  <a:pt x="45" y="325"/>
                </a:lnTo>
                <a:lnTo>
                  <a:pt x="45" y="325"/>
                </a:lnTo>
                <a:lnTo>
                  <a:pt x="45" y="325"/>
                </a:lnTo>
                <a:lnTo>
                  <a:pt x="45" y="324"/>
                </a:lnTo>
                <a:lnTo>
                  <a:pt x="45" y="324"/>
                </a:lnTo>
                <a:lnTo>
                  <a:pt x="47" y="324"/>
                </a:lnTo>
                <a:lnTo>
                  <a:pt x="48" y="324"/>
                </a:lnTo>
                <a:lnTo>
                  <a:pt x="48" y="324"/>
                </a:lnTo>
                <a:lnTo>
                  <a:pt x="48" y="323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2"/>
                </a:lnTo>
                <a:lnTo>
                  <a:pt x="47" y="320"/>
                </a:lnTo>
                <a:lnTo>
                  <a:pt x="47" y="319"/>
                </a:lnTo>
                <a:lnTo>
                  <a:pt x="50" y="318"/>
                </a:lnTo>
                <a:lnTo>
                  <a:pt x="50" y="318"/>
                </a:lnTo>
                <a:lnTo>
                  <a:pt x="46" y="317"/>
                </a:lnTo>
                <a:lnTo>
                  <a:pt x="43" y="317"/>
                </a:lnTo>
                <a:lnTo>
                  <a:pt x="43" y="317"/>
                </a:lnTo>
                <a:lnTo>
                  <a:pt x="43" y="319"/>
                </a:lnTo>
                <a:lnTo>
                  <a:pt x="42" y="323"/>
                </a:lnTo>
                <a:lnTo>
                  <a:pt x="42" y="323"/>
                </a:lnTo>
                <a:lnTo>
                  <a:pt x="43" y="323"/>
                </a:lnTo>
                <a:lnTo>
                  <a:pt x="43" y="324"/>
                </a:lnTo>
                <a:lnTo>
                  <a:pt x="43" y="324"/>
                </a:lnTo>
                <a:lnTo>
                  <a:pt x="43" y="325"/>
                </a:lnTo>
                <a:lnTo>
                  <a:pt x="42" y="327"/>
                </a:lnTo>
                <a:lnTo>
                  <a:pt x="42" y="328"/>
                </a:lnTo>
                <a:lnTo>
                  <a:pt x="42" y="328"/>
                </a:lnTo>
                <a:lnTo>
                  <a:pt x="43" y="329"/>
                </a:lnTo>
                <a:lnTo>
                  <a:pt x="46" y="329"/>
                </a:lnTo>
                <a:lnTo>
                  <a:pt x="46" y="329"/>
                </a:lnTo>
                <a:close/>
                <a:moveTo>
                  <a:pt x="50" y="328"/>
                </a:moveTo>
                <a:lnTo>
                  <a:pt x="50" y="328"/>
                </a:lnTo>
                <a:lnTo>
                  <a:pt x="51" y="327"/>
                </a:lnTo>
                <a:lnTo>
                  <a:pt x="50" y="325"/>
                </a:lnTo>
                <a:lnTo>
                  <a:pt x="50" y="325"/>
                </a:lnTo>
                <a:lnTo>
                  <a:pt x="51" y="325"/>
                </a:lnTo>
                <a:lnTo>
                  <a:pt x="52" y="325"/>
                </a:lnTo>
                <a:lnTo>
                  <a:pt x="52" y="324"/>
                </a:lnTo>
                <a:lnTo>
                  <a:pt x="53" y="324"/>
                </a:lnTo>
                <a:lnTo>
                  <a:pt x="53" y="324"/>
                </a:lnTo>
                <a:lnTo>
                  <a:pt x="53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3"/>
                </a:lnTo>
                <a:lnTo>
                  <a:pt x="52" y="324"/>
                </a:lnTo>
                <a:lnTo>
                  <a:pt x="52" y="324"/>
                </a:lnTo>
                <a:lnTo>
                  <a:pt x="51" y="324"/>
                </a:lnTo>
                <a:lnTo>
                  <a:pt x="51" y="324"/>
                </a:lnTo>
                <a:lnTo>
                  <a:pt x="51" y="322"/>
                </a:lnTo>
                <a:lnTo>
                  <a:pt x="51" y="320"/>
                </a:lnTo>
                <a:lnTo>
                  <a:pt x="50" y="320"/>
                </a:lnTo>
                <a:lnTo>
                  <a:pt x="50" y="320"/>
                </a:lnTo>
                <a:lnTo>
                  <a:pt x="50" y="322"/>
                </a:lnTo>
                <a:lnTo>
                  <a:pt x="50" y="324"/>
                </a:lnTo>
                <a:lnTo>
                  <a:pt x="50" y="324"/>
                </a:lnTo>
                <a:lnTo>
                  <a:pt x="48" y="325"/>
                </a:lnTo>
                <a:lnTo>
                  <a:pt x="48" y="327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48" y="330"/>
                </a:lnTo>
                <a:lnTo>
                  <a:pt x="50" y="328"/>
                </a:lnTo>
                <a:lnTo>
                  <a:pt x="50" y="328"/>
                </a:lnTo>
                <a:close/>
                <a:moveTo>
                  <a:pt x="53" y="335"/>
                </a:moveTo>
                <a:lnTo>
                  <a:pt x="53" y="335"/>
                </a:lnTo>
                <a:lnTo>
                  <a:pt x="54" y="333"/>
                </a:lnTo>
                <a:lnTo>
                  <a:pt x="54" y="332"/>
                </a:lnTo>
                <a:lnTo>
                  <a:pt x="54" y="337"/>
                </a:lnTo>
                <a:lnTo>
                  <a:pt x="54" y="337"/>
                </a:lnTo>
                <a:lnTo>
                  <a:pt x="58" y="337"/>
                </a:lnTo>
                <a:lnTo>
                  <a:pt x="58" y="337"/>
                </a:lnTo>
                <a:lnTo>
                  <a:pt x="58" y="335"/>
                </a:lnTo>
                <a:lnTo>
                  <a:pt x="57" y="333"/>
                </a:lnTo>
                <a:lnTo>
                  <a:pt x="57" y="332"/>
                </a:lnTo>
                <a:lnTo>
                  <a:pt x="56" y="330"/>
                </a:lnTo>
                <a:lnTo>
                  <a:pt x="56" y="330"/>
                </a:lnTo>
                <a:lnTo>
                  <a:pt x="54" y="330"/>
                </a:lnTo>
                <a:lnTo>
                  <a:pt x="54" y="332"/>
                </a:lnTo>
                <a:lnTo>
                  <a:pt x="54" y="332"/>
                </a:lnTo>
                <a:lnTo>
                  <a:pt x="53" y="330"/>
                </a:lnTo>
                <a:lnTo>
                  <a:pt x="53" y="330"/>
                </a:lnTo>
                <a:lnTo>
                  <a:pt x="52" y="332"/>
                </a:lnTo>
                <a:lnTo>
                  <a:pt x="52" y="332"/>
                </a:lnTo>
                <a:lnTo>
                  <a:pt x="52" y="332"/>
                </a:lnTo>
                <a:lnTo>
                  <a:pt x="51" y="332"/>
                </a:lnTo>
                <a:lnTo>
                  <a:pt x="51" y="332"/>
                </a:lnTo>
                <a:lnTo>
                  <a:pt x="53" y="332"/>
                </a:lnTo>
                <a:lnTo>
                  <a:pt x="53" y="333"/>
                </a:lnTo>
                <a:lnTo>
                  <a:pt x="53" y="334"/>
                </a:lnTo>
                <a:lnTo>
                  <a:pt x="53" y="335"/>
                </a:lnTo>
                <a:lnTo>
                  <a:pt x="53" y="335"/>
                </a:lnTo>
                <a:close/>
                <a:moveTo>
                  <a:pt x="48" y="340"/>
                </a:moveTo>
                <a:lnTo>
                  <a:pt x="48" y="340"/>
                </a:lnTo>
                <a:lnTo>
                  <a:pt x="50" y="338"/>
                </a:lnTo>
                <a:lnTo>
                  <a:pt x="50" y="334"/>
                </a:lnTo>
                <a:lnTo>
                  <a:pt x="50" y="334"/>
                </a:lnTo>
                <a:lnTo>
                  <a:pt x="47" y="335"/>
                </a:lnTo>
                <a:lnTo>
                  <a:pt x="47" y="337"/>
                </a:lnTo>
                <a:lnTo>
                  <a:pt x="48" y="340"/>
                </a:lnTo>
                <a:lnTo>
                  <a:pt x="48" y="340"/>
                </a:lnTo>
                <a:close/>
                <a:moveTo>
                  <a:pt x="52" y="343"/>
                </a:moveTo>
                <a:lnTo>
                  <a:pt x="52" y="343"/>
                </a:lnTo>
                <a:lnTo>
                  <a:pt x="51" y="343"/>
                </a:lnTo>
                <a:lnTo>
                  <a:pt x="51" y="343"/>
                </a:lnTo>
                <a:lnTo>
                  <a:pt x="51" y="344"/>
                </a:lnTo>
                <a:lnTo>
                  <a:pt x="50" y="345"/>
                </a:lnTo>
                <a:lnTo>
                  <a:pt x="50" y="345"/>
                </a:lnTo>
                <a:lnTo>
                  <a:pt x="50" y="347"/>
                </a:lnTo>
                <a:lnTo>
                  <a:pt x="51" y="348"/>
                </a:lnTo>
                <a:lnTo>
                  <a:pt x="51" y="348"/>
                </a:lnTo>
                <a:lnTo>
                  <a:pt x="51" y="345"/>
                </a:lnTo>
                <a:lnTo>
                  <a:pt x="51" y="344"/>
                </a:lnTo>
                <a:lnTo>
                  <a:pt x="52" y="344"/>
                </a:lnTo>
                <a:lnTo>
                  <a:pt x="52" y="344"/>
                </a:lnTo>
                <a:lnTo>
                  <a:pt x="52" y="345"/>
                </a:lnTo>
                <a:lnTo>
                  <a:pt x="52" y="347"/>
                </a:lnTo>
                <a:lnTo>
                  <a:pt x="53" y="347"/>
                </a:lnTo>
                <a:lnTo>
                  <a:pt x="53" y="347"/>
                </a:lnTo>
                <a:lnTo>
                  <a:pt x="53" y="348"/>
                </a:lnTo>
                <a:lnTo>
                  <a:pt x="53" y="350"/>
                </a:lnTo>
                <a:lnTo>
                  <a:pt x="53" y="350"/>
                </a:lnTo>
                <a:lnTo>
                  <a:pt x="54" y="349"/>
                </a:lnTo>
                <a:lnTo>
                  <a:pt x="54" y="348"/>
                </a:lnTo>
                <a:lnTo>
                  <a:pt x="56" y="344"/>
                </a:lnTo>
                <a:lnTo>
                  <a:pt x="56" y="344"/>
                </a:lnTo>
                <a:lnTo>
                  <a:pt x="57" y="344"/>
                </a:lnTo>
                <a:lnTo>
                  <a:pt x="57" y="344"/>
                </a:lnTo>
                <a:lnTo>
                  <a:pt x="57" y="342"/>
                </a:lnTo>
                <a:lnTo>
                  <a:pt x="57" y="342"/>
                </a:lnTo>
                <a:lnTo>
                  <a:pt x="56" y="342"/>
                </a:lnTo>
                <a:lnTo>
                  <a:pt x="56" y="342"/>
                </a:lnTo>
                <a:lnTo>
                  <a:pt x="54" y="343"/>
                </a:lnTo>
                <a:lnTo>
                  <a:pt x="54" y="343"/>
                </a:lnTo>
                <a:lnTo>
                  <a:pt x="54" y="340"/>
                </a:lnTo>
                <a:lnTo>
                  <a:pt x="54" y="340"/>
                </a:lnTo>
                <a:lnTo>
                  <a:pt x="53" y="340"/>
                </a:lnTo>
                <a:lnTo>
                  <a:pt x="53" y="342"/>
                </a:lnTo>
                <a:lnTo>
                  <a:pt x="53" y="342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3"/>
                </a:lnTo>
                <a:lnTo>
                  <a:pt x="52" y="342"/>
                </a:lnTo>
                <a:lnTo>
                  <a:pt x="52" y="343"/>
                </a:lnTo>
                <a:lnTo>
                  <a:pt x="52" y="343"/>
                </a:lnTo>
                <a:close/>
                <a:moveTo>
                  <a:pt x="50" y="352"/>
                </a:moveTo>
                <a:lnTo>
                  <a:pt x="50" y="352"/>
                </a:lnTo>
                <a:lnTo>
                  <a:pt x="50" y="350"/>
                </a:lnTo>
                <a:lnTo>
                  <a:pt x="48" y="350"/>
                </a:lnTo>
                <a:lnTo>
                  <a:pt x="48" y="349"/>
                </a:lnTo>
                <a:lnTo>
                  <a:pt x="48" y="349"/>
                </a:lnTo>
                <a:lnTo>
                  <a:pt x="48" y="345"/>
                </a:lnTo>
                <a:lnTo>
                  <a:pt x="48" y="342"/>
                </a:lnTo>
                <a:lnTo>
                  <a:pt x="48" y="342"/>
                </a:lnTo>
                <a:lnTo>
                  <a:pt x="48" y="343"/>
                </a:lnTo>
                <a:lnTo>
                  <a:pt x="46" y="343"/>
                </a:lnTo>
                <a:lnTo>
                  <a:pt x="46" y="343"/>
                </a:lnTo>
                <a:lnTo>
                  <a:pt x="47" y="345"/>
                </a:lnTo>
                <a:lnTo>
                  <a:pt x="47" y="347"/>
                </a:lnTo>
                <a:lnTo>
                  <a:pt x="47" y="352"/>
                </a:lnTo>
                <a:lnTo>
                  <a:pt x="50" y="352"/>
                </a:lnTo>
                <a:close/>
                <a:moveTo>
                  <a:pt x="47" y="368"/>
                </a:moveTo>
                <a:lnTo>
                  <a:pt x="47" y="368"/>
                </a:lnTo>
                <a:lnTo>
                  <a:pt x="50" y="368"/>
                </a:lnTo>
                <a:lnTo>
                  <a:pt x="50" y="368"/>
                </a:lnTo>
                <a:lnTo>
                  <a:pt x="50" y="365"/>
                </a:lnTo>
                <a:lnTo>
                  <a:pt x="48" y="365"/>
                </a:lnTo>
                <a:lnTo>
                  <a:pt x="48" y="365"/>
                </a:lnTo>
                <a:lnTo>
                  <a:pt x="47" y="367"/>
                </a:lnTo>
                <a:lnTo>
                  <a:pt x="47" y="368"/>
                </a:lnTo>
                <a:lnTo>
                  <a:pt x="47" y="368"/>
                </a:lnTo>
                <a:close/>
                <a:moveTo>
                  <a:pt x="53" y="374"/>
                </a:moveTo>
                <a:lnTo>
                  <a:pt x="53" y="374"/>
                </a:lnTo>
                <a:lnTo>
                  <a:pt x="53" y="373"/>
                </a:lnTo>
                <a:lnTo>
                  <a:pt x="53" y="372"/>
                </a:lnTo>
                <a:lnTo>
                  <a:pt x="52" y="372"/>
                </a:lnTo>
                <a:lnTo>
                  <a:pt x="52" y="372"/>
                </a:lnTo>
                <a:lnTo>
                  <a:pt x="52" y="373"/>
                </a:lnTo>
                <a:lnTo>
                  <a:pt x="52" y="374"/>
                </a:lnTo>
                <a:lnTo>
                  <a:pt x="53" y="374"/>
                </a:lnTo>
                <a:lnTo>
                  <a:pt x="53" y="374"/>
                </a:lnTo>
                <a:close/>
                <a:moveTo>
                  <a:pt x="57" y="388"/>
                </a:moveTo>
                <a:lnTo>
                  <a:pt x="57" y="388"/>
                </a:lnTo>
                <a:lnTo>
                  <a:pt x="57" y="387"/>
                </a:lnTo>
                <a:lnTo>
                  <a:pt x="57" y="385"/>
                </a:lnTo>
                <a:lnTo>
                  <a:pt x="57" y="385"/>
                </a:lnTo>
                <a:lnTo>
                  <a:pt x="56" y="385"/>
                </a:lnTo>
                <a:lnTo>
                  <a:pt x="56" y="387"/>
                </a:lnTo>
                <a:lnTo>
                  <a:pt x="56" y="388"/>
                </a:lnTo>
                <a:lnTo>
                  <a:pt x="57" y="388"/>
                </a:lnTo>
                <a:lnTo>
                  <a:pt x="57" y="388"/>
                </a:lnTo>
                <a:close/>
                <a:moveTo>
                  <a:pt x="51" y="389"/>
                </a:moveTo>
                <a:lnTo>
                  <a:pt x="51" y="389"/>
                </a:lnTo>
                <a:lnTo>
                  <a:pt x="52" y="385"/>
                </a:lnTo>
                <a:lnTo>
                  <a:pt x="52" y="384"/>
                </a:lnTo>
                <a:lnTo>
                  <a:pt x="52" y="383"/>
                </a:lnTo>
                <a:lnTo>
                  <a:pt x="52" y="383"/>
                </a:lnTo>
                <a:lnTo>
                  <a:pt x="51" y="385"/>
                </a:lnTo>
                <a:lnTo>
                  <a:pt x="51" y="388"/>
                </a:lnTo>
                <a:lnTo>
                  <a:pt x="51" y="389"/>
                </a:lnTo>
                <a:lnTo>
                  <a:pt x="51" y="389"/>
                </a:lnTo>
                <a:close/>
                <a:moveTo>
                  <a:pt x="43" y="400"/>
                </a:moveTo>
                <a:lnTo>
                  <a:pt x="43" y="400"/>
                </a:lnTo>
                <a:lnTo>
                  <a:pt x="43" y="399"/>
                </a:lnTo>
                <a:lnTo>
                  <a:pt x="45" y="398"/>
                </a:lnTo>
                <a:lnTo>
                  <a:pt x="42" y="398"/>
                </a:lnTo>
                <a:lnTo>
                  <a:pt x="42" y="398"/>
                </a:lnTo>
                <a:lnTo>
                  <a:pt x="42" y="399"/>
                </a:lnTo>
                <a:lnTo>
                  <a:pt x="43" y="400"/>
                </a:lnTo>
                <a:lnTo>
                  <a:pt x="43" y="400"/>
                </a:lnTo>
                <a:close/>
                <a:moveTo>
                  <a:pt x="46" y="404"/>
                </a:moveTo>
                <a:lnTo>
                  <a:pt x="46" y="404"/>
                </a:lnTo>
                <a:lnTo>
                  <a:pt x="46" y="402"/>
                </a:lnTo>
                <a:lnTo>
                  <a:pt x="45" y="400"/>
                </a:lnTo>
                <a:lnTo>
                  <a:pt x="43" y="400"/>
                </a:lnTo>
                <a:lnTo>
                  <a:pt x="43" y="400"/>
                </a:lnTo>
                <a:lnTo>
                  <a:pt x="42" y="402"/>
                </a:lnTo>
                <a:lnTo>
                  <a:pt x="42" y="403"/>
                </a:lnTo>
                <a:lnTo>
                  <a:pt x="43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2"/>
                </a:lnTo>
                <a:lnTo>
                  <a:pt x="43" y="404"/>
                </a:lnTo>
                <a:lnTo>
                  <a:pt x="46" y="404"/>
                </a:lnTo>
                <a:lnTo>
                  <a:pt x="46" y="404"/>
                </a:lnTo>
                <a:close/>
                <a:moveTo>
                  <a:pt x="42" y="413"/>
                </a:moveTo>
                <a:lnTo>
                  <a:pt x="42" y="413"/>
                </a:lnTo>
                <a:lnTo>
                  <a:pt x="43" y="413"/>
                </a:lnTo>
                <a:lnTo>
                  <a:pt x="43" y="412"/>
                </a:lnTo>
                <a:lnTo>
                  <a:pt x="43" y="409"/>
                </a:lnTo>
                <a:lnTo>
                  <a:pt x="43" y="409"/>
                </a:lnTo>
                <a:lnTo>
                  <a:pt x="43" y="407"/>
                </a:lnTo>
                <a:lnTo>
                  <a:pt x="43" y="405"/>
                </a:lnTo>
                <a:lnTo>
                  <a:pt x="42" y="404"/>
                </a:lnTo>
                <a:lnTo>
                  <a:pt x="42" y="404"/>
                </a:lnTo>
                <a:lnTo>
                  <a:pt x="42" y="409"/>
                </a:lnTo>
                <a:lnTo>
                  <a:pt x="42" y="413"/>
                </a:lnTo>
                <a:lnTo>
                  <a:pt x="42" y="413"/>
                </a:lnTo>
                <a:close/>
                <a:moveTo>
                  <a:pt x="50" y="418"/>
                </a:moveTo>
                <a:lnTo>
                  <a:pt x="50" y="418"/>
                </a:lnTo>
                <a:lnTo>
                  <a:pt x="50" y="415"/>
                </a:lnTo>
                <a:lnTo>
                  <a:pt x="50" y="415"/>
                </a:lnTo>
                <a:lnTo>
                  <a:pt x="48" y="414"/>
                </a:lnTo>
                <a:lnTo>
                  <a:pt x="48" y="414"/>
                </a:lnTo>
                <a:lnTo>
                  <a:pt x="48" y="417"/>
                </a:lnTo>
                <a:lnTo>
                  <a:pt x="48" y="418"/>
                </a:lnTo>
                <a:lnTo>
                  <a:pt x="50" y="418"/>
                </a:lnTo>
                <a:lnTo>
                  <a:pt x="50" y="418"/>
                </a:lnTo>
                <a:close/>
                <a:moveTo>
                  <a:pt x="36" y="384"/>
                </a:moveTo>
                <a:lnTo>
                  <a:pt x="36" y="384"/>
                </a:lnTo>
                <a:lnTo>
                  <a:pt x="37" y="383"/>
                </a:lnTo>
                <a:lnTo>
                  <a:pt x="37" y="380"/>
                </a:lnTo>
                <a:lnTo>
                  <a:pt x="37" y="380"/>
                </a:lnTo>
                <a:lnTo>
                  <a:pt x="36" y="380"/>
                </a:lnTo>
                <a:lnTo>
                  <a:pt x="35" y="382"/>
                </a:lnTo>
                <a:lnTo>
                  <a:pt x="36" y="384"/>
                </a:lnTo>
                <a:lnTo>
                  <a:pt x="36" y="384"/>
                </a:lnTo>
                <a:close/>
                <a:moveTo>
                  <a:pt x="36" y="392"/>
                </a:moveTo>
                <a:lnTo>
                  <a:pt x="36" y="392"/>
                </a:lnTo>
                <a:lnTo>
                  <a:pt x="36" y="390"/>
                </a:lnTo>
                <a:lnTo>
                  <a:pt x="36" y="389"/>
                </a:lnTo>
                <a:lnTo>
                  <a:pt x="37" y="388"/>
                </a:lnTo>
                <a:lnTo>
                  <a:pt x="36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7"/>
                </a:lnTo>
                <a:lnTo>
                  <a:pt x="34" y="387"/>
                </a:lnTo>
                <a:lnTo>
                  <a:pt x="34" y="389"/>
                </a:lnTo>
                <a:lnTo>
                  <a:pt x="36" y="392"/>
                </a:lnTo>
                <a:lnTo>
                  <a:pt x="36" y="392"/>
                </a:lnTo>
                <a:close/>
                <a:moveTo>
                  <a:pt x="30" y="398"/>
                </a:moveTo>
                <a:lnTo>
                  <a:pt x="30" y="398"/>
                </a:lnTo>
                <a:lnTo>
                  <a:pt x="33" y="398"/>
                </a:lnTo>
                <a:lnTo>
                  <a:pt x="34" y="397"/>
                </a:lnTo>
                <a:lnTo>
                  <a:pt x="34" y="395"/>
                </a:lnTo>
                <a:lnTo>
                  <a:pt x="34" y="395"/>
                </a:lnTo>
                <a:lnTo>
                  <a:pt x="31" y="397"/>
                </a:lnTo>
                <a:lnTo>
                  <a:pt x="30" y="398"/>
                </a:lnTo>
                <a:lnTo>
                  <a:pt x="30" y="398"/>
                </a:lnTo>
                <a:close/>
                <a:moveTo>
                  <a:pt x="34" y="400"/>
                </a:moveTo>
                <a:lnTo>
                  <a:pt x="34" y="400"/>
                </a:lnTo>
                <a:lnTo>
                  <a:pt x="34" y="399"/>
                </a:lnTo>
                <a:lnTo>
                  <a:pt x="35" y="399"/>
                </a:lnTo>
                <a:lnTo>
                  <a:pt x="36" y="400"/>
                </a:lnTo>
                <a:lnTo>
                  <a:pt x="36" y="398"/>
                </a:lnTo>
                <a:lnTo>
                  <a:pt x="36" y="398"/>
                </a:lnTo>
                <a:lnTo>
                  <a:pt x="34" y="398"/>
                </a:lnTo>
                <a:lnTo>
                  <a:pt x="33" y="399"/>
                </a:lnTo>
                <a:lnTo>
                  <a:pt x="34" y="400"/>
                </a:lnTo>
                <a:lnTo>
                  <a:pt x="34" y="400"/>
                </a:lnTo>
                <a:close/>
                <a:moveTo>
                  <a:pt x="35" y="417"/>
                </a:moveTo>
                <a:lnTo>
                  <a:pt x="35" y="417"/>
                </a:lnTo>
                <a:lnTo>
                  <a:pt x="35" y="417"/>
                </a:lnTo>
                <a:lnTo>
                  <a:pt x="34" y="417"/>
                </a:lnTo>
                <a:lnTo>
                  <a:pt x="34" y="417"/>
                </a:lnTo>
                <a:lnTo>
                  <a:pt x="34" y="419"/>
                </a:lnTo>
                <a:lnTo>
                  <a:pt x="34" y="419"/>
                </a:lnTo>
                <a:lnTo>
                  <a:pt x="35" y="419"/>
                </a:lnTo>
                <a:lnTo>
                  <a:pt x="36" y="418"/>
                </a:lnTo>
                <a:lnTo>
                  <a:pt x="36" y="417"/>
                </a:lnTo>
                <a:lnTo>
                  <a:pt x="35" y="417"/>
                </a:lnTo>
                <a:lnTo>
                  <a:pt x="35" y="417"/>
                </a:lnTo>
                <a:close/>
                <a:moveTo>
                  <a:pt x="28" y="422"/>
                </a:moveTo>
                <a:lnTo>
                  <a:pt x="28" y="422"/>
                </a:lnTo>
                <a:lnTo>
                  <a:pt x="29" y="422"/>
                </a:lnTo>
                <a:lnTo>
                  <a:pt x="30" y="420"/>
                </a:lnTo>
                <a:lnTo>
                  <a:pt x="30" y="420"/>
                </a:lnTo>
                <a:lnTo>
                  <a:pt x="29" y="420"/>
                </a:lnTo>
                <a:lnTo>
                  <a:pt x="30" y="419"/>
                </a:lnTo>
                <a:lnTo>
                  <a:pt x="30" y="419"/>
                </a:lnTo>
                <a:lnTo>
                  <a:pt x="30" y="419"/>
                </a:lnTo>
                <a:lnTo>
                  <a:pt x="31" y="419"/>
                </a:lnTo>
                <a:lnTo>
                  <a:pt x="33" y="420"/>
                </a:lnTo>
                <a:lnTo>
                  <a:pt x="33" y="420"/>
                </a:lnTo>
                <a:lnTo>
                  <a:pt x="31" y="415"/>
                </a:lnTo>
                <a:lnTo>
                  <a:pt x="31" y="410"/>
                </a:lnTo>
                <a:lnTo>
                  <a:pt x="31" y="410"/>
                </a:lnTo>
                <a:lnTo>
                  <a:pt x="33" y="409"/>
                </a:lnTo>
                <a:lnTo>
                  <a:pt x="34" y="408"/>
                </a:lnTo>
                <a:lnTo>
                  <a:pt x="34" y="408"/>
                </a:lnTo>
                <a:lnTo>
                  <a:pt x="35" y="410"/>
                </a:lnTo>
                <a:lnTo>
                  <a:pt x="36" y="412"/>
                </a:lnTo>
                <a:lnTo>
                  <a:pt x="37" y="412"/>
                </a:lnTo>
                <a:lnTo>
                  <a:pt x="37" y="412"/>
                </a:lnTo>
                <a:lnTo>
                  <a:pt x="36" y="410"/>
                </a:lnTo>
                <a:lnTo>
                  <a:pt x="35" y="408"/>
                </a:lnTo>
                <a:lnTo>
                  <a:pt x="35" y="407"/>
                </a:lnTo>
                <a:lnTo>
                  <a:pt x="34" y="405"/>
                </a:lnTo>
                <a:lnTo>
                  <a:pt x="34" y="405"/>
                </a:lnTo>
                <a:lnTo>
                  <a:pt x="34" y="407"/>
                </a:lnTo>
                <a:lnTo>
                  <a:pt x="33" y="407"/>
                </a:lnTo>
                <a:lnTo>
                  <a:pt x="33" y="407"/>
                </a:lnTo>
                <a:lnTo>
                  <a:pt x="33" y="405"/>
                </a:lnTo>
                <a:lnTo>
                  <a:pt x="31" y="404"/>
                </a:lnTo>
                <a:lnTo>
                  <a:pt x="33" y="404"/>
                </a:lnTo>
                <a:lnTo>
                  <a:pt x="33" y="404"/>
                </a:lnTo>
                <a:lnTo>
                  <a:pt x="33" y="405"/>
                </a:lnTo>
                <a:lnTo>
                  <a:pt x="33" y="405"/>
                </a:lnTo>
                <a:lnTo>
                  <a:pt x="33" y="405"/>
                </a:lnTo>
                <a:lnTo>
                  <a:pt x="34" y="404"/>
                </a:lnTo>
                <a:lnTo>
                  <a:pt x="35" y="403"/>
                </a:lnTo>
                <a:lnTo>
                  <a:pt x="35" y="403"/>
                </a:lnTo>
                <a:lnTo>
                  <a:pt x="36" y="403"/>
                </a:lnTo>
                <a:lnTo>
                  <a:pt x="36" y="402"/>
                </a:lnTo>
                <a:lnTo>
                  <a:pt x="36" y="402"/>
                </a:lnTo>
                <a:lnTo>
                  <a:pt x="36" y="402"/>
                </a:lnTo>
                <a:lnTo>
                  <a:pt x="35" y="402"/>
                </a:lnTo>
                <a:lnTo>
                  <a:pt x="35" y="400"/>
                </a:lnTo>
                <a:lnTo>
                  <a:pt x="34" y="400"/>
                </a:lnTo>
                <a:lnTo>
                  <a:pt x="34" y="400"/>
                </a:lnTo>
                <a:lnTo>
                  <a:pt x="34" y="403"/>
                </a:lnTo>
                <a:lnTo>
                  <a:pt x="33" y="403"/>
                </a:lnTo>
                <a:lnTo>
                  <a:pt x="33" y="403"/>
                </a:lnTo>
                <a:lnTo>
                  <a:pt x="28" y="402"/>
                </a:lnTo>
                <a:lnTo>
                  <a:pt x="28" y="404"/>
                </a:lnTo>
                <a:lnTo>
                  <a:pt x="28" y="404"/>
                </a:lnTo>
                <a:lnTo>
                  <a:pt x="29" y="404"/>
                </a:lnTo>
                <a:lnTo>
                  <a:pt x="29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3"/>
                </a:lnTo>
                <a:lnTo>
                  <a:pt x="30" y="404"/>
                </a:lnTo>
                <a:lnTo>
                  <a:pt x="30" y="405"/>
                </a:lnTo>
                <a:lnTo>
                  <a:pt x="30" y="405"/>
                </a:lnTo>
                <a:lnTo>
                  <a:pt x="29" y="404"/>
                </a:lnTo>
                <a:lnTo>
                  <a:pt x="29" y="404"/>
                </a:lnTo>
                <a:lnTo>
                  <a:pt x="29" y="407"/>
                </a:lnTo>
                <a:lnTo>
                  <a:pt x="29" y="409"/>
                </a:lnTo>
                <a:lnTo>
                  <a:pt x="29" y="409"/>
                </a:lnTo>
                <a:lnTo>
                  <a:pt x="29" y="412"/>
                </a:lnTo>
                <a:lnTo>
                  <a:pt x="29" y="413"/>
                </a:lnTo>
                <a:lnTo>
                  <a:pt x="29" y="413"/>
                </a:lnTo>
                <a:lnTo>
                  <a:pt x="29" y="413"/>
                </a:lnTo>
                <a:lnTo>
                  <a:pt x="30" y="410"/>
                </a:lnTo>
                <a:lnTo>
                  <a:pt x="31" y="408"/>
                </a:lnTo>
                <a:lnTo>
                  <a:pt x="31" y="408"/>
                </a:lnTo>
                <a:lnTo>
                  <a:pt x="33" y="409"/>
                </a:lnTo>
                <a:lnTo>
                  <a:pt x="31" y="410"/>
                </a:lnTo>
                <a:lnTo>
                  <a:pt x="30" y="412"/>
                </a:lnTo>
                <a:lnTo>
                  <a:pt x="30" y="412"/>
                </a:lnTo>
                <a:lnTo>
                  <a:pt x="30" y="415"/>
                </a:lnTo>
                <a:lnTo>
                  <a:pt x="30" y="417"/>
                </a:lnTo>
                <a:lnTo>
                  <a:pt x="30" y="418"/>
                </a:lnTo>
                <a:lnTo>
                  <a:pt x="30" y="418"/>
                </a:lnTo>
                <a:lnTo>
                  <a:pt x="29" y="417"/>
                </a:lnTo>
                <a:lnTo>
                  <a:pt x="29" y="415"/>
                </a:lnTo>
                <a:lnTo>
                  <a:pt x="29" y="414"/>
                </a:lnTo>
                <a:lnTo>
                  <a:pt x="28" y="414"/>
                </a:lnTo>
                <a:lnTo>
                  <a:pt x="28" y="414"/>
                </a:lnTo>
                <a:lnTo>
                  <a:pt x="29" y="418"/>
                </a:lnTo>
                <a:lnTo>
                  <a:pt x="28" y="422"/>
                </a:lnTo>
                <a:lnTo>
                  <a:pt x="28" y="422"/>
                </a:lnTo>
                <a:close/>
                <a:moveTo>
                  <a:pt x="41" y="433"/>
                </a:moveTo>
                <a:lnTo>
                  <a:pt x="41" y="433"/>
                </a:lnTo>
                <a:lnTo>
                  <a:pt x="43" y="432"/>
                </a:lnTo>
                <a:lnTo>
                  <a:pt x="45" y="430"/>
                </a:lnTo>
                <a:lnTo>
                  <a:pt x="43" y="429"/>
                </a:lnTo>
                <a:lnTo>
                  <a:pt x="43" y="429"/>
                </a:lnTo>
                <a:lnTo>
                  <a:pt x="42" y="430"/>
                </a:lnTo>
                <a:lnTo>
                  <a:pt x="42" y="430"/>
                </a:lnTo>
                <a:lnTo>
                  <a:pt x="42" y="428"/>
                </a:lnTo>
                <a:lnTo>
                  <a:pt x="42" y="425"/>
                </a:lnTo>
                <a:lnTo>
                  <a:pt x="42" y="425"/>
                </a:lnTo>
                <a:lnTo>
                  <a:pt x="43" y="425"/>
                </a:lnTo>
                <a:lnTo>
                  <a:pt x="45" y="424"/>
                </a:lnTo>
                <a:lnTo>
                  <a:pt x="45" y="424"/>
                </a:lnTo>
                <a:lnTo>
                  <a:pt x="45" y="422"/>
                </a:lnTo>
                <a:lnTo>
                  <a:pt x="43" y="420"/>
                </a:lnTo>
                <a:lnTo>
                  <a:pt x="43" y="420"/>
                </a:lnTo>
                <a:lnTo>
                  <a:pt x="41" y="420"/>
                </a:lnTo>
                <a:lnTo>
                  <a:pt x="41" y="433"/>
                </a:lnTo>
                <a:close/>
                <a:moveTo>
                  <a:pt x="42" y="449"/>
                </a:moveTo>
                <a:lnTo>
                  <a:pt x="42" y="449"/>
                </a:lnTo>
                <a:lnTo>
                  <a:pt x="42" y="444"/>
                </a:lnTo>
                <a:lnTo>
                  <a:pt x="42" y="444"/>
                </a:lnTo>
                <a:lnTo>
                  <a:pt x="43" y="444"/>
                </a:lnTo>
                <a:lnTo>
                  <a:pt x="43" y="445"/>
                </a:lnTo>
                <a:lnTo>
                  <a:pt x="43" y="447"/>
                </a:lnTo>
                <a:lnTo>
                  <a:pt x="43" y="447"/>
                </a:lnTo>
                <a:lnTo>
                  <a:pt x="45" y="445"/>
                </a:lnTo>
                <a:lnTo>
                  <a:pt x="45" y="445"/>
                </a:lnTo>
                <a:lnTo>
                  <a:pt x="45" y="444"/>
                </a:lnTo>
                <a:lnTo>
                  <a:pt x="45" y="444"/>
                </a:lnTo>
                <a:lnTo>
                  <a:pt x="43" y="444"/>
                </a:lnTo>
                <a:lnTo>
                  <a:pt x="42" y="443"/>
                </a:lnTo>
                <a:lnTo>
                  <a:pt x="42" y="443"/>
                </a:lnTo>
                <a:lnTo>
                  <a:pt x="43" y="442"/>
                </a:lnTo>
                <a:lnTo>
                  <a:pt x="43" y="440"/>
                </a:lnTo>
                <a:lnTo>
                  <a:pt x="42" y="438"/>
                </a:lnTo>
                <a:lnTo>
                  <a:pt x="45" y="438"/>
                </a:lnTo>
                <a:lnTo>
                  <a:pt x="45" y="438"/>
                </a:lnTo>
                <a:lnTo>
                  <a:pt x="43" y="437"/>
                </a:lnTo>
                <a:lnTo>
                  <a:pt x="45" y="434"/>
                </a:lnTo>
                <a:lnTo>
                  <a:pt x="45" y="433"/>
                </a:lnTo>
                <a:lnTo>
                  <a:pt x="43" y="432"/>
                </a:lnTo>
                <a:lnTo>
                  <a:pt x="43" y="432"/>
                </a:lnTo>
                <a:lnTo>
                  <a:pt x="43" y="433"/>
                </a:lnTo>
                <a:lnTo>
                  <a:pt x="43" y="434"/>
                </a:lnTo>
                <a:lnTo>
                  <a:pt x="42" y="435"/>
                </a:lnTo>
                <a:lnTo>
                  <a:pt x="41" y="434"/>
                </a:lnTo>
                <a:lnTo>
                  <a:pt x="41" y="434"/>
                </a:lnTo>
                <a:lnTo>
                  <a:pt x="41" y="438"/>
                </a:lnTo>
                <a:lnTo>
                  <a:pt x="42" y="440"/>
                </a:lnTo>
                <a:lnTo>
                  <a:pt x="42" y="440"/>
                </a:lnTo>
                <a:lnTo>
                  <a:pt x="42" y="443"/>
                </a:lnTo>
                <a:lnTo>
                  <a:pt x="41" y="445"/>
                </a:lnTo>
                <a:lnTo>
                  <a:pt x="41" y="448"/>
                </a:lnTo>
                <a:lnTo>
                  <a:pt x="42" y="449"/>
                </a:lnTo>
                <a:lnTo>
                  <a:pt x="42" y="449"/>
                </a:lnTo>
                <a:close/>
                <a:moveTo>
                  <a:pt x="25" y="462"/>
                </a:moveTo>
                <a:lnTo>
                  <a:pt x="25" y="462"/>
                </a:lnTo>
                <a:lnTo>
                  <a:pt x="25" y="460"/>
                </a:lnTo>
                <a:lnTo>
                  <a:pt x="24" y="459"/>
                </a:lnTo>
                <a:lnTo>
                  <a:pt x="24" y="459"/>
                </a:lnTo>
                <a:lnTo>
                  <a:pt x="24" y="462"/>
                </a:lnTo>
                <a:lnTo>
                  <a:pt x="25" y="462"/>
                </a:lnTo>
                <a:close/>
                <a:moveTo>
                  <a:pt x="36" y="465"/>
                </a:moveTo>
                <a:lnTo>
                  <a:pt x="36" y="465"/>
                </a:lnTo>
                <a:lnTo>
                  <a:pt x="37" y="464"/>
                </a:lnTo>
                <a:lnTo>
                  <a:pt x="37" y="462"/>
                </a:lnTo>
                <a:lnTo>
                  <a:pt x="37" y="462"/>
                </a:lnTo>
                <a:lnTo>
                  <a:pt x="36" y="463"/>
                </a:lnTo>
                <a:lnTo>
                  <a:pt x="36" y="464"/>
                </a:lnTo>
                <a:lnTo>
                  <a:pt x="36" y="465"/>
                </a:lnTo>
                <a:lnTo>
                  <a:pt x="36" y="465"/>
                </a:lnTo>
                <a:close/>
                <a:moveTo>
                  <a:pt x="42" y="467"/>
                </a:moveTo>
                <a:lnTo>
                  <a:pt x="42" y="467"/>
                </a:lnTo>
                <a:lnTo>
                  <a:pt x="42" y="465"/>
                </a:lnTo>
                <a:lnTo>
                  <a:pt x="43" y="465"/>
                </a:lnTo>
                <a:lnTo>
                  <a:pt x="43" y="465"/>
                </a:lnTo>
                <a:lnTo>
                  <a:pt x="45" y="465"/>
                </a:lnTo>
                <a:lnTo>
                  <a:pt x="45" y="465"/>
                </a:lnTo>
                <a:lnTo>
                  <a:pt x="45" y="462"/>
                </a:lnTo>
                <a:lnTo>
                  <a:pt x="45" y="459"/>
                </a:lnTo>
                <a:lnTo>
                  <a:pt x="45" y="459"/>
                </a:lnTo>
                <a:lnTo>
                  <a:pt x="43" y="458"/>
                </a:lnTo>
                <a:lnTo>
                  <a:pt x="43" y="458"/>
                </a:lnTo>
                <a:lnTo>
                  <a:pt x="42" y="459"/>
                </a:lnTo>
                <a:lnTo>
                  <a:pt x="42" y="458"/>
                </a:lnTo>
                <a:lnTo>
                  <a:pt x="42" y="458"/>
                </a:lnTo>
                <a:lnTo>
                  <a:pt x="43" y="455"/>
                </a:lnTo>
                <a:lnTo>
                  <a:pt x="45" y="453"/>
                </a:lnTo>
                <a:lnTo>
                  <a:pt x="45" y="453"/>
                </a:lnTo>
                <a:lnTo>
                  <a:pt x="43" y="452"/>
                </a:lnTo>
                <a:lnTo>
                  <a:pt x="41" y="452"/>
                </a:lnTo>
                <a:lnTo>
                  <a:pt x="41" y="452"/>
                </a:lnTo>
                <a:lnTo>
                  <a:pt x="41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4"/>
                </a:lnTo>
                <a:lnTo>
                  <a:pt x="42" y="457"/>
                </a:lnTo>
                <a:lnTo>
                  <a:pt x="41" y="459"/>
                </a:lnTo>
                <a:lnTo>
                  <a:pt x="41" y="459"/>
                </a:lnTo>
                <a:lnTo>
                  <a:pt x="42" y="460"/>
                </a:lnTo>
                <a:lnTo>
                  <a:pt x="42" y="463"/>
                </a:lnTo>
                <a:lnTo>
                  <a:pt x="41" y="464"/>
                </a:lnTo>
                <a:lnTo>
                  <a:pt x="42" y="467"/>
                </a:lnTo>
                <a:lnTo>
                  <a:pt x="42" y="467"/>
                </a:lnTo>
                <a:close/>
                <a:moveTo>
                  <a:pt x="45" y="467"/>
                </a:moveTo>
                <a:lnTo>
                  <a:pt x="45" y="467"/>
                </a:lnTo>
                <a:lnTo>
                  <a:pt x="45" y="468"/>
                </a:lnTo>
                <a:lnTo>
                  <a:pt x="43" y="467"/>
                </a:lnTo>
                <a:lnTo>
                  <a:pt x="43" y="467"/>
                </a:lnTo>
                <a:lnTo>
                  <a:pt x="42" y="468"/>
                </a:lnTo>
                <a:lnTo>
                  <a:pt x="42" y="471"/>
                </a:lnTo>
                <a:lnTo>
                  <a:pt x="42" y="471"/>
                </a:lnTo>
                <a:lnTo>
                  <a:pt x="43" y="471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5" y="467"/>
                </a:lnTo>
                <a:close/>
                <a:moveTo>
                  <a:pt x="135" y="698"/>
                </a:moveTo>
                <a:lnTo>
                  <a:pt x="135" y="698"/>
                </a:lnTo>
                <a:lnTo>
                  <a:pt x="137" y="698"/>
                </a:lnTo>
                <a:lnTo>
                  <a:pt x="137" y="697"/>
                </a:lnTo>
                <a:lnTo>
                  <a:pt x="137" y="697"/>
                </a:lnTo>
                <a:lnTo>
                  <a:pt x="137" y="697"/>
                </a:lnTo>
                <a:lnTo>
                  <a:pt x="137" y="696"/>
                </a:lnTo>
                <a:lnTo>
                  <a:pt x="137" y="694"/>
                </a:lnTo>
                <a:lnTo>
                  <a:pt x="135" y="696"/>
                </a:lnTo>
                <a:lnTo>
                  <a:pt x="135" y="696"/>
                </a:lnTo>
                <a:lnTo>
                  <a:pt x="135" y="696"/>
                </a:lnTo>
                <a:lnTo>
                  <a:pt x="135" y="698"/>
                </a:lnTo>
                <a:lnTo>
                  <a:pt x="135" y="698"/>
                </a:lnTo>
                <a:close/>
                <a:moveTo>
                  <a:pt x="103" y="686"/>
                </a:moveTo>
                <a:lnTo>
                  <a:pt x="103" y="686"/>
                </a:lnTo>
                <a:lnTo>
                  <a:pt x="105" y="686"/>
                </a:lnTo>
                <a:lnTo>
                  <a:pt x="109" y="686"/>
                </a:lnTo>
                <a:lnTo>
                  <a:pt x="109" y="686"/>
                </a:lnTo>
                <a:lnTo>
                  <a:pt x="105" y="686"/>
                </a:lnTo>
                <a:lnTo>
                  <a:pt x="103" y="686"/>
                </a:lnTo>
                <a:lnTo>
                  <a:pt x="103" y="686"/>
                </a:lnTo>
                <a:close/>
                <a:moveTo>
                  <a:pt x="62" y="693"/>
                </a:moveTo>
                <a:lnTo>
                  <a:pt x="62" y="693"/>
                </a:lnTo>
                <a:lnTo>
                  <a:pt x="65" y="694"/>
                </a:lnTo>
                <a:lnTo>
                  <a:pt x="66" y="696"/>
                </a:lnTo>
                <a:lnTo>
                  <a:pt x="66" y="696"/>
                </a:lnTo>
                <a:lnTo>
                  <a:pt x="66" y="694"/>
                </a:lnTo>
                <a:lnTo>
                  <a:pt x="65" y="693"/>
                </a:lnTo>
                <a:lnTo>
                  <a:pt x="63" y="693"/>
                </a:lnTo>
                <a:lnTo>
                  <a:pt x="62" y="693"/>
                </a:lnTo>
                <a:lnTo>
                  <a:pt x="62" y="693"/>
                </a:lnTo>
                <a:close/>
                <a:moveTo>
                  <a:pt x="50" y="687"/>
                </a:moveTo>
                <a:lnTo>
                  <a:pt x="50" y="687"/>
                </a:lnTo>
                <a:lnTo>
                  <a:pt x="52" y="687"/>
                </a:lnTo>
                <a:lnTo>
                  <a:pt x="53" y="688"/>
                </a:lnTo>
                <a:lnTo>
                  <a:pt x="54" y="689"/>
                </a:lnTo>
                <a:lnTo>
                  <a:pt x="57" y="691"/>
                </a:lnTo>
                <a:lnTo>
                  <a:pt x="57" y="691"/>
                </a:lnTo>
                <a:lnTo>
                  <a:pt x="53" y="687"/>
                </a:lnTo>
                <a:lnTo>
                  <a:pt x="53" y="687"/>
                </a:lnTo>
                <a:lnTo>
                  <a:pt x="51" y="686"/>
                </a:lnTo>
                <a:lnTo>
                  <a:pt x="50" y="687"/>
                </a:lnTo>
                <a:lnTo>
                  <a:pt x="50" y="687"/>
                </a:lnTo>
                <a:close/>
                <a:moveTo>
                  <a:pt x="17" y="612"/>
                </a:moveTo>
                <a:lnTo>
                  <a:pt x="17" y="612"/>
                </a:lnTo>
                <a:lnTo>
                  <a:pt x="19" y="613"/>
                </a:lnTo>
                <a:lnTo>
                  <a:pt x="19" y="613"/>
                </a:lnTo>
                <a:lnTo>
                  <a:pt x="19" y="611"/>
                </a:lnTo>
                <a:lnTo>
                  <a:pt x="19" y="611"/>
                </a:lnTo>
                <a:lnTo>
                  <a:pt x="17" y="611"/>
                </a:lnTo>
                <a:lnTo>
                  <a:pt x="17" y="612"/>
                </a:lnTo>
                <a:lnTo>
                  <a:pt x="17" y="612"/>
                </a:lnTo>
                <a:close/>
                <a:moveTo>
                  <a:pt x="30" y="582"/>
                </a:moveTo>
                <a:lnTo>
                  <a:pt x="30" y="582"/>
                </a:lnTo>
                <a:lnTo>
                  <a:pt x="29" y="583"/>
                </a:lnTo>
                <a:lnTo>
                  <a:pt x="28" y="583"/>
                </a:lnTo>
                <a:lnTo>
                  <a:pt x="28" y="584"/>
                </a:lnTo>
                <a:lnTo>
                  <a:pt x="28" y="586"/>
                </a:lnTo>
                <a:lnTo>
                  <a:pt x="28" y="586"/>
                </a:lnTo>
                <a:lnTo>
                  <a:pt x="29" y="586"/>
                </a:lnTo>
                <a:lnTo>
                  <a:pt x="29" y="586"/>
                </a:lnTo>
                <a:lnTo>
                  <a:pt x="30" y="584"/>
                </a:lnTo>
                <a:lnTo>
                  <a:pt x="30" y="586"/>
                </a:lnTo>
                <a:lnTo>
                  <a:pt x="30" y="586"/>
                </a:lnTo>
                <a:lnTo>
                  <a:pt x="30" y="583"/>
                </a:lnTo>
                <a:lnTo>
                  <a:pt x="30" y="582"/>
                </a:lnTo>
                <a:lnTo>
                  <a:pt x="30" y="582"/>
                </a:lnTo>
                <a:close/>
                <a:moveTo>
                  <a:pt x="16" y="571"/>
                </a:moveTo>
                <a:lnTo>
                  <a:pt x="16" y="571"/>
                </a:lnTo>
                <a:lnTo>
                  <a:pt x="16" y="572"/>
                </a:lnTo>
                <a:lnTo>
                  <a:pt x="14" y="572"/>
                </a:lnTo>
                <a:lnTo>
                  <a:pt x="14" y="572"/>
                </a:lnTo>
                <a:lnTo>
                  <a:pt x="17" y="572"/>
                </a:lnTo>
                <a:lnTo>
                  <a:pt x="18" y="571"/>
                </a:lnTo>
                <a:lnTo>
                  <a:pt x="18" y="571"/>
                </a:lnTo>
                <a:lnTo>
                  <a:pt x="19" y="572"/>
                </a:lnTo>
                <a:lnTo>
                  <a:pt x="21" y="572"/>
                </a:lnTo>
                <a:lnTo>
                  <a:pt x="21" y="572"/>
                </a:lnTo>
                <a:lnTo>
                  <a:pt x="21" y="571"/>
                </a:lnTo>
                <a:lnTo>
                  <a:pt x="19" y="571"/>
                </a:lnTo>
                <a:lnTo>
                  <a:pt x="16" y="571"/>
                </a:lnTo>
                <a:lnTo>
                  <a:pt x="16" y="571"/>
                </a:lnTo>
                <a:close/>
                <a:moveTo>
                  <a:pt x="22" y="537"/>
                </a:moveTo>
                <a:lnTo>
                  <a:pt x="22" y="537"/>
                </a:lnTo>
                <a:lnTo>
                  <a:pt x="22" y="539"/>
                </a:lnTo>
                <a:lnTo>
                  <a:pt x="22" y="541"/>
                </a:lnTo>
                <a:lnTo>
                  <a:pt x="22" y="541"/>
                </a:lnTo>
                <a:lnTo>
                  <a:pt x="23" y="538"/>
                </a:lnTo>
                <a:lnTo>
                  <a:pt x="23" y="538"/>
                </a:lnTo>
                <a:lnTo>
                  <a:pt x="22" y="537"/>
                </a:lnTo>
                <a:lnTo>
                  <a:pt x="22" y="537"/>
                </a:lnTo>
                <a:close/>
                <a:moveTo>
                  <a:pt x="34" y="523"/>
                </a:moveTo>
                <a:lnTo>
                  <a:pt x="34" y="527"/>
                </a:lnTo>
                <a:lnTo>
                  <a:pt x="34" y="527"/>
                </a:lnTo>
                <a:lnTo>
                  <a:pt x="35" y="527"/>
                </a:lnTo>
                <a:lnTo>
                  <a:pt x="35" y="526"/>
                </a:lnTo>
                <a:lnTo>
                  <a:pt x="35" y="524"/>
                </a:lnTo>
                <a:lnTo>
                  <a:pt x="34" y="523"/>
                </a:lnTo>
                <a:lnTo>
                  <a:pt x="34" y="523"/>
                </a:lnTo>
                <a:close/>
                <a:moveTo>
                  <a:pt x="25" y="518"/>
                </a:moveTo>
                <a:lnTo>
                  <a:pt x="25" y="518"/>
                </a:lnTo>
                <a:lnTo>
                  <a:pt x="25" y="521"/>
                </a:lnTo>
                <a:lnTo>
                  <a:pt x="25" y="522"/>
                </a:lnTo>
                <a:lnTo>
                  <a:pt x="25" y="522"/>
                </a:lnTo>
                <a:lnTo>
                  <a:pt x="25" y="522"/>
                </a:lnTo>
                <a:lnTo>
                  <a:pt x="27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8"/>
                </a:lnTo>
                <a:close/>
                <a:moveTo>
                  <a:pt x="27" y="509"/>
                </a:moveTo>
                <a:lnTo>
                  <a:pt x="27" y="509"/>
                </a:lnTo>
                <a:lnTo>
                  <a:pt x="28" y="512"/>
                </a:lnTo>
                <a:lnTo>
                  <a:pt x="28" y="513"/>
                </a:lnTo>
                <a:lnTo>
                  <a:pt x="29" y="513"/>
                </a:lnTo>
                <a:lnTo>
                  <a:pt x="29" y="513"/>
                </a:lnTo>
                <a:lnTo>
                  <a:pt x="29" y="511"/>
                </a:lnTo>
                <a:lnTo>
                  <a:pt x="29" y="509"/>
                </a:lnTo>
                <a:lnTo>
                  <a:pt x="27" y="509"/>
                </a:lnTo>
                <a:lnTo>
                  <a:pt x="27" y="509"/>
                </a:lnTo>
                <a:close/>
                <a:moveTo>
                  <a:pt x="35" y="496"/>
                </a:moveTo>
                <a:lnTo>
                  <a:pt x="35" y="496"/>
                </a:lnTo>
                <a:lnTo>
                  <a:pt x="34" y="497"/>
                </a:lnTo>
                <a:lnTo>
                  <a:pt x="34" y="499"/>
                </a:lnTo>
                <a:lnTo>
                  <a:pt x="34" y="499"/>
                </a:lnTo>
                <a:lnTo>
                  <a:pt x="35" y="499"/>
                </a:lnTo>
                <a:lnTo>
                  <a:pt x="35" y="498"/>
                </a:lnTo>
                <a:lnTo>
                  <a:pt x="35" y="496"/>
                </a:lnTo>
                <a:lnTo>
                  <a:pt x="35" y="496"/>
                </a:lnTo>
                <a:close/>
                <a:moveTo>
                  <a:pt x="24" y="483"/>
                </a:moveTo>
                <a:lnTo>
                  <a:pt x="24" y="483"/>
                </a:lnTo>
                <a:lnTo>
                  <a:pt x="23" y="486"/>
                </a:lnTo>
                <a:lnTo>
                  <a:pt x="23" y="487"/>
                </a:lnTo>
                <a:lnTo>
                  <a:pt x="23" y="488"/>
                </a:lnTo>
                <a:lnTo>
                  <a:pt x="23" y="489"/>
                </a:lnTo>
                <a:lnTo>
                  <a:pt x="23" y="489"/>
                </a:lnTo>
                <a:lnTo>
                  <a:pt x="23" y="489"/>
                </a:lnTo>
                <a:lnTo>
                  <a:pt x="24" y="488"/>
                </a:lnTo>
                <a:lnTo>
                  <a:pt x="24" y="488"/>
                </a:lnTo>
                <a:lnTo>
                  <a:pt x="25" y="486"/>
                </a:lnTo>
                <a:lnTo>
                  <a:pt x="25" y="484"/>
                </a:lnTo>
                <a:lnTo>
                  <a:pt x="24" y="483"/>
                </a:lnTo>
                <a:lnTo>
                  <a:pt x="24" y="483"/>
                </a:lnTo>
                <a:close/>
                <a:moveTo>
                  <a:pt x="41" y="474"/>
                </a:moveTo>
                <a:lnTo>
                  <a:pt x="41" y="474"/>
                </a:lnTo>
                <a:lnTo>
                  <a:pt x="42" y="478"/>
                </a:lnTo>
                <a:lnTo>
                  <a:pt x="45" y="479"/>
                </a:lnTo>
                <a:lnTo>
                  <a:pt x="45" y="479"/>
                </a:lnTo>
                <a:lnTo>
                  <a:pt x="45" y="477"/>
                </a:lnTo>
                <a:lnTo>
                  <a:pt x="46" y="476"/>
                </a:lnTo>
                <a:lnTo>
                  <a:pt x="45" y="474"/>
                </a:lnTo>
                <a:lnTo>
                  <a:pt x="45" y="474"/>
                </a:lnTo>
                <a:lnTo>
                  <a:pt x="43" y="476"/>
                </a:lnTo>
                <a:lnTo>
                  <a:pt x="43" y="476"/>
                </a:lnTo>
                <a:lnTo>
                  <a:pt x="41" y="474"/>
                </a:lnTo>
                <a:lnTo>
                  <a:pt x="41" y="474"/>
                </a:lnTo>
                <a:close/>
                <a:moveTo>
                  <a:pt x="43" y="489"/>
                </a:moveTo>
                <a:lnTo>
                  <a:pt x="43" y="489"/>
                </a:lnTo>
                <a:lnTo>
                  <a:pt x="45" y="489"/>
                </a:lnTo>
                <a:lnTo>
                  <a:pt x="45" y="488"/>
                </a:lnTo>
                <a:lnTo>
                  <a:pt x="45" y="484"/>
                </a:lnTo>
                <a:lnTo>
                  <a:pt x="45" y="484"/>
                </a:lnTo>
                <a:lnTo>
                  <a:pt x="43" y="483"/>
                </a:lnTo>
                <a:lnTo>
                  <a:pt x="43" y="482"/>
                </a:lnTo>
                <a:lnTo>
                  <a:pt x="43" y="482"/>
                </a:lnTo>
                <a:lnTo>
                  <a:pt x="46" y="482"/>
                </a:lnTo>
                <a:lnTo>
                  <a:pt x="46" y="481"/>
                </a:lnTo>
                <a:lnTo>
                  <a:pt x="46" y="481"/>
                </a:lnTo>
                <a:lnTo>
                  <a:pt x="45" y="481"/>
                </a:lnTo>
                <a:lnTo>
                  <a:pt x="45" y="481"/>
                </a:lnTo>
                <a:lnTo>
                  <a:pt x="43" y="482"/>
                </a:lnTo>
                <a:lnTo>
                  <a:pt x="42" y="482"/>
                </a:lnTo>
                <a:lnTo>
                  <a:pt x="42" y="482"/>
                </a:lnTo>
                <a:lnTo>
                  <a:pt x="42" y="479"/>
                </a:lnTo>
                <a:lnTo>
                  <a:pt x="41" y="478"/>
                </a:lnTo>
                <a:lnTo>
                  <a:pt x="41" y="478"/>
                </a:lnTo>
                <a:lnTo>
                  <a:pt x="42" y="484"/>
                </a:lnTo>
                <a:lnTo>
                  <a:pt x="43" y="487"/>
                </a:lnTo>
                <a:lnTo>
                  <a:pt x="43" y="489"/>
                </a:lnTo>
                <a:lnTo>
                  <a:pt x="43" y="489"/>
                </a:lnTo>
                <a:close/>
                <a:moveTo>
                  <a:pt x="42" y="522"/>
                </a:moveTo>
                <a:lnTo>
                  <a:pt x="42" y="522"/>
                </a:lnTo>
                <a:lnTo>
                  <a:pt x="43" y="521"/>
                </a:lnTo>
                <a:lnTo>
                  <a:pt x="43" y="521"/>
                </a:lnTo>
                <a:lnTo>
                  <a:pt x="43" y="518"/>
                </a:lnTo>
                <a:lnTo>
                  <a:pt x="43" y="518"/>
                </a:lnTo>
                <a:lnTo>
                  <a:pt x="42" y="518"/>
                </a:lnTo>
                <a:lnTo>
                  <a:pt x="42" y="519"/>
                </a:lnTo>
                <a:lnTo>
                  <a:pt x="42" y="522"/>
                </a:lnTo>
                <a:lnTo>
                  <a:pt x="42" y="522"/>
                </a:lnTo>
                <a:close/>
                <a:moveTo>
                  <a:pt x="43" y="533"/>
                </a:moveTo>
                <a:lnTo>
                  <a:pt x="43" y="533"/>
                </a:lnTo>
                <a:lnTo>
                  <a:pt x="43" y="531"/>
                </a:lnTo>
                <a:lnTo>
                  <a:pt x="42" y="531"/>
                </a:lnTo>
                <a:lnTo>
                  <a:pt x="42" y="531"/>
                </a:lnTo>
                <a:lnTo>
                  <a:pt x="41" y="532"/>
                </a:lnTo>
                <a:lnTo>
                  <a:pt x="41" y="533"/>
                </a:lnTo>
                <a:lnTo>
                  <a:pt x="43" y="533"/>
                </a:lnTo>
                <a:close/>
                <a:moveTo>
                  <a:pt x="42" y="537"/>
                </a:moveTo>
                <a:lnTo>
                  <a:pt x="42" y="537"/>
                </a:lnTo>
                <a:lnTo>
                  <a:pt x="45" y="536"/>
                </a:lnTo>
                <a:lnTo>
                  <a:pt x="46" y="534"/>
                </a:lnTo>
                <a:lnTo>
                  <a:pt x="46" y="533"/>
                </a:lnTo>
                <a:lnTo>
                  <a:pt x="46" y="533"/>
                </a:lnTo>
                <a:lnTo>
                  <a:pt x="45" y="533"/>
                </a:lnTo>
                <a:lnTo>
                  <a:pt x="43" y="534"/>
                </a:lnTo>
                <a:lnTo>
                  <a:pt x="43" y="534"/>
                </a:lnTo>
                <a:lnTo>
                  <a:pt x="43" y="534"/>
                </a:lnTo>
                <a:lnTo>
                  <a:pt x="42" y="534"/>
                </a:lnTo>
                <a:lnTo>
                  <a:pt x="42" y="534"/>
                </a:lnTo>
                <a:lnTo>
                  <a:pt x="42" y="537"/>
                </a:lnTo>
                <a:lnTo>
                  <a:pt x="42" y="537"/>
                </a:lnTo>
                <a:close/>
                <a:moveTo>
                  <a:pt x="42" y="577"/>
                </a:moveTo>
                <a:lnTo>
                  <a:pt x="42" y="577"/>
                </a:lnTo>
                <a:lnTo>
                  <a:pt x="42" y="574"/>
                </a:lnTo>
                <a:lnTo>
                  <a:pt x="41" y="573"/>
                </a:lnTo>
                <a:lnTo>
                  <a:pt x="41" y="573"/>
                </a:lnTo>
                <a:lnTo>
                  <a:pt x="40" y="574"/>
                </a:lnTo>
                <a:lnTo>
                  <a:pt x="40" y="577"/>
                </a:lnTo>
                <a:lnTo>
                  <a:pt x="42" y="577"/>
                </a:lnTo>
                <a:close/>
                <a:moveTo>
                  <a:pt x="198" y="672"/>
                </a:moveTo>
                <a:lnTo>
                  <a:pt x="198" y="672"/>
                </a:lnTo>
                <a:lnTo>
                  <a:pt x="197" y="673"/>
                </a:lnTo>
                <a:lnTo>
                  <a:pt x="196" y="674"/>
                </a:lnTo>
                <a:lnTo>
                  <a:pt x="196" y="674"/>
                </a:lnTo>
                <a:lnTo>
                  <a:pt x="197" y="676"/>
                </a:lnTo>
                <a:lnTo>
                  <a:pt x="198" y="676"/>
                </a:lnTo>
                <a:lnTo>
                  <a:pt x="198" y="676"/>
                </a:lnTo>
                <a:lnTo>
                  <a:pt x="199" y="673"/>
                </a:lnTo>
                <a:lnTo>
                  <a:pt x="199" y="672"/>
                </a:lnTo>
                <a:lnTo>
                  <a:pt x="198" y="672"/>
                </a:lnTo>
                <a:lnTo>
                  <a:pt x="198" y="672"/>
                </a:lnTo>
                <a:close/>
                <a:moveTo>
                  <a:pt x="210" y="669"/>
                </a:moveTo>
                <a:lnTo>
                  <a:pt x="210" y="669"/>
                </a:lnTo>
                <a:lnTo>
                  <a:pt x="210" y="668"/>
                </a:lnTo>
                <a:lnTo>
                  <a:pt x="210" y="668"/>
                </a:lnTo>
                <a:lnTo>
                  <a:pt x="208" y="668"/>
                </a:lnTo>
                <a:lnTo>
                  <a:pt x="207" y="669"/>
                </a:lnTo>
                <a:lnTo>
                  <a:pt x="207" y="669"/>
                </a:lnTo>
                <a:lnTo>
                  <a:pt x="209" y="669"/>
                </a:lnTo>
                <a:lnTo>
                  <a:pt x="210" y="669"/>
                </a:lnTo>
                <a:lnTo>
                  <a:pt x="210" y="669"/>
                </a:lnTo>
                <a:lnTo>
                  <a:pt x="210" y="669"/>
                </a:lnTo>
                <a:close/>
                <a:moveTo>
                  <a:pt x="494" y="624"/>
                </a:moveTo>
                <a:lnTo>
                  <a:pt x="494" y="624"/>
                </a:lnTo>
                <a:lnTo>
                  <a:pt x="493" y="624"/>
                </a:lnTo>
                <a:lnTo>
                  <a:pt x="493" y="623"/>
                </a:lnTo>
                <a:lnTo>
                  <a:pt x="492" y="623"/>
                </a:lnTo>
                <a:lnTo>
                  <a:pt x="490" y="623"/>
                </a:lnTo>
                <a:lnTo>
                  <a:pt x="490" y="623"/>
                </a:lnTo>
                <a:lnTo>
                  <a:pt x="493" y="624"/>
                </a:lnTo>
                <a:lnTo>
                  <a:pt x="494" y="624"/>
                </a:lnTo>
                <a:lnTo>
                  <a:pt x="494" y="624"/>
                </a:lnTo>
                <a:lnTo>
                  <a:pt x="494" y="624"/>
                </a:lnTo>
                <a:close/>
                <a:moveTo>
                  <a:pt x="504" y="628"/>
                </a:moveTo>
                <a:lnTo>
                  <a:pt x="504" y="628"/>
                </a:lnTo>
                <a:lnTo>
                  <a:pt x="503" y="627"/>
                </a:lnTo>
                <a:lnTo>
                  <a:pt x="503" y="626"/>
                </a:lnTo>
                <a:lnTo>
                  <a:pt x="503" y="626"/>
                </a:lnTo>
                <a:lnTo>
                  <a:pt x="500" y="627"/>
                </a:lnTo>
                <a:lnTo>
                  <a:pt x="498" y="627"/>
                </a:lnTo>
                <a:lnTo>
                  <a:pt x="498" y="627"/>
                </a:lnTo>
                <a:lnTo>
                  <a:pt x="500" y="628"/>
                </a:lnTo>
                <a:lnTo>
                  <a:pt x="501" y="629"/>
                </a:lnTo>
                <a:lnTo>
                  <a:pt x="501" y="629"/>
                </a:lnTo>
                <a:lnTo>
                  <a:pt x="501" y="628"/>
                </a:lnTo>
                <a:lnTo>
                  <a:pt x="503" y="628"/>
                </a:lnTo>
                <a:lnTo>
                  <a:pt x="503" y="628"/>
                </a:lnTo>
                <a:lnTo>
                  <a:pt x="503" y="628"/>
                </a:lnTo>
                <a:lnTo>
                  <a:pt x="504" y="628"/>
                </a:lnTo>
                <a:lnTo>
                  <a:pt x="504" y="628"/>
                </a:lnTo>
                <a:lnTo>
                  <a:pt x="504" y="628"/>
                </a:lnTo>
                <a:close/>
                <a:moveTo>
                  <a:pt x="513" y="623"/>
                </a:moveTo>
                <a:lnTo>
                  <a:pt x="513" y="623"/>
                </a:lnTo>
                <a:lnTo>
                  <a:pt x="512" y="622"/>
                </a:lnTo>
                <a:lnTo>
                  <a:pt x="511" y="622"/>
                </a:lnTo>
                <a:lnTo>
                  <a:pt x="510" y="622"/>
                </a:lnTo>
                <a:lnTo>
                  <a:pt x="510" y="622"/>
                </a:lnTo>
                <a:lnTo>
                  <a:pt x="510" y="622"/>
                </a:lnTo>
                <a:lnTo>
                  <a:pt x="513" y="623"/>
                </a:lnTo>
                <a:lnTo>
                  <a:pt x="513" y="623"/>
                </a:lnTo>
                <a:close/>
                <a:moveTo>
                  <a:pt x="684" y="612"/>
                </a:moveTo>
                <a:lnTo>
                  <a:pt x="684" y="612"/>
                </a:lnTo>
                <a:lnTo>
                  <a:pt x="685" y="612"/>
                </a:lnTo>
                <a:lnTo>
                  <a:pt x="685" y="611"/>
                </a:lnTo>
                <a:lnTo>
                  <a:pt x="685" y="609"/>
                </a:lnTo>
                <a:lnTo>
                  <a:pt x="684" y="609"/>
                </a:lnTo>
                <a:lnTo>
                  <a:pt x="684" y="612"/>
                </a:lnTo>
                <a:close/>
                <a:moveTo>
                  <a:pt x="668" y="613"/>
                </a:moveTo>
                <a:lnTo>
                  <a:pt x="668" y="613"/>
                </a:lnTo>
                <a:lnTo>
                  <a:pt x="668" y="614"/>
                </a:lnTo>
                <a:lnTo>
                  <a:pt x="669" y="614"/>
                </a:lnTo>
                <a:lnTo>
                  <a:pt x="672" y="614"/>
                </a:lnTo>
                <a:lnTo>
                  <a:pt x="672" y="614"/>
                </a:lnTo>
                <a:lnTo>
                  <a:pt x="670" y="613"/>
                </a:lnTo>
                <a:lnTo>
                  <a:pt x="670" y="613"/>
                </a:lnTo>
                <a:lnTo>
                  <a:pt x="668" y="613"/>
                </a:lnTo>
                <a:lnTo>
                  <a:pt x="668" y="613"/>
                </a:lnTo>
                <a:close/>
                <a:moveTo>
                  <a:pt x="661" y="567"/>
                </a:moveTo>
                <a:lnTo>
                  <a:pt x="661" y="567"/>
                </a:lnTo>
                <a:lnTo>
                  <a:pt x="661" y="569"/>
                </a:lnTo>
                <a:lnTo>
                  <a:pt x="661" y="571"/>
                </a:lnTo>
                <a:lnTo>
                  <a:pt x="662" y="571"/>
                </a:lnTo>
                <a:lnTo>
                  <a:pt x="662" y="571"/>
                </a:lnTo>
                <a:lnTo>
                  <a:pt x="663" y="568"/>
                </a:lnTo>
                <a:lnTo>
                  <a:pt x="663" y="568"/>
                </a:lnTo>
                <a:lnTo>
                  <a:pt x="661" y="567"/>
                </a:lnTo>
                <a:lnTo>
                  <a:pt x="661" y="567"/>
                </a:lnTo>
                <a:close/>
                <a:moveTo>
                  <a:pt x="645" y="566"/>
                </a:moveTo>
                <a:lnTo>
                  <a:pt x="645" y="566"/>
                </a:lnTo>
                <a:lnTo>
                  <a:pt x="645" y="567"/>
                </a:lnTo>
                <a:lnTo>
                  <a:pt x="646" y="568"/>
                </a:lnTo>
                <a:lnTo>
                  <a:pt x="646" y="568"/>
                </a:lnTo>
                <a:lnTo>
                  <a:pt x="646" y="569"/>
                </a:lnTo>
                <a:lnTo>
                  <a:pt x="646" y="571"/>
                </a:lnTo>
                <a:lnTo>
                  <a:pt x="648" y="571"/>
                </a:lnTo>
                <a:lnTo>
                  <a:pt x="648" y="571"/>
                </a:lnTo>
                <a:lnTo>
                  <a:pt x="646" y="569"/>
                </a:lnTo>
                <a:lnTo>
                  <a:pt x="646" y="569"/>
                </a:lnTo>
                <a:lnTo>
                  <a:pt x="649" y="568"/>
                </a:lnTo>
                <a:lnTo>
                  <a:pt x="649" y="567"/>
                </a:lnTo>
                <a:lnTo>
                  <a:pt x="649" y="567"/>
                </a:lnTo>
                <a:lnTo>
                  <a:pt x="646" y="567"/>
                </a:lnTo>
                <a:lnTo>
                  <a:pt x="645" y="566"/>
                </a:lnTo>
                <a:lnTo>
                  <a:pt x="645" y="566"/>
                </a:lnTo>
                <a:close/>
                <a:moveTo>
                  <a:pt x="644" y="622"/>
                </a:moveTo>
                <a:lnTo>
                  <a:pt x="644" y="622"/>
                </a:lnTo>
                <a:lnTo>
                  <a:pt x="648" y="622"/>
                </a:lnTo>
                <a:lnTo>
                  <a:pt x="649" y="622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9" y="621"/>
                </a:lnTo>
                <a:lnTo>
                  <a:pt x="648" y="622"/>
                </a:lnTo>
                <a:lnTo>
                  <a:pt x="648" y="622"/>
                </a:lnTo>
                <a:lnTo>
                  <a:pt x="648" y="622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6" y="621"/>
                </a:lnTo>
                <a:lnTo>
                  <a:pt x="645" y="622"/>
                </a:lnTo>
                <a:lnTo>
                  <a:pt x="644" y="622"/>
                </a:lnTo>
                <a:lnTo>
                  <a:pt x="644" y="622"/>
                </a:lnTo>
                <a:lnTo>
                  <a:pt x="644" y="622"/>
                </a:lnTo>
                <a:close/>
                <a:moveTo>
                  <a:pt x="640" y="571"/>
                </a:moveTo>
                <a:lnTo>
                  <a:pt x="640" y="571"/>
                </a:lnTo>
                <a:lnTo>
                  <a:pt x="641" y="571"/>
                </a:lnTo>
                <a:lnTo>
                  <a:pt x="643" y="569"/>
                </a:lnTo>
                <a:lnTo>
                  <a:pt x="643" y="568"/>
                </a:lnTo>
                <a:lnTo>
                  <a:pt x="643" y="568"/>
                </a:lnTo>
                <a:lnTo>
                  <a:pt x="640" y="569"/>
                </a:lnTo>
                <a:lnTo>
                  <a:pt x="639" y="571"/>
                </a:lnTo>
                <a:lnTo>
                  <a:pt x="637" y="569"/>
                </a:lnTo>
                <a:lnTo>
                  <a:pt x="637" y="569"/>
                </a:lnTo>
                <a:lnTo>
                  <a:pt x="637" y="571"/>
                </a:lnTo>
                <a:lnTo>
                  <a:pt x="638" y="571"/>
                </a:lnTo>
                <a:lnTo>
                  <a:pt x="640" y="571"/>
                </a:lnTo>
                <a:lnTo>
                  <a:pt x="640" y="571"/>
                </a:lnTo>
                <a:close/>
                <a:moveTo>
                  <a:pt x="633" y="574"/>
                </a:moveTo>
                <a:lnTo>
                  <a:pt x="633" y="574"/>
                </a:lnTo>
                <a:lnTo>
                  <a:pt x="634" y="573"/>
                </a:lnTo>
                <a:lnTo>
                  <a:pt x="635" y="572"/>
                </a:lnTo>
                <a:lnTo>
                  <a:pt x="635" y="571"/>
                </a:lnTo>
                <a:lnTo>
                  <a:pt x="635" y="571"/>
                </a:lnTo>
                <a:lnTo>
                  <a:pt x="634" y="571"/>
                </a:lnTo>
                <a:lnTo>
                  <a:pt x="632" y="572"/>
                </a:lnTo>
                <a:lnTo>
                  <a:pt x="632" y="573"/>
                </a:lnTo>
                <a:lnTo>
                  <a:pt x="633" y="574"/>
                </a:lnTo>
                <a:lnTo>
                  <a:pt x="633" y="574"/>
                </a:lnTo>
                <a:close/>
                <a:moveTo>
                  <a:pt x="599" y="623"/>
                </a:moveTo>
                <a:lnTo>
                  <a:pt x="599" y="623"/>
                </a:lnTo>
                <a:lnTo>
                  <a:pt x="598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2"/>
                </a:lnTo>
                <a:lnTo>
                  <a:pt x="597" y="623"/>
                </a:lnTo>
                <a:lnTo>
                  <a:pt x="598" y="623"/>
                </a:lnTo>
                <a:lnTo>
                  <a:pt x="598" y="623"/>
                </a:lnTo>
                <a:lnTo>
                  <a:pt x="599" y="623"/>
                </a:lnTo>
                <a:lnTo>
                  <a:pt x="599" y="623"/>
                </a:lnTo>
                <a:close/>
                <a:moveTo>
                  <a:pt x="554" y="609"/>
                </a:moveTo>
                <a:lnTo>
                  <a:pt x="554" y="607"/>
                </a:lnTo>
                <a:lnTo>
                  <a:pt x="553" y="607"/>
                </a:lnTo>
                <a:lnTo>
                  <a:pt x="553" y="607"/>
                </a:lnTo>
                <a:lnTo>
                  <a:pt x="553" y="608"/>
                </a:lnTo>
                <a:lnTo>
                  <a:pt x="554" y="609"/>
                </a:lnTo>
                <a:lnTo>
                  <a:pt x="554" y="609"/>
                </a:lnTo>
                <a:close/>
                <a:moveTo>
                  <a:pt x="482" y="617"/>
                </a:moveTo>
                <a:lnTo>
                  <a:pt x="482" y="617"/>
                </a:lnTo>
                <a:lnTo>
                  <a:pt x="486" y="617"/>
                </a:lnTo>
                <a:lnTo>
                  <a:pt x="487" y="616"/>
                </a:lnTo>
                <a:lnTo>
                  <a:pt x="487" y="616"/>
                </a:lnTo>
                <a:lnTo>
                  <a:pt x="487" y="616"/>
                </a:lnTo>
                <a:lnTo>
                  <a:pt x="483" y="617"/>
                </a:lnTo>
                <a:lnTo>
                  <a:pt x="482" y="617"/>
                </a:lnTo>
                <a:lnTo>
                  <a:pt x="482" y="617"/>
                </a:lnTo>
                <a:lnTo>
                  <a:pt x="482" y="617"/>
                </a:lnTo>
                <a:close/>
                <a:moveTo>
                  <a:pt x="475" y="613"/>
                </a:moveTo>
                <a:lnTo>
                  <a:pt x="475" y="613"/>
                </a:lnTo>
                <a:lnTo>
                  <a:pt x="476" y="614"/>
                </a:lnTo>
                <a:lnTo>
                  <a:pt x="477" y="616"/>
                </a:lnTo>
                <a:lnTo>
                  <a:pt x="478" y="616"/>
                </a:lnTo>
                <a:lnTo>
                  <a:pt x="478" y="616"/>
                </a:lnTo>
                <a:lnTo>
                  <a:pt x="476" y="613"/>
                </a:lnTo>
                <a:lnTo>
                  <a:pt x="475" y="613"/>
                </a:lnTo>
                <a:lnTo>
                  <a:pt x="475" y="613"/>
                </a:lnTo>
                <a:lnTo>
                  <a:pt x="475" y="613"/>
                </a:lnTo>
                <a:close/>
                <a:moveTo>
                  <a:pt x="470" y="622"/>
                </a:moveTo>
                <a:lnTo>
                  <a:pt x="470" y="622"/>
                </a:lnTo>
                <a:lnTo>
                  <a:pt x="470" y="622"/>
                </a:lnTo>
                <a:lnTo>
                  <a:pt x="468" y="622"/>
                </a:lnTo>
                <a:lnTo>
                  <a:pt x="466" y="623"/>
                </a:lnTo>
                <a:lnTo>
                  <a:pt x="466" y="623"/>
                </a:lnTo>
                <a:lnTo>
                  <a:pt x="468" y="623"/>
                </a:lnTo>
                <a:lnTo>
                  <a:pt x="470" y="622"/>
                </a:lnTo>
                <a:lnTo>
                  <a:pt x="470" y="622"/>
                </a:lnTo>
                <a:close/>
                <a:moveTo>
                  <a:pt x="448" y="618"/>
                </a:moveTo>
                <a:lnTo>
                  <a:pt x="448" y="618"/>
                </a:lnTo>
                <a:lnTo>
                  <a:pt x="449" y="618"/>
                </a:lnTo>
                <a:lnTo>
                  <a:pt x="449" y="618"/>
                </a:lnTo>
                <a:lnTo>
                  <a:pt x="449" y="619"/>
                </a:lnTo>
                <a:lnTo>
                  <a:pt x="449" y="619"/>
                </a:lnTo>
                <a:lnTo>
                  <a:pt x="453" y="619"/>
                </a:lnTo>
                <a:lnTo>
                  <a:pt x="455" y="618"/>
                </a:lnTo>
                <a:lnTo>
                  <a:pt x="455" y="618"/>
                </a:lnTo>
                <a:lnTo>
                  <a:pt x="455" y="619"/>
                </a:lnTo>
                <a:lnTo>
                  <a:pt x="457" y="619"/>
                </a:lnTo>
                <a:lnTo>
                  <a:pt x="457" y="619"/>
                </a:lnTo>
                <a:lnTo>
                  <a:pt x="459" y="618"/>
                </a:lnTo>
                <a:lnTo>
                  <a:pt x="463" y="617"/>
                </a:lnTo>
                <a:lnTo>
                  <a:pt x="468" y="618"/>
                </a:lnTo>
                <a:lnTo>
                  <a:pt x="468" y="618"/>
                </a:lnTo>
                <a:lnTo>
                  <a:pt x="468" y="617"/>
                </a:lnTo>
                <a:lnTo>
                  <a:pt x="469" y="617"/>
                </a:lnTo>
                <a:lnTo>
                  <a:pt x="470" y="617"/>
                </a:lnTo>
                <a:lnTo>
                  <a:pt x="469" y="617"/>
                </a:lnTo>
                <a:lnTo>
                  <a:pt x="469" y="617"/>
                </a:lnTo>
                <a:lnTo>
                  <a:pt x="466" y="617"/>
                </a:lnTo>
                <a:lnTo>
                  <a:pt x="466" y="617"/>
                </a:lnTo>
                <a:lnTo>
                  <a:pt x="465" y="616"/>
                </a:lnTo>
                <a:lnTo>
                  <a:pt x="463" y="616"/>
                </a:lnTo>
                <a:lnTo>
                  <a:pt x="463" y="616"/>
                </a:lnTo>
                <a:lnTo>
                  <a:pt x="460" y="616"/>
                </a:lnTo>
                <a:lnTo>
                  <a:pt x="460" y="616"/>
                </a:lnTo>
                <a:lnTo>
                  <a:pt x="455" y="616"/>
                </a:lnTo>
                <a:lnTo>
                  <a:pt x="455" y="616"/>
                </a:lnTo>
                <a:lnTo>
                  <a:pt x="454" y="616"/>
                </a:lnTo>
                <a:lnTo>
                  <a:pt x="454" y="616"/>
                </a:lnTo>
                <a:lnTo>
                  <a:pt x="451" y="616"/>
                </a:lnTo>
                <a:lnTo>
                  <a:pt x="448" y="617"/>
                </a:lnTo>
                <a:lnTo>
                  <a:pt x="448" y="618"/>
                </a:lnTo>
                <a:lnTo>
                  <a:pt x="448" y="618"/>
                </a:lnTo>
                <a:close/>
                <a:moveTo>
                  <a:pt x="378" y="628"/>
                </a:moveTo>
                <a:lnTo>
                  <a:pt x="378" y="628"/>
                </a:lnTo>
                <a:lnTo>
                  <a:pt x="383" y="629"/>
                </a:lnTo>
                <a:lnTo>
                  <a:pt x="383" y="629"/>
                </a:lnTo>
                <a:lnTo>
                  <a:pt x="384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5" y="628"/>
                </a:lnTo>
                <a:lnTo>
                  <a:pt x="387" y="627"/>
                </a:lnTo>
                <a:lnTo>
                  <a:pt x="387" y="627"/>
                </a:lnTo>
                <a:lnTo>
                  <a:pt x="390" y="627"/>
                </a:lnTo>
                <a:lnTo>
                  <a:pt x="391" y="624"/>
                </a:lnTo>
                <a:lnTo>
                  <a:pt x="391" y="624"/>
                </a:lnTo>
                <a:lnTo>
                  <a:pt x="388" y="626"/>
                </a:lnTo>
                <a:lnTo>
                  <a:pt x="383" y="627"/>
                </a:lnTo>
                <a:lnTo>
                  <a:pt x="383" y="627"/>
                </a:lnTo>
                <a:lnTo>
                  <a:pt x="381" y="627"/>
                </a:lnTo>
                <a:lnTo>
                  <a:pt x="379" y="627"/>
                </a:lnTo>
                <a:lnTo>
                  <a:pt x="378" y="628"/>
                </a:lnTo>
                <a:lnTo>
                  <a:pt x="378" y="628"/>
                </a:lnTo>
                <a:close/>
                <a:moveTo>
                  <a:pt x="301" y="662"/>
                </a:moveTo>
                <a:lnTo>
                  <a:pt x="301" y="662"/>
                </a:lnTo>
                <a:lnTo>
                  <a:pt x="303" y="662"/>
                </a:lnTo>
                <a:lnTo>
                  <a:pt x="304" y="662"/>
                </a:lnTo>
                <a:lnTo>
                  <a:pt x="304" y="662"/>
                </a:lnTo>
                <a:lnTo>
                  <a:pt x="304" y="661"/>
                </a:lnTo>
                <a:lnTo>
                  <a:pt x="303" y="661"/>
                </a:lnTo>
                <a:lnTo>
                  <a:pt x="301" y="661"/>
                </a:lnTo>
                <a:lnTo>
                  <a:pt x="301" y="662"/>
                </a:lnTo>
                <a:lnTo>
                  <a:pt x="301" y="662"/>
                </a:lnTo>
                <a:close/>
                <a:moveTo>
                  <a:pt x="310" y="657"/>
                </a:moveTo>
                <a:lnTo>
                  <a:pt x="310" y="657"/>
                </a:lnTo>
                <a:lnTo>
                  <a:pt x="309" y="657"/>
                </a:lnTo>
                <a:lnTo>
                  <a:pt x="309" y="657"/>
                </a:lnTo>
                <a:lnTo>
                  <a:pt x="309" y="658"/>
                </a:lnTo>
                <a:lnTo>
                  <a:pt x="310" y="659"/>
                </a:lnTo>
                <a:lnTo>
                  <a:pt x="310" y="659"/>
                </a:lnTo>
                <a:lnTo>
                  <a:pt x="310" y="658"/>
                </a:lnTo>
                <a:lnTo>
                  <a:pt x="310" y="658"/>
                </a:lnTo>
                <a:lnTo>
                  <a:pt x="312" y="657"/>
                </a:lnTo>
                <a:lnTo>
                  <a:pt x="310" y="657"/>
                </a:lnTo>
                <a:lnTo>
                  <a:pt x="310" y="657"/>
                </a:lnTo>
                <a:close/>
                <a:moveTo>
                  <a:pt x="308" y="653"/>
                </a:moveTo>
                <a:lnTo>
                  <a:pt x="308" y="653"/>
                </a:lnTo>
                <a:lnTo>
                  <a:pt x="309" y="654"/>
                </a:lnTo>
                <a:lnTo>
                  <a:pt x="309" y="656"/>
                </a:lnTo>
                <a:lnTo>
                  <a:pt x="310" y="656"/>
                </a:lnTo>
                <a:lnTo>
                  <a:pt x="310" y="656"/>
                </a:lnTo>
                <a:lnTo>
                  <a:pt x="312" y="653"/>
                </a:lnTo>
                <a:lnTo>
                  <a:pt x="310" y="653"/>
                </a:lnTo>
                <a:lnTo>
                  <a:pt x="309" y="652"/>
                </a:lnTo>
                <a:lnTo>
                  <a:pt x="308" y="653"/>
                </a:lnTo>
                <a:lnTo>
                  <a:pt x="308" y="653"/>
                </a:lnTo>
                <a:close/>
                <a:moveTo>
                  <a:pt x="377" y="631"/>
                </a:moveTo>
                <a:lnTo>
                  <a:pt x="377" y="631"/>
                </a:lnTo>
                <a:lnTo>
                  <a:pt x="377" y="628"/>
                </a:lnTo>
                <a:lnTo>
                  <a:pt x="376" y="627"/>
                </a:lnTo>
                <a:lnTo>
                  <a:pt x="376" y="627"/>
                </a:lnTo>
                <a:lnTo>
                  <a:pt x="377" y="627"/>
                </a:lnTo>
                <a:lnTo>
                  <a:pt x="377" y="626"/>
                </a:lnTo>
                <a:lnTo>
                  <a:pt x="377" y="626"/>
                </a:lnTo>
                <a:lnTo>
                  <a:pt x="376" y="627"/>
                </a:lnTo>
                <a:lnTo>
                  <a:pt x="374" y="628"/>
                </a:lnTo>
                <a:lnTo>
                  <a:pt x="376" y="629"/>
                </a:lnTo>
                <a:lnTo>
                  <a:pt x="377" y="631"/>
                </a:lnTo>
                <a:lnTo>
                  <a:pt x="377" y="631"/>
                </a:lnTo>
                <a:close/>
                <a:moveTo>
                  <a:pt x="342" y="606"/>
                </a:moveTo>
                <a:lnTo>
                  <a:pt x="342" y="606"/>
                </a:lnTo>
                <a:lnTo>
                  <a:pt x="344" y="606"/>
                </a:lnTo>
                <a:lnTo>
                  <a:pt x="346" y="604"/>
                </a:lnTo>
                <a:lnTo>
                  <a:pt x="346" y="604"/>
                </a:lnTo>
                <a:lnTo>
                  <a:pt x="343" y="604"/>
                </a:lnTo>
                <a:lnTo>
                  <a:pt x="342" y="606"/>
                </a:lnTo>
                <a:lnTo>
                  <a:pt x="342" y="606"/>
                </a:lnTo>
                <a:lnTo>
                  <a:pt x="342" y="606"/>
                </a:lnTo>
                <a:close/>
                <a:moveTo>
                  <a:pt x="326" y="609"/>
                </a:moveTo>
                <a:lnTo>
                  <a:pt x="326" y="609"/>
                </a:lnTo>
                <a:lnTo>
                  <a:pt x="327" y="608"/>
                </a:lnTo>
                <a:lnTo>
                  <a:pt x="329" y="609"/>
                </a:lnTo>
                <a:lnTo>
                  <a:pt x="330" y="609"/>
                </a:lnTo>
                <a:lnTo>
                  <a:pt x="330" y="609"/>
                </a:lnTo>
                <a:lnTo>
                  <a:pt x="330" y="608"/>
                </a:lnTo>
                <a:lnTo>
                  <a:pt x="330" y="607"/>
                </a:lnTo>
                <a:lnTo>
                  <a:pt x="330" y="607"/>
                </a:lnTo>
                <a:lnTo>
                  <a:pt x="327" y="608"/>
                </a:lnTo>
                <a:lnTo>
                  <a:pt x="326" y="608"/>
                </a:lnTo>
                <a:lnTo>
                  <a:pt x="326" y="609"/>
                </a:lnTo>
                <a:lnTo>
                  <a:pt x="326" y="609"/>
                </a:lnTo>
                <a:close/>
                <a:moveTo>
                  <a:pt x="294" y="616"/>
                </a:moveTo>
                <a:lnTo>
                  <a:pt x="294" y="616"/>
                </a:lnTo>
                <a:lnTo>
                  <a:pt x="295" y="616"/>
                </a:lnTo>
                <a:lnTo>
                  <a:pt x="296" y="614"/>
                </a:lnTo>
                <a:lnTo>
                  <a:pt x="296" y="614"/>
                </a:lnTo>
                <a:lnTo>
                  <a:pt x="296" y="614"/>
                </a:lnTo>
                <a:lnTo>
                  <a:pt x="295" y="613"/>
                </a:lnTo>
                <a:lnTo>
                  <a:pt x="294" y="614"/>
                </a:lnTo>
                <a:lnTo>
                  <a:pt x="294" y="616"/>
                </a:lnTo>
                <a:lnTo>
                  <a:pt x="294" y="616"/>
                </a:lnTo>
                <a:close/>
                <a:moveTo>
                  <a:pt x="300" y="646"/>
                </a:moveTo>
                <a:lnTo>
                  <a:pt x="300" y="646"/>
                </a:lnTo>
                <a:lnTo>
                  <a:pt x="302" y="646"/>
                </a:lnTo>
                <a:lnTo>
                  <a:pt x="304" y="646"/>
                </a:lnTo>
                <a:lnTo>
                  <a:pt x="304" y="646"/>
                </a:lnTo>
                <a:lnTo>
                  <a:pt x="304" y="646"/>
                </a:lnTo>
                <a:lnTo>
                  <a:pt x="306" y="646"/>
                </a:lnTo>
                <a:lnTo>
                  <a:pt x="307" y="646"/>
                </a:lnTo>
                <a:lnTo>
                  <a:pt x="307" y="646"/>
                </a:lnTo>
                <a:lnTo>
                  <a:pt x="308" y="646"/>
                </a:lnTo>
                <a:lnTo>
                  <a:pt x="309" y="647"/>
                </a:lnTo>
                <a:lnTo>
                  <a:pt x="309" y="647"/>
                </a:lnTo>
                <a:lnTo>
                  <a:pt x="310" y="646"/>
                </a:lnTo>
                <a:lnTo>
                  <a:pt x="310" y="644"/>
                </a:lnTo>
                <a:lnTo>
                  <a:pt x="312" y="644"/>
                </a:lnTo>
                <a:lnTo>
                  <a:pt x="313" y="643"/>
                </a:lnTo>
                <a:lnTo>
                  <a:pt x="313" y="643"/>
                </a:lnTo>
                <a:lnTo>
                  <a:pt x="314" y="643"/>
                </a:lnTo>
                <a:lnTo>
                  <a:pt x="315" y="643"/>
                </a:lnTo>
                <a:lnTo>
                  <a:pt x="315" y="644"/>
                </a:lnTo>
                <a:lnTo>
                  <a:pt x="315" y="644"/>
                </a:lnTo>
                <a:lnTo>
                  <a:pt x="313" y="644"/>
                </a:lnTo>
                <a:lnTo>
                  <a:pt x="313" y="644"/>
                </a:lnTo>
                <a:lnTo>
                  <a:pt x="313" y="646"/>
                </a:lnTo>
                <a:lnTo>
                  <a:pt x="313" y="646"/>
                </a:lnTo>
                <a:lnTo>
                  <a:pt x="315" y="646"/>
                </a:lnTo>
                <a:lnTo>
                  <a:pt x="315" y="646"/>
                </a:lnTo>
                <a:lnTo>
                  <a:pt x="318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3"/>
                </a:lnTo>
                <a:lnTo>
                  <a:pt x="320" y="644"/>
                </a:lnTo>
                <a:lnTo>
                  <a:pt x="320" y="644"/>
                </a:lnTo>
                <a:lnTo>
                  <a:pt x="320" y="644"/>
                </a:lnTo>
                <a:lnTo>
                  <a:pt x="321" y="643"/>
                </a:lnTo>
                <a:lnTo>
                  <a:pt x="323" y="644"/>
                </a:lnTo>
                <a:lnTo>
                  <a:pt x="324" y="644"/>
                </a:lnTo>
                <a:lnTo>
                  <a:pt x="325" y="643"/>
                </a:lnTo>
                <a:lnTo>
                  <a:pt x="325" y="643"/>
                </a:lnTo>
                <a:lnTo>
                  <a:pt x="324" y="643"/>
                </a:lnTo>
                <a:lnTo>
                  <a:pt x="323" y="642"/>
                </a:lnTo>
                <a:lnTo>
                  <a:pt x="323" y="642"/>
                </a:lnTo>
                <a:lnTo>
                  <a:pt x="326" y="642"/>
                </a:lnTo>
                <a:lnTo>
                  <a:pt x="327" y="642"/>
                </a:lnTo>
                <a:lnTo>
                  <a:pt x="329" y="641"/>
                </a:lnTo>
                <a:lnTo>
                  <a:pt x="329" y="641"/>
                </a:lnTo>
                <a:lnTo>
                  <a:pt x="330" y="642"/>
                </a:lnTo>
                <a:lnTo>
                  <a:pt x="330" y="642"/>
                </a:lnTo>
                <a:lnTo>
                  <a:pt x="333" y="642"/>
                </a:lnTo>
                <a:lnTo>
                  <a:pt x="333" y="642"/>
                </a:lnTo>
                <a:lnTo>
                  <a:pt x="333" y="643"/>
                </a:lnTo>
                <a:lnTo>
                  <a:pt x="333" y="643"/>
                </a:lnTo>
                <a:lnTo>
                  <a:pt x="336" y="642"/>
                </a:lnTo>
                <a:lnTo>
                  <a:pt x="337" y="642"/>
                </a:lnTo>
                <a:lnTo>
                  <a:pt x="337" y="642"/>
                </a:lnTo>
                <a:lnTo>
                  <a:pt x="337" y="643"/>
                </a:lnTo>
                <a:lnTo>
                  <a:pt x="338" y="644"/>
                </a:lnTo>
                <a:lnTo>
                  <a:pt x="338" y="644"/>
                </a:lnTo>
                <a:lnTo>
                  <a:pt x="338" y="642"/>
                </a:lnTo>
                <a:lnTo>
                  <a:pt x="337" y="641"/>
                </a:lnTo>
                <a:lnTo>
                  <a:pt x="337" y="641"/>
                </a:lnTo>
                <a:lnTo>
                  <a:pt x="338" y="641"/>
                </a:lnTo>
                <a:lnTo>
                  <a:pt x="338" y="639"/>
                </a:lnTo>
                <a:lnTo>
                  <a:pt x="339" y="638"/>
                </a:lnTo>
                <a:lnTo>
                  <a:pt x="341" y="638"/>
                </a:lnTo>
                <a:lnTo>
                  <a:pt x="341" y="638"/>
                </a:lnTo>
                <a:lnTo>
                  <a:pt x="342" y="638"/>
                </a:lnTo>
                <a:lnTo>
                  <a:pt x="343" y="638"/>
                </a:lnTo>
                <a:lnTo>
                  <a:pt x="343" y="638"/>
                </a:lnTo>
                <a:lnTo>
                  <a:pt x="343" y="637"/>
                </a:lnTo>
                <a:lnTo>
                  <a:pt x="344" y="637"/>
                </a:lnTo>
                <a:lnTo>
                  <a:pt x="344" y="637"/>
                </a:lnTo>
                <a:lnTo>
                  <a:pt x="350" y="636"/>
                </a:lnTo>
                <a:lnTo>
                  <a:pt x="356" y="636"/>
                </a:lnTo>
                <a:lnTo>
                  <a:pt x="356" y="636"/>
                </a:lnTo>
                <a:lnTo>
                  <a:pt x="358" y="634"/>
                </a:lnTo>
                <a:lnTo>
                  <a:pt x="359" y="633"/>
                </a:lnTo>
                <a:lnTo>
                  <a:pt x="359" y="633"/>
                </a:lnTo>
                <a:lnTo>
                  <a:pt x="374" y="631"/>
                </a:lnTo>
                <a:lnTo>
                  <a:pt x="374" y="631"/>
                </a:lnTo>
                <a:lnTo>
                  <a:pt x="373" y="629"/>
                </a:lnTo>
                <a:lnTo>
                  <a:pt x="372" y="629"/>
                </a:lnTo>
                <a:lnTo>
                  <a:pt x="367" y="631"/>
                </a:lnTo>
                <a:lnTo>
                  <a:pt x="367" y="631"/>
                </a:lnTo>
                <a:lnTo>
                  <a:pt x="358" y="631"/>
                </a:lnTo>
                <a:lnTo>
                  <a:pt x="358" y="631"/>
                </a:lnTo>
                <a:lnTo>
                  <a:pt x="358" y="632"/>
                </a:lnTo>
                <a:lnTo>
                  <a:pt x="356" y="632"/>
                </a:lnTo>
                <a:lnTo>
                  <a:pt x="356" y="632"/>
                </a:lnTo>
                <a:lnTo>
                  <a:pt x="353" y="632"/>
                </a:lnTo>
                <a:lnTo>
                  <a:pt x="350" y="633"/>
                </a:lnTo>
                <a:lnTo>
                  <a:pt x="344" y="634"/>
                </a:lnTo>
                <a:lnTo>
                  <a:pt x="344" y="634"/>
                </a:lnTo>
                <a:lnTo>
                  <a:pt x="344" y="633"/>
                </a:lnTo>
                <a:lnTo>
                  <a:pt x="344" y="633"/>
                </a:lnTo>
                <a:lnTo>
                  <a:pt x="344" y="633"/>
                </a:lnTo>
                <a:lnTo>
                  <a:pt x="341" y="636"/>
                </a:lnTo>
                <a:lnTo>
                  <a:pt x="341" y="636"/>
                </a:lnTo>
                <a:lnTo>
                  <a:pt x="335" y="637"/>
                </a:lnTo>
                <a:lnTo>
                  <a:pt x="332" y="637"/>
                </a:lnTo>
                <a:lnTo>
                  <a:pt x="331" y="637"/>
                </a:lnTo>
                <a:lnTo>
                  <a:pt x="331" y="637"/>
                </a:lnTo>
                <a:lnTo>
                  <a:pt x="327" y="637"/>
                </a:lnTo>
                <a:lnTo>
                  <a:pt x="325" y="637"/>
                </a:lnTo>
                <a:lnTo>
                  <a:pt x="325" y="637"/>
                </a:lnTo>
                <a:lnTo>
                  <a:pt x="325" y="638"/>
                </a:lnTo>
                <a:lnTo>
                  <a:pt x="324" y="639"/>
                </a:lnTo>
                <a:lnTo>
                  <a:pt x="320" y="639"/>
                </a:lnTo>
                <a:lnTo>
                  <a:pt x="320" y="639"/>
                </a:lnTo>
                <a:lnTo>
                  <a:pt x="321" y="638"/>
                </a:lnTo>
                <a:lnTo>
                  <a:pt x="323" y="637"/>
                </a:lnTo>
                <a:lnTo>
                  <a:pt x="323" y="637"/>
                </a:lnTo>
                <a:lnTo>
                  <a:pt x="320" y="638"/>
                </a:lnTo>
                <a:lnTo>
                  <a:pt x="317" y="638"/>
                </a:lnTo>
                <a:lnTo>
                  <a:pt x="317" y="638"/>
                </a:lnTo>
                <a:lnTo>
                  <a:pt x="317" y="639"/>
                </a:lnTo>
                <a:lnTo>
                  <a:pt x="318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39"/>
                </a:lnTo>
                <a:lnTo>
                  <a:pt x="319" y="641"/>
                </a:lnTo>
                <a:lnTo>
                  <a:pt x="318" y="641"/>
                </a:lnTo>
                <a:lnTo>
                  <a:pt x="314" y="641"/>
                </a:lnTo>
                <a:lnTo>
                  <a:pt x="314" y="641"/>
                </a:lnTo>
                <a:lnTo>
                  <a:pt x="314" y="642"/>
                </a:lnTo>
                <a:lnTo>
                  <a:pt x="313" y="642"/>
                </a:lnTo>
                <a:lnTo>
                  <a:pt x="313" y="642"/>
                </a:lnTo>
                <a:lnTo>
                  <a:pt x="313" y="641"/>
                </a:lnTo>
                <a:lnTo>
                  <a:pt x="312" y="642"/>
                </a:lnTo>
                <a:lnTo>
                  <a:pt x="312" y="642"/>
                </a:lnTo>
                <a:lnTo>
                  <a:pt x="308" y="642"/>
                </a:lnTo>
                <a:lnTo>
                  <a:pt x="307" y="643"/>
                </a:lnTo>
                <a:lnTo>
                  <a:pt x="307" y="643"/>
                </a:lnTo>
                <a:lnTo>
                  <a:pt x="307" y="641"/>
                </a:lnTo>
                <a:lnTo>
                  <a:pt x="307" y="641"/>
                </a:lnTo>
                <a:lnTo>
                  <a:pt x="306" y="641"/>
                </a:lnTo>
                <a:lnTo>
                  <a:pt x="304" y="642"/>
                </a:lnTo>
                <a:lnTo>
                  <a:pt x="304" y="643"/>
                </a:lnTo>
                <a:lnTo>
                  <a:pt x="304" y="643"/>
                </a:lnTo>
                <a:lnTo>
                  <a:pt x="298" y="643"/>
                </a:lnTo>
                <a:lnTo>
                  <a:pt x="297" y="643"/>
                </a:lnTo>
                <a:lnTo>
                  <a:pt x="296" y="642"/>
                </a:lnTo>
                <a:lnTo>
                  <a:pt x="296" y="642"/>
                </a:lnTo>
                <a:lnTo>
                  <a:pt x="296" y="642"/>
                </a:lnTo>
                <a:lnTo>
                  <a:pt x="296" y="641"/>
                </a:lnTo>
                <a:lnTo>
                  <a:pt x="296" y="641"/>
                </a:lnTo>
                <a:lnTo>
                  <a:pt x="295" y="644"/>
                </a:lnTo>
                <a:lnTo>
                  <a:pt x="295" y="644"/>
                </a:lnTo>
                <a:lnTo>
                  <a:pt x="292" y="643"/>
                </a:lnTo>
                <a:lnTo>
                  <a:pt x="291" y="643"/>
                </a:lnTo>
                <a:lnTo>
                  <a:pt x="291" y="644"/>
                </a:lnTo>
                <a:lnTo>
                  <a:pt x="291" y="644"/>
                </a:lnTo>
                <a:lnTo>
                  <a:pt x="294" y="644"/>
                </a:lnTo>
                <a:lnTo>
                  <a:pt x="295" y="644"/>
                </a:lnTo>
                <a:lnTo>
                  <a:pt x="296" y="644"/>
                </a:lnTo>
                <a:lnTo>
                  <a:pt x="296" y="644"/>
                </a:lnTo>
                <a:lnTo>
                  <a:pt x="292" y="647"/>
                </a:lnTo>
                <a:lnTo>
                  <a:pt x="292" y="647"/>
                </a:lnTo>
                <a:lnTo>
                  <a:pt x="291" y="647"/>
                </a:lnTo>
                <a:lnTo>
                  <a:pt x="289" y="647"/>
                </a:lnTo>
                <a:lnTo>
                  <a:pt x="289" y="647"/>
                </a:lnTo>
                <a:lnTo>
                  <a:pt x="289" y="648"/>
                </a:lnTo>
                <a:lnTo>
                  <a:pt x="290" y="648"/>
                </a:lnTo>
                <a:lnTo>
                  <a:pt x="294" y="648"/>
                </a:lnTo>
                <a:lnTo>
                  <a:pt x="298" y="647"/>
                </a:lnTo>
                <a:lnTo>
                  <a:pt x="300" y="646"/>
                </a:lnTo>
                <a:lnTo>
                  <a:pt x="300" y="646"/>
                </a:lnTo>
                <a:close/>
                <a:moveTo>
                  <a:pt x="273" y="653"/>
                </a:moveTo>
                <a:lnTo>
                  <a:pt x="273" y="653"/>
                </a:lnTo>
                <a:lnTo>
                  <a:pt x="273" y="652"/>
                </a:lnTo>
                <a:lnTo>
                  <a:pt x="272" y="651"/>
                </a:lnTo>
                <a:lnTo>
                  <a:pt x="271" y="652"/>
                </a:lnTo>
                <a:lnTo>
                  <a:pt x="271" y="652"/>
                </a:lnTo>
                <a:lnTo>
                  <a:pt x="271" y="653"/>
                </a:lnTo>
                <a:lnTo>
                  <a:pt x="272" y="653"/>
                </a:lnTo>
                <a:lnTo>
                  <a:pt x="273" y="653"/>
                </a:lnTo>
                <a:lnTo>
                  <a:pt x="273" y="653"/>
                </a:lnTo>
                <a:close/>
                <a:moveTo>
                  <a:pt x="257" y="667"/>
                </a:moveTo>
                <a:lnTo>
                  <a:pt x="257" y="667"/>
                </a:lnTo>
                <a:lnTo>
                  <a:pt x="260" y="667"/>
                </a:lnTo>
                <a:lnTo>
                  <a:pt x="262" y="667"/>
                </a:lnTo>
                <a:lnTo>
                  <a:pt x="262" y="667"/>
                </a:lnTo>
                <a:lnTo>
                  <a:pt x="261" y="666"/>
                </a:lnTo>
                <a:lnTo>
                  <a:pt x="260" y="664"/>
                </a:lnTo>
                <a:lnTo>
                  <a:pt x="259" y="666"/>
                </a:lnTo>
                <a:lnTo>
                  <a:pt x="259" y="666"/>
                </a:lnTo>
                <a:lnTo>
                  <a:pt x="260" y="666"/>
                </a:lnTo>
                <a:lnTo>
                  <a:pt x="260" y="666"/>
                </a:lnTo>
                <a:lnTo>
                  <a:pt x="259" y="667"/>
                </a:lnTo>
                <a:lnTo>
                  <a:pt x="257" y="667"/>
                </a:lnTo>
                <a:lnTo>
                  <a:pt x="257" y="667"/>
                </a:lnTo>
                <a:close/>
                <a:moveTo>
                  <a:pt x="252" y="662"/>
                </a:moveTo>
                <a:lnTo>
                  <a:pt x="252" y="662"/>
                </a:lnTo>
                <a:lnTo>
                  <a:pt x="255" y="662"/>
                </a:lnTo>
                <a:lnTo>
                  <a:pt x="256" y="661"/>
                </a:lnTo>
                <a:lnTo>
                  <a:pt x="256" y="661"/>
                </a:lnTo>
                <a:lnTo>
                  <a:pt x="254" y="661"/>
                </a:lnTo>
                <a:lnTo>
                  <a:pt x="252" y="662"/>
                </a:lnTo>
                <a:lnTo>
                  <a:pt x="252" y="662"/>
                </a:lnTo>
                <a:close/>
                <a:moveTo>
                  <a:pt x="250" y="659"/>
                </a:moveTo>
                <a:lnTo>
                  <a:pt x="250" y="659"/>
                </a:lnTo>
                <a:lnTo>
                  <a:pt x="251" y="661"/>
                </a:lnTo>
                <a:lnTo>
                  <a:pt x="251" y="661"/>
                </a:lnTo>
                <a:lnTo>
                  <a:pt x="254" y="661"/>
                </a:lnTo>
                <a:lnTo>
                  <a:pt x="254" y="661"/>
                </a:lnTo>
                <a:lnTo>
                  <a:pt x="254" y="659"/>
                </a:lnTo>
                <a:lnTo>
                  <a:pt x="252" y="659"/>
                </a:lnTo>
                <a:lnTo>
                  <a:pt x="250" y="659"/>
                </a:lnTo>
                <a:lnTo>
                  <a:pt x="250" y="659"/>
                </a:lnTo>
                <a:close/>
                <a:moveTo>
                  <a:pt x="245" y="626"/>
                </a:moveTo>
                <a:lnTo>
                  <a:pt x="245" y="626"/>
                </a:lnTo>
                <a:lnTo>
                  <a:pt x="246" y="626"/>
                </a:lnTo>
                <a:lnTo>
                  <a:pt x="246" y="626"/>
                </a:lnTo>
                <a:lnTo>
                  <a:pt x="249" y="623"/>
                </a:lnTo>
                <a:lnTo>
                  <a:pt x="249" y="623"/>
                </a:lnTo>
                <a:lnTo>
                  <a:pt x="246" y="624"/>
                </a:lnTo>
                <a:lnTo>
                  <a:pt x="245" y="626"/>
                </a:lnTo>
                <a:lnTo>
                  <a:pt x="245" y="626"/>
                </a:lnTo>
                <a:close/>
                <a:moveTo>
                  <a:pt x="243" y="622"/>
                </a:moveTo>
                <a:lnTo>
                  <a:pt x="243" y="622"/>
                </a:lnTo>
                <a:lnTo>
                  <a:pt x="243" y="621"/>
                </a:lnTo>
                <a:lnTo>
                  <a:pt x="243" y="621"/>
                </a:lnTo>
                <a:lnTo>
                  <a:pt x="240" y="621"/>
                </a:lnTo>
                <a:lnTo>
                  <a:pt x="240" y="621"/>
                </a:lnTo>
                <a:lnTo>
                  <a:pt x="240" y="622"/>
                </a:lnTo>
                <a:lnTo>
                  <a:pt x="240" y="622"/>
                </a:lnTo>
                <a:lnTo>
                  <a:pt x="243" y="622"/>
                </a:lnTo>
                <a:lnTo>
                  <a:pt x="243" y="622"/>
                </a:lnTo>
                <a:close/>
                <a:moveTo>
                  <a:pt x="236" y="627"/>
                </a:moveTo>
                <a:lnTo>
                  <a:pt x="236" y="627"/>
                </a:lnTo>
                <a:lnTo>
                  <a:pt x="238" y="627"/>
                </a:lnTo>
                <a:lnTo>
                  <a:pt x="238" y="626"/>
                </a:lnTo>
                <a:lnTo>
                  <a:pt x="238" y="626"/>
                </a:lnTo>
                <a:lnTo>
                  <a:pt x="237" y="624"/>
                </a:lnTo>
                <a:lnTo>
                  <a:pt x="236" y="626"/>
                </a:lnTo>
                <a:lnTo>
                  <a:pt x="236" y="627"/>
                </a:lnTo>
                <a:lnTo>
                  <a:pt x="236" y="627"/>
                </a:lnTo>
                <a:close/>
                <a:moveTo>
                  <a:pt x="233" y="657"/>
                </a:moveTo>
                <a:lnTo>
                  <a:pt x="233" y="657"/>
                </a:lnTo>
                <a:lnTo>
                  <a:pt x="233" y="657"/>
                </a:lnTo>
                <a:lnTo>
                  <a:pt x="234" y="656"/>
                </a:lnTo>
                <a:lnTo>
                  <a:pt x="234" y="656"/>
                </a:lnTo>
                <a:lnTo>
                  <a:pt x="236" y="656"/>
                </a:lnTo>
                <a:lnTo>
                  <a:pt x="236" y="656"/>
                </a:lnTo>
                <a:lnTo>
                  <a:pt x="239" y="656"/>
                </a:lnTo>
                <a:lnTo>
                  <a:pt x="240" y="656"/>
                </a:lnTo>
                <a:lnTo>
                  <a:pt x="242" y="654"/>
                </a:lnTo>
                <a:lnTo>
                  <a:pt x="242" y="654"/>
                </a:lnTo>
                <a:lnTo>
                  <a:pt x="239" y="654"/>
                </a:lnTo>
                <a:lnTo>
                  <a:pt x="237" y="656"/>
                </a:lnTo>
                <a:lnTo>
                  <a:pt x="237" y="654"/>
                </a:lnTo>
                <a:lnTo>
                  <a:pt x="237" y="654"/>
                </a:lnTo>
                <a:lnTo>
                  <a:pt x="237" y="654"/>
                </a:lnTo>
                <a:lnTo>
                  <a:pt x="238" y="654"/>
                </a:lnTo>
                <a:lnTo>
                  <a:pt x="237" y="654"/>
                </a:lnTo>
                <a:lnTo>
                  <a:pt x="237" y="654"/>
                </a:lnTo>
                <a:lnTo>
                  <a:pt x="236" y="654"/>
                </a:lnTo>
                <a:lnTo>
                  <a:pt x="234" y="654"/>
                </a:lnTo>
                <a:lnTo>
                  <a:pt x="233" y="656"/>
                </a:lnTo>
                <a:lnTo>
                  <a:pt x="233" y="657"/>
                </a:lnTo>
                <a:lnTo>
                  <a:pt x="233" y="657"/>
                </a:lnTo>
                <a:close/>
                <a:moveTo>
                  <a:pt x="228" y="628"/>
                </a:moveTo>
                <a:lnTo>
                  <a:pt x="228" y="628"/>
                </a:lnTo>
                <a:lnTo>
                  <a:pt x="230" y="628"/>
                </a:lnTo>
                <a:lnTo>
                  <a:pt x="231" y="628"/>
                </a:lnTo>
                <a:lnTo>
                  <a:pt x="231" y="628"/>
                </a:lnTo>
                <a:lnTo>
                  <a:pt x="231" y="626"/>
                </a:lnTo>
                <a:lnTo>
                  <a:pt x="231" y="626"/>
                </a:lnTo>
                <a:lnTo>
                  <a:pt x="228" y="627"/>
                </a:lnTo>
                <a:lnTo>
                  <a:pt x="228" y="628"/>
                </a:lnTo>
                <a:lnTo>
                  <a:pt x="228" y="628"/>
                </a:lnTo>
                <a:close/>
                <a:moveTo>
                  <a:pt x="215" y="661"/>
                </a:moveTo>
                <a:lnTo>
                  <a:pt x="215" y="661"/>
                </a:lnTo>
                <a:lnTo>
                  <a:pt x="217" y="661"/>
                </a:lnTo>
                <a:lnTo>
                  <a:pt x="219" y="661"/>
                </a:lnTo>
                <a:lnTo>
                  <a:pt x="220" y="661"/>
                </a:lnTo>
                <a:lnTo>
                  <a:pt x="221" y="659"/>
                </a:lnTo>
                <a:lnTo>
                  <a:pt x="221" y="659"/>
                </a:lnTo>
                <a:lnTo>
                  <a:pt x="219" y="658"/>
                </a:lnTo>
                <a:lnTo>
                  <a:pt x="217" y="657"/>
                </a:lnTo>
                <a:lnTo>
                  <a:pt x="216" y="657"/>
                </a:lnTo>
                <a:lnTo>
                  <a:pt x="216" y="657"/>
                </a:lnTo>
                <a:lnTo>
                  <a:pt x="216" y="658"/>
                </a:lnTo>
                <a:lnTo>
                  <a:pt x="216" y="659"/>
                </a:lnTo>
                <a:lnTo>
                  <a:pt x="216" y="659"/>
                </a:lnTo>
                <a:lnTo>
                  <a:pt x="215" y="661"/>
                </a:lnTo>
                <a:lnTo>
                  <a:pt x="215" y="661"/>
                </a:lnTo>
                <a:lnTo>
                  <a:pt x="215" y="661"/>
                </a:lnTo>
                <a:close/>
                <a:moveTo>
                  <a:pt x="209" y="658"/>
                </a:moveTo>
                <a:lnTo>
                  <a:pt x="209" y="658"/>
                </a:lnTo>
                <a:lnTo>
                  <a:pt x="210" y="657"/>
                </a:lnTo>
                <a:lnTo>
                  <a:pt x="210" y="654"/>
                </a:lnTo>
                <a:lnTo>
                  <a:pt x="210" y="654"/>
                </a:lnTo>
                <a:lnTo>
                  <a:pt x="209" y="656"/>
                </a:lnTo>
                <a:lnTo>
                  <a:pt x="208" y="657"/>
                </a:lnTo>
                <a:lnTo>
                  <a:pt x="209" y="658"/>
                </a:lnTo>
                <a:lnTo>
                  <a:pt x="209" y="658"/>
                </a:lnTo>
                <a:close/>
                <a:moveTo>
                  <a:pt x="178" y="661"/>
                </a:moveTo>
                <a:lnTo>
                  <a:pt x="178" y="661"/>
                </a:lnTo>
                <a:lnTo>
                  <a:pt x="178" y="662"/>
                </a:lnTo>
                <a:lnTo>
                  <a:pt x="178" y="662"/>
                </a:lnTo>
                <a:lnTo>
                  <a:pt x="180" y="662"/>
                </a:lnTo>
                <a:lnTo>
                  <a:pt x="181" y="662"/>
                </a:lnTo>
                <a:lnTo>
                  <a:pt x="181" y="662"/>
                </a:lnTo>
                <a:lnTo>
                  <a:pt x="181" y="662"/>
                </a:lnTo>
                <a:lnTo>
                  <a:pt x="180" y="662"/>
                </a:lnTo>
                <a:lnTo>
                  <a:pt x="180" y="663"/>
                </a:lnTo>
                <a:lnTo>
                  <a:pt x="180" y="663"/>
                </a:lnTo>
                <a:lnTo>
                  <a:pt x="180" y="663"/>
                </a:lnTo>
                <a:lnTo>
                  <a:pt x="181" y="663"/>
                </a:lnTo>
                <a:lnTo>
                  <a:pt x="184" y="662"/>
                </a:lnTo>
                <a:lnTo>
                  <a:pt x="184" y="662"/>
                </a:lnTo>
                <a:lnTo>
                  <a:pt x="184" y="661"/>
                </a:lnTo>
                <a:lnTo>
                  <a:pt x="182" y="659"/>
                </a:lnTo>
                <a:lnTo>
                  <a:pt x="182" y="659"/>
                </a:lnTo>
                <a:lnTo>
                  <a:pt x="178" y="661"/>
                </a:lnTo>
                <a:lnTo>
                  <a:pt x="178" y="661"/>
                </a:lnTo>
                <a:close/>
                <a:moveTo>
                  <a:pt x="144" y="672"/>
                </a:moveTo>
                <a:lnTo>
                  <a:pt x="144" y="672"/>
                </a:lnTo>
                <a:lnTo>
                  <a:pt x="146" y="672"/>
                </a:lnTo>
                <a:lnTo>
                  <a:pt x="146" y="672"/>
                </a:lnTo>
                <a:lnTo>
                  <a:pt x="146" y="669"/>
                </a:lnTo>
                <a:lnTo>
                  <a:pt x="146" y="668"/>
                </a:lnTo>
                <a:lnTo>
                  <a:pt x="146" y="668"/>
                </a:lnTo>
                <a:lnTo>
                  <a:pt x="144" y="669"/>
                </a:lnTo>
                <a:lnTo>
                  <a:pt x="144" y="672"/>
                </a:lnTo>
                <a:lnTo>
                  <a:pt x="144" y="672"/>
                </a:lnTo>
                <a:close/>
                <a:moveTo>
                  <a:pt x="135" y="673"/>
                </a:moveTo>
                <a:lnTo>
                  <a:pt x="135" y="673"/>
                </a:lnTo>
                <a:lnTo>
                  <a:pt x="138" y="673"/>
                </a:lnTo>
                <a:lnTo>
                  <a:pt x="139" y="673"/>
                </a:lnTo>
                <a:lnTo>
                  <a:pt x="139" y="673"/>
                </a:lnTo>
                <a:lnTo>
                  <a:pt x="138" y="672"/>
                </a:lnTo>
                <a:lnTo>
                  <a:pt x="138" y="672"/>
                </a:lnTo>
                <a:lnTo>
                  <a:pt x="139" y="671"/>
                </a:lnTo>
                <a:lnTo>
                  <a:pt x="141" y="671"/>
                </a:lnTo>
                <a:lnTo>
                  <a:pt x="141" y="671"/>
                </a:lnTo>
                <a:lnTo>
                  <a:pt x="143" y="671"/>
                </a:lnTo>
                <a:lnTo>
                  <a:pt x="143" y="671"/>
                </a:lnTo>
                <a:lnTo>
                  <a:pt x="141" y="671"/>
                </a:lnTo>
                <a:lnTo>
                  <a:pt x="140" y="669"/>
                </a:lnTo>
                <a:lnTo>
                  <a:pt x="138" y="669"/>
                </a:lnTo>
                <a:lnTo>
                  <a:pt x="138" y="669"/>
                </a:lnTo>
                <a:lnTo>
                  <a:pt x="138" y="672"/>
                </a:lnTo>
                <a:lnTo>
                  <a:pt x="137" y="672"/>
                </a:lnTo>
                <a:lnTo>
                  <a:pt x="137" y="672"/>
                </a:lnTo>
                <a:lnTo>
                  <a:pt x="137" y="672"/>
                </a:lnTo>
                <a:lnTo>
                  <a:pt x="134" y="672"/>
                </a:lnTo>
                <a:lnTo>
                  <a:pt x="134" y="672"/>
                </a:lnTo>
                <a:lnTo>
                  <a:pt x="133" y="673"/>
                </a:lnTo>
                <a:lnTo>
                  <a:pt x="135" y="673"/>
                </a:lnTo>
                <a:lnTo>
                  <a:pt x="135" y="673"/>
                </a:lnTo>
                <a:close/>
                <a:moveTo>
                  <a:pt x="85" y="632"/>
                </a:moveTo>
                <a:lnTo>
                  <a:pt x="85" y="632"/>
                </a:lnTo>
                <a:lnTo>
                  <a:pt x="85" y="633"/>
                </a:lnTo>
                <a:lnTo>
                  <a:pt x="86" y="633"/>
                </a:lnTo>
                <a:lnTo>
                  <a:pt x="86" y="633"/>
                </a:lnTo>
                <a:lnTo>
                  <a:pt x="87" y="632"/>
                </a:lnTo>
                <a:lnTo>
                  <a:pt x="87" y="632"/>
                </a:lnTo>
                <a:lnTo>
                  <a:pt x="87" y="632"/>
                </a:lnTo>
                <a:lnTo>
                  <a:pt x="86" y="631"/>
                </a:lnTo>
                <a:lnTo>
                  <a:pt x="85" y="632"/>
                </a:lnTo>
                <a:lnTo>
                  <a:pt x="85" y="632"/>
                </a:lnTo>
                <a:close/>
                <a:moveTo>
                  <a:pt x="83" y="633"/>
                </a:move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3" y="633"/>
                </a:lnTo>
                <a:lnTo>
                  <a:pt x="85" y="631"/>
                </a:lnTo>
                <a:lnTo>
                  <a:pt x="85" y="631"/>
                </a:lnTo>
                <a:lnTo>
                  <a:pt x="83" y="632"/>
                </a:lnTo>
                <a:lnTo>
                  <a:pt x="83" y="633"/>
                </a:lnTo>
                <a:lnTo>
                  <a:pt x="83" y="633"/>
                </a:lnTo>
                <a:close/>
                <a:moveTo>
                  <a:pt x="82" y="629"/>
                </a:moveTo>
                <a:lnTo>
                  <a:pt x="82" y="629"/>
                </a:lnTo>
                <a:lnTo>
                  <a:pt x="83" y="631"/>
                </a:lnTo>
                <a:lnTo>
                  <a:pt x="85" y="629"/>
                </a:lnTo>
                <a:lnTo>
                  <a:pt x="85" y="629"/>
                </a:lnTo>
                <a:lnTo>
                  <a:pt x="83" y="629"/>
                </a:lnTo>
                <a:lnTo>
                  <a:pt x="82" y="629"/>
                </a:lnTo>
                <a:lnTo>
                  <a:pt x="82" y="629"/>
                </a:lnTo>
                <a:close/>
                <a:moveTo>
                  <a:pt x="63" y="633"/>
                </a:moveTo>
                <a:lnTo>
                  <a:pt x="63" y="633"/>
                </a:lnTo>
                <a:lnTo>
                  <a:pt x="64" y="636"/>
                </a:lnTo>
                <a:lnTo>
                  <a:pt x="65" y="636"/>
                </a:lnTo>
                <a:lnTo>
                  <a:pt x="65" y="636"/>
                </a:lnTo>
                <a:lnTo>
                  <a:pt x="64" y="634"/>
                </a:lnTo>
                <a:lnTo>
                  <a:pt x="63" y="633"/>
                </a:lnTo>
                <a:lnTo>
                  <a:pt x="63" y="633"/>
                </a:lnTo>
                <a:close/>
                <a:moveTo>
                  <a:pt x="80" y="624"/>
                </a:moveTo>
                <a:lnTo>
                  <a:pt x="80" y="624"/>
                </a:lnTo>
                <a:lnTo>
                  <a:pt x="80" y="626"/>
                </a:lnTo>
                <a:lnTo>
                  <a:pt x="82" y="626"/>
                </a:lnTo>
                <a:lnTo>
                  <a:pt x="82" y="626"/>
                </a:lnTo>
                <a:lnTo>
                  <a:pt x="82" y="624"/>
                </a:lnTo>
                <a:lnTo>
                  <a:pt x="80" y="624"/>
                </a:lnTo>
                <a:lnTo>
                  <a:pt x="80" y="624"/>
                </a:lnTo>
                <a:close/>
                <a:moveTo>
                  <a:pt x="62" y="596"/>
                </a:moveTo>
                <a:lnTo>
                  <a:pt x="62" y="596"/>
                </a:lnTo>
                <a:lnTo>
                  <a:pt x="62" y="598"/>
                </a:lnTo>
                <a:lnTo>
                  <a:pt x="62" y="599"/>
                </a:lnTo>
                <a:lnTo>
                  <a:pt x="62" y="599"/>
                </a:lnTo>
                <a:lnTo>
                  <a:pt x="64" y="598"/>
                </a:lnTo>
                <a:lnTo>
                  <a:pt x="64" y="598"/>
                </a:lnTo>
                <a:lnTo>
                  <a:pt x="63" y="598"/>
                </a:lnTo>
                <a:lnTo>
                  <a:pt x="62" y="598"/>
                </a:lnTo>
                <a:lnTo>
                  <a:pt x="62" y="596"/>
                </a:lnTo>
                <a:lnTo>
                  <a:pt x="62" y="596"/>
                </a:lnTo>
                <a:close/>
                <a:moveTo>
                  <a:pt x="63" y="593"/>
                </a:moveTo>
                <a:lnTo>
                  <a:pt x="63" y="593"/>
                </a:lnTo>
                <a:lnTo>
                  <a:pt x="62" y="593"/>
                </a:lnTo>
                <a:lnTo>
                  <a:pt x="62" y="594"/>
                </a:lnTo>
                <a:lnTo>
                  <a:pt x="62" y="594"/>
                </a:lnTo>
                <a:lnTo>
                  <a:pt x="62" y="594"/>
                </a:lnTo>
                <a:lnTo>
                  <a:pt x="63" y="594"/>
                </a:lnTo>
                <a:lnTo>
                  <a:pt x="63" y="596"/>
                </a:lnTo>
                <a:lnTo>
                  <a:pt x="63" y="597"/>
                </a:lnTo>
                <a:lnTo>
                  <a:pt x="63" y="597"/>
                </a:lnTo>
                <a:lnTo>
                  <a:pt x="64" y="597"/>
                </a:lnTo>
                <a:lnTo>
                  <a:pt x="64" y="596"/>
                </a:lnTo>
                <a:lnTo>
                  <a:pt x="63" y="593"/>
                </a:lnTo>
                <a:lnTo>
                  <a:pt x="63" y="593"/>
                </a:lnTo>
                <a:close/>
                <a:moveTo>
                  <a:pt x="74" y="569"/>
                </a:moveTo>
                <a:lnTo>
                  <a:pt x="74" y="569"/>
                </a:lnTo>
                <a:lnTo>
                  <a:pt x="74" y="572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3"/>
                </a:lnTo>
                <a:lnTo>
                  <a:pt x="74" y="572"/>
                </a:lnTo>
                <a:lnTo>
                  <a:pt x="75" y="571"/>
                </a:lnTo>
                <a:lnTo>
                  <a:pt x="74" y="569"/>
                </a:lnTo>
                <a:lnTo>
                  <a:pt x="74" y="569"/>
                </a:lnTo>
                <a:close/>
                <a:moveTo>
                  <a:pt x="76" y="546"/>
                </a:moveTo>
                <a:lnTo>
                  <a:pt x="76" y="546"/>
                </a:lnTo>
                <a:lnTo>
                  <a:pt x="76" y="547"/>
                </a:lnTo>
                <a:lnTo>
                  <a:pt x="77" y="548"/>
                </a:lnTo>
                <a:lnTo>
                  <a:pt x="77" y="548"/>
                </a:lnTo>
                <a:lnTo>
                  <a:pt x="79" y="548"/>
                </a:lnTo>
                <a:lnTo>
                  <a:pt x="80" y="547"/>
                </a:lnTo>
                <a:lnTo>
                  <a:pt x="80" y="547"/>
                </a:lnTo>
                <a:lnTo>
                  <a:pt x="79" y="546"/>
                </a:lnTo>
                <a:lnTo>
                  <a:pt x="79" y="544"/>
                </a:lnTo>
                <a:lnTo>
                  <a:pt x="79" y="544"/>
                </a:lnTo>
                <a:lnTo>
                  <a:pt x="77" y="544"/>
                </a:lnTo>
                <a:lnTo>
                  <a:pt x="76" y="546"/>
                </a:lnTo>
                <a:lnTo>
                  <a:pt x="76" y="546"/>
                </a:lnTo>
                <a:close/>
                <a:moveTo>
                  <a:pt x="80" y="541"/>
                </a:moveTo>
                <a:lnTo>
                  <a:pt x="80" y="541"/>
                </a:lnTo>
                <a:lnTo>
                  <a:pt x="76" y="542"/>
                </a:lnTo>
                <a:lnTo>
                  <a:pt x="76" y="542"/>
                </a:lnTo>
                <a:lnTo>
                  <a:pt x="79" y="542"/>
                </a:lnTo>
                <a:lnTo>
                  <a:pt x="80" y="542"/>
                </a:lnTo>
                <a:lnTo>
                  <a:pt x="80" y="541"/>
                </a:lnTo>
                <a:lnTo>
                  <a:pt x="80" y="541"/>
                </a:lnTo>
                <a:close/>
                <a:moveTo>
                  <a:pt x="68" y="539"/>
                </a:moveTo>
                <a:lnTo>
                  <a:pt x="68" y="539"/>
                </a:lnTo>
                <a:lnTo>
                  <a:pt x="68" y="544"/>
                </a:lnTo>
                <a:lnTo>
                  <a:pt x="68" y="546"/>
                </a:lnTo>
                <a:lnTo>
                  <a:pt x="69" y="547"/>
                </a:lnTo>
                <a:lnTo>
                  <a:pt x="69" y="547"/>
                </a:lnTo>
                <a:lnTo>
                  <a:pt x="70" y="547"/>
                </a:lnTo>
                <a:lnTo>
                  <a:pt x="69" y="546"/>
                </a:lnTo>
                <a:lnTo>
                  <a:pt x="69" y="546"/>
                </a:lnTo>
                <a:lnTo>
                  <a:pt x="69" y="542"/>
                </a:lnTo>
                <a:lnTo>
                  <a:pt x="69" y="541"/>
                </a:lnTo>
                <a:lnTo>
                  <a:pt x="68" y="539"/>
                </a:lnTo>
                <a:lnTo>
                  <a:pt x="68" y="539"/>
                </a:lnTo>
                <a:close/>
                <a:moveTo>
                  <a:pt x="72" y="518"/>
                </a:moveTo>
                <a:lnTo>
                  <a:pt x="72" y="518"/>
                </a:lnTo>
                <a:lnTo>
                  <a:pt x="72" y="517"/>
                </a:lnTo>
                <a:lnTo>
                  <a:pt x="70" y="516"/>
                </a:lnTo>
                <a:lnTo>
                  <a:pt x="70" y="516"/>
                </a:lnTo>
                <a:lnTo>
                  <a:pt x="70" y="517"/>
                </a:lnTo>
                <a:lnTo>
                  <a:pt x="70" y="518"/>
                </a:lnTo>
                <a:lnTo>
                  <a:pt x="72" y="518"/>
                </a:lnTo>
                <a:close/>
                <a:moveTo>
                  <a:pt x="76" y="522"/>
                </a:moveTo>
                <a:lnTo>
                  <a:pt x="76" y="522"/>
                </a:lnTo>
                <a:lnTo>
                  <a:pt x="77" y="524"/>
                </a:lnTo>
                <a:lnTo>
                  <a:pt x="77" y="524"/>
                </a:lnTo>
                <a:lnTo>
                  <a:pt x="79" y="524"/>
                </a:lnTo>
                <a:lnTo>
                  <a:pt x="80" y="523"/>
                </a:lnTo>
                <a:lnTo>
                  <a:pt x="80" y="523"/>
                </a:lnTo>
                <a:lnTo>
                  <a:pt x="80" y="523"/>
                </a:lnTo>
                <a:lnTo>
                  <a:pt x="79" y="523"/>
                </a:lnTo>
                <a:lnTo>
                  <a:pt x="77" y="523"/>
                </a:lnTo>
                <a:lnTo>
                  <a:pt x="76" y="522"/>
                </a:lnTo>
                <a:lnTo>
                  <a:pt x="76" y="522"/>
                </a:lnTo>
                <a:close/>
                <a:moveTo>
                  <a:pt x="79" y="512"/>
                </a:moveTo>
                <a:lnTo>
                  <a:pt x="79" y="512"/>
                </a:lnTo>
                <a:lnTo>
                  <a:pt x="79" y="514"/>
                </a:lnTo>
                <a:lnTo>
                  <a:pt x="79" y="516"/>
                </a:lnTo>
                <a:lnTo>
                  <a:pt x="80" y="517"/>
                </a:lnTo>
                <a:lnTo>
                  <a:pt x="80" y="517"/>
                </a:lnTo>
                <a:lnTo>
                  <a:pt x="80" y="513"/>
                </a:lnTo>
                <a:lnTo>
                  <a:pt x="80" y="512"/>
                </a:lnTo>
                <a:lnTo>
                  <a:pt x="79" y="512"/>
                </a:lnTo>
                <a:lnTo>
                  <a:pt x="79" y="512"/>
                </a:lnTo>
                <a:close/>
                <a:moveTo>
                  <a:pt x="77" y="512"/>
                </a:moveTo>
                <a:lnTo>
                  <a:pt x="77" y="512"/>
                </a:lnTo>
                <a:lnTo>
                  <a:pt x="76" y="513"/>
                </a:lnTo>
                <a:lnTo>
                  <a:pt x="76" y="514"/>
                </a:lnTo>
                <a:lnTo>
                  <a:pt x="76" y="519"/>
                </a:lnTo>
                <a:lnTo>
                  <a:pt x="76" y="519"/>
                </a:lnTo>
                <a:lnTo>
                  <a:pt x="77" y="519"/>
                </a:lnTo>
                <a:lnTo>
                  <a:pt x="77" y="521"/>
                </a:lnTo>
                <a:lnTo>
                  <a:pt x="79" y="521"/>
                </a:lnTo>
                <a:lnTo>
                  <a:pt x="79" y="521"/>
                </a:lnTo>
                <a:lnTo>
                  <a:pt x="77" y="517"/>
                </a:lnTo>
                <a:lnTo>
                  <a:pt x="77" y="512"/>
                </a:lnTo>
                <a:lnTo>
                  <a:pt x="77" y="512"/>
                </a:lnTo>
                <a:close/>
                <a:moveTo>
                  <a:pt x="333" y="642"/>
                </a:moveTo>
                <a:lnTo>
                  <a:pt x="333" y="642"/>
                </a:lnTo>
                <a:lnTo>
                  <a:pt x="335" y="639"/>
                </a:lnTo>
                <a:lnTo>
                  <a:pt x="337" y="638"/>
                </a:lnTo>
                <a:lnTo>
                  <a:pt x="337" y="638"/>
                </a:lnTo>
                <a:lnTo>
                  <a:pt x="336" y="639"/>
                </a:lnTo>
                <a:lnTo>
                  <a:pt x="336" y="639"/>
                </a:lnTo>
                <a:lnTo>
                  <a:pt x="336" y="639"/>
                </a:lnTo>
                <a:lnTo>
                  <a:pt x="336" y="641"/>
                </a:lnTo>
                <a:lnTo>
                  <a:pt x="336" y="641"/>
                </a:lnTo>
                <a:lnTo>
                  <a:pt x="335" y="641"/>
                </a:lnTo>
                <a:lnTo>
                  <a:pt x="333" y="642"/>
                </a:lnTo>
                <a:lnTo>
                  <a:pt x="333" y="642"/>
                </a:lnTo>
                <a:close/>
                <a:moveTo>
                  <a:pt x="40" y="220"/>
                </a:moveTo>
                <a:lnTo>
                  <a:pt x="40" y="220"/>
                </a:lnTo>
                <a:lnTo>
                  <a:pt x="40" y="220"/>
                </a:lnTo>
                <a:lnTo>
                  <a:pt x="40" y="221"/>
                </a:lnTo>
                <a:lnTo>
                  <a:pt x="40" y="224"/>
                </a:lnTo>
                <a:lnTo>
                  <a:pt x="40" y="224"/>
                </a:lnTo>
                <a:lnTo>
                  <a:pt x="39" y="223"/>
                </a:lnTo>
                <a:lnTo>
                  <a:pt x="39" y="221"/>
                </a:lnTo>
                <a:lnTo>
                  <a:pt x="40" y="220"/>
                </a:lnTo>
                <a:lnTo>
                  <a:pt x="40" y="220"/>
                </a:lnTo>
                <a:close/>
                <a:moveTo>
                  <a:pt x="126" y="677"/>
                </a:moveTo>
                <a:lnTo>
                  <a:pt x="126" y="677"/>
                </a:lnTo>
                <a:lnTo>
                  <a:pt x="122" y="678"/>
                </a:lnTo>
                <a:lnTo>
                  <a:pt x="120" y="678"/>
                </a:lnTo>
                <a:lnTo>
                  <a:pt x="117" y="678"/>
                </a:lnTo>
                <a:lnTo>
                  <a:pt x="117" y="678"/>
                </a:lnTo>
                <a:lnTo>
                  <a:pt x="117" y="677"/>
                </a:lnTo>
                <a:lnTo>
                  <a:pt x="118" y="677"/>
                </a:lnTo>
                <a:lnTo>
                  <a:pt x="120" y="678"/>
                </a:lnTo>
                <a:lnTo>
                  <a:pt x="120" y="678"/>
                </a:lnTo>
                <a:lnTo>
                  <a:pt x="122" y="677"/>
                </a:lnTo>
                <a:lnTo>
                  <a:pt x="126" y="677"/>
                </a:lnTo>
                <a:lnTo>
                  <a:pt x="126" y="677"/>
                </a:lnTo>
                <a:close/>
                <a:moveTo>
                  <a:pt x="47" y="646"/>
                </a:moveTo>
                <a:lnTo>
                  <a:pt x="47" y="646"/>
                </a:lnTo>
                <a:lnTo>
                  <a:pt x="46" y="643"/>
                </a:lnTo>
                <a:lnTo>
                  <a:pt x="43" y="638"/>
                </a:lnTo>
                <a:lnTo>
                  <a:pt x="43" y="638"/>
                </a:lnTo>
                <a:lnTo>
                  <a:pt x="46" y="642"/>
                </a:lnTo>
                <a:lnTo>
                  <a:pt x="47" y="646"/>
                </a:lnTo>
                <a:lnTo>
                  <a:pt x="47" y="646"/>
                </a:lnTo>
                <a:close/>
                <a:moveTo>
                  <a:pt x="71" y="274"/>
                </a:moveTo>
                <a:lnTo>
                  <a:pt x="71" y="274"/>
                </a:lnTo>
                <a:lnTo>
                  <a:pt x="72" y="275"/>
                </a:lnTo>
                <a:lnTo>
                  <a:pt x="72" y="277"/>
                </a:lnTo>
                <a:lnTo>
                  <a:pt x="71" y="282"/>
                </a:lnTo>
                <a:lnTo>
                  <a:pt x="71" y="282"/>
                </a:lnTo>
                <a:lnTo>
                  <a:pt x="72" y="284"/>
                </a:lnTo>
                <a:lnTo>
                  <a:pt x="71" y="285"/>
                </a:lnTo>
                <a:lnTo>
                  <a:pt x="70" y="287"/>
                </a:lnTo>
                <a:lnTo>
                  <a:pt x="70" y="287"/>
                </a:lnTo>
                <a:lnTo>
                  <a:pt x="71" y="279"/>
                </a:lnTo>
                <a:lnTo>
                  <a:pt x="71" y="274"/>
                </a:lnTo>
                <a:lnTo>
                  <a:pt x="71" y="274"/>
                </a:lnTo>
                <a:close/>
                <a:moveTo>
                  <a:pt x="53" y="201"/>
                </a:moveTo>
                <a:lnTo>
                  <a:pt x="53" y="201"/>
                </a:lnTo>
                <a:lnTo>
                  <a:pt x="53" y="204"/>
                </a:lnTo>
                <a:lnTo>
                  <a:pt x="53" y="204"/>
                </a:lnTo>
                <a:lnTo>
                  <a:pt x="48" y="205"/>
                </a:lnTo>
                <a:lnTo>
                  <a:pt x="48" y="205"/>
                </a:lnTo>
                <a:lnTo>
                  <a:pt x="51" y="203"/>
                </a:lnTo>
                <a:lnTo>
                  <a:pt x="53" y="201"/>
                </a:lnTo>
                <a:lnTo>
                  <a:pt x="53" y="201"/>
                </a:lnTo>
                <a:close/>
                <a:moveTo>
                  <a:pt x="72" y="262"/>
                </a:moveTo>
                <a:lnTo>
                  <a:pt x="72" y="262"/>
                </a:lnTo>
                <a:lnTo>
                  <a:pt x="74" y="263"/>
                </a:lnTo>
                <a:lnTo>
                  <a:pt x="74" y="265"/>
                </a:lnTo>
                <a:lnTo>
                  <a:pt x="74" y="269"/>
                </a:lnTo>
                <a:lnTo>
                  <a:pt x="74" y="269"/>
                </a:lnTo>
                <a:lnTo>
                  <a:pt x="72" y="268"/>
                </a:lnTo>
                <a:lnTo>
                  <a:pt x="72" y="265"/>
                </a:lnTo>
                <a:lnTo>
                  <a:pt x="72" y="262"/>
                </a:lnTo>
                <a:lnTo>
                  <a:pt x="72" y="262"/>
                </a:lnTo>
                <a:close/>
                <a:moveTo>
                  <a:pt x="70" y="315"/>
                </a:moveTo>
                <a:lnTo>
                  <a:pt x="70" y="315"/>
                </a:lnTo>
                <a:lnTo>
                  <a:pt x="70" y="305"/>
                </a:lnTo>
                <a:lnTo>
                  <a:pt x="70" y="305"/>
                </a:lnTo>
                <a:lnTo>
                  <a:pt x="71" y="309"/>
                </a:lnTo>
                <a:lnTo>
                  <a:pt x="70" y="313"/>
                </a:lnTo>
                <a:lnTo>
                  <a:pt x="70" y="318"/>
                </a:lnTo>
                <a:lnTo>
                  <a:pt x="70" y="323"/>
                </a:lnTo>
                <a:lnTo>
                  <a:pt x="70" y="323"/>
                </a:lnTo>
                <a:lnTo>
                  <a:pt x="69" y="323"/>
                </a:lnTo>
                <a:lnTo>
                  <a:pt x="69" y="320"/>
                </a:lnTo>
                <a:lnTo>
                  <a:pt x="70" y="315"/>
                </a:lnTo>
                <a:lnTo>
                  <a:pt x="70" y="315"/>
                </a:lnTo>
                <a:close/>
                <a:moveTo>
                  <a:pt x="56" y="198"/>
                </a:moveTo>
                <a:lnTo>
                  <a:pt x="56" y="204"/>
                </a:lnTo>
                <a:lnTo>
                  <a:pt x="56" y="204"/>
                </a:lnTo>
                <a:lnTo>
                  <a:pt x="54" y="200"/>
                </a:lnTo>
                <a:lnTo>
                  <a:pt x="54" y="199"/>
                </a:lnTo>
                <a:lnTo>
                  <a:pt x="56" y="198"/>
                </a:lnTo>
                <a:lnTo>
                  <a:pt x="56" y="198"/>
                </a:lnTo>
                <a:close/>
                <a:moveTo>
                  <a:pt x="54" y="181"/>
                </a:moveTo>
                <a:lnTo>
                  <a:pt x="54" y="181"/>
                </a:lnTo>
                <a:lnTo>
                  <a:pt x="56" y="183"/>
                </a:lnTo>
                <a:lnTo>
                  <a:pt x="54" y="185"/>
                </a:lnTo>
                <a:lnTo>
                  <a:pt x="54" y="185"/>
                </a:lnTo>
                <a:lnTo>
                  <a:pt x="54" y="183"/>
                </a:lnTo>
                <a:lnTo>
                  <a:pt x="54" y="181"/>
                </a:lnTo>
                <a:lnTo>
                  <a:pt x="54" y="181"/>
                </a:lnTo>
                <a:close/>
                <a:moveTo>
                  <a:pt x="56" y="191"/>
                </a:moveTo>
                <a:lnTo>
                  <a:pt x="56" y="191"/>
                </a:lnTo>
                <a:lnTo>
                  <a:pt x="56" y="194"/>
                </a:lnTo>
                <a:lnTo>
                  <a:pt x="54" y="196"/>
                </a:lnTo>
                <a:lnTo>
                  <a:pt x="54" y="196"/>
                </a:lnTo>
                <a:lnTo>
                  <a:pt x="54" y="195"/>
                </a:lnTo>
                <a:lnTo>
                  <a:pt x="53" y="191"/>
                </a:lnTo>
                <a:lnTo>
                  <a:pt x="53" y="191"/>
                </a:lnTo>
                <a:lnTo>
                  <a:pt x="54" y="191"/>
                </a:lnTo>
                <a:lnTo>
                  <a:pt x="56" y="191"/>
                </a:lnTo>
                <a:lnTo>
                  <a:pt x="56" y="191"/>
                </a:lnTo>
                <a:close/>
                <a:moveTo>
                  <a:pt x="42" y="248"/>
                </a:moveTo>
                <a:lnTo>
                  <a:pt x="42" y="248"/>
                </a:lnTo>
                <a:lnTo>
                  <a:pt x="41" y="249"/>
                </a:lnTo>
                <a:lnTo>
                  <a:pt x="42" y="250"/>
                </a:lnTo>
                <a:lnTo>
                  <a:pt x="42" y="252"/>
                </a:lnTo>
                <a:lnTo>
                  <a:pt x="42" y="252"/>
                </a:lnTo>
                <a:lnTo>
                  <a:pt x="41" y="253"/>
                </a:lnTo>
                <a:lnTo>
                  <a:pt x="41" y="254"/>
                </a:lnTo>
                <a:lnTo>
                  <a:pt x="42" y="257"/>
                </a:lnTo>
                <a:lnTo>
                  <a:pt x="42" y="258"/>
                </a:lnTo>
                <a:lnTo>
                  <a:pt x="42" y="258"/>
                </a:lnTo>
                <a:lnTo>
                  <a:pt x="40" y="257"/>
                </a:lnTo>
                <a:lnTo>
                  <a:pt x="40" y="257"/>
                </a:lnTo>
                <a:lnTo>
                  <a:pt x="40" y="254"/>
                </a:lnTo>
                <a:lnTo>
                  <a:pt x="40" y="253"/>
                </a:lnTo>
                <a:lnTo>
                  <a:pt x="41" y="253"/>
                </a:lnTo>
                <a:lnTo>
                  <a:pt x="41" y="253"/>
                </a:lnTo>
                <a:lnTo>
                  <a:pt x="40" y="249"/>
                </a:lnTo>
                <a:lnTo>
                  <a:pt x="40" y="248"/>
                </a:lnTo>
                <a:lnTo>
                  <a:pt x="42" y="248"/>
                </a:lnTo>
                <a:lnTo>
                  <a:pt x="42" y="248"/>
                </a:lnTo>
                <a:close/>
                <a:moveTo>
                  <a:pt x="435" y="644"/>
                </a:moveTo>
                <a:lnTo>
                  <a:pt x="435" y="644"/>
                </a:lnTo>
                <a:lnTo>
                  <a:pt x="429" y="646"/>
                </a:lnTo>
                <a:lnTo>
                  <a:pt x="423" y="646"/>
                </a:lnTo>
                <a:lnTo>
                  <a:pt x="423" y="646"/>
                </a:lnTo>
                <a:lnTo>
                  <a:pt x="428" y="644"/>
                </a:lnTo>
                <a:lnTo>
                  <a:pt x="434" y="643"/>
                </a:lnTo>
                <a:lnTo>
                  <a:pt x="434" y="643"/>
                </a:lnTo>
                <a:lnTo>
                  <a:pt x="434" y="643"/>
                </a:lnTo>
                <a:lnTo>
                  <a:pt x="435" y="644"/>
                </a:lnTo>
                <a:lnTo>
                  <a:pt x="435" y="644"/>
                </a:lnTo>
                <a:close/>
                <a:moveTo>
                  <a:pt x="188" y="621"/>
                </a:moveTo>
                <a:lnTo>
                  <a:pt x="192" y="621"/>
                </a:lnTo>
                <a:lnTo>
                  <a:pt x="192" y="621"/>
                </a:lnTo>
                <a:lnTo>
                  <a:pt x="190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1"/>
                </a:lnTo>
                <a:close/>
                <a:moveTo>
                  <a:pt x="534" y="576"/>
                </a:moveTo>
                <a:lnTo>
                  <a:pt x="534" y="576"/>
                </a:lnTo>
                <a:lnTo>
                  <a:pt x="535" y="574"/>
                </a:lnTo>
                <a:lnTo>
                  <a:pt x="538" y="573"/>
                </a:lnTo>
                <a:lnTo>
                  <a:pt x="538" y="573"/>
                </a:lnTo>
                <a:lnTo>
                  <a:pt x="539" y="574"/>
                </a:lnTo>
                <a:lnTo>
                  <a:pt x="540" y="574"/>
                </a:lnTo>
                <a:lnTo>
                  <a:pt x="540" y="576"/>
                </a:lnTo>
                <a:lnTo>
                  <a:pt x="540" y="576"/>
                </a:lnTo>
                <a:lnTo>
                  <a:pt x="538" y="576"/>
                </a:lnTo>
                <a:lnTo>
                  <a:pt x="534" y="576"/>
                </a:lnTo>
                <a:lnTo>
                  <a:pt x="534" y="576"/>
                </a:lnTo>
                <a:close/>
                <a:moveTo>
                  <a:pt x="216" y="617"/>
                </a:moveTo>
                <a:lnTo>
                  <a:pt x="216" y="617"/>
                </a:lnTo>
                <a:lnTo>
                  <a:pt x="219" y="617"/>
                </a:lnTo>
                <a:lnTo>
                  <a:pt x="222" y="617"/>
                </a:lnTo>
                <a:lnTo>
                  <a:pt x="222" y="617"/>
                </a:lnTo>
                <a:lnTo>
                  <a:pt x="226" y="616"/>
                </a:lnTo>
                <a:lnTo>
                  <a:pt x="227" y="616"/>
                </a:lnTo>
                <a:lnTo>
                  <a:pt x="228" y="617"/>
                </a:lnTo>
                <a:lnTo>
                  <a:pt x="228" y="617"/>
                </a:lnTo>
                <a:lnTo>
                  <a:pt x="221" y="618"/>
                </a:lnTo>
                <a:lnTo>
                  <a:pt x="217" y="618"/>
                </a:lnTo>
                <a:lnTo>
                  <a:pt x="216" y="618"/>
                </a:lnTo>
                <a:lnTo>
                  <a:pt x="216" y="617"/>
                </a:lnTo>
                <a:lnTo>
                  <a:pt x="216" y="617"/>
                </a:lnTo>
                <a:close/>
                <a:moveTo>
                  <a:pt x="360" y="599"/>
                </a:moveTo>
                <a:lnTo>
                  <a:pt x="360" y="599"/>
                </a:lnTo>
                <a:lnTo>
                  <a:pt x="360" y="598"/>
                </a:lnTo>
                <a:lnTo>
                  <a:pt x="361" y="598"/>
                </a:lnTo>
                <a:lnTo>
                  <a:pt x="364" y="597"/>
                </a:lnTo>
                <a:lnTo>
                  <a:pt x="365" y="597"/>
                </a:lnTo>
                <a:lnTo>
                  <a:pt x="365" y="597"/>
                </a:lnTo>
                <a:lnTo>
                  <a:pt x="366" y="597"/>
                </a:lnTo>
                <a:lnTo>
                  <a:pt x="367" y="597"/>
                </a:lnTo>
                <a:lnTo>
                  <a:pt x="367" y="597"/>
                </a:lnTo>
                <a:lnTo>
                  <a:pt x="366" y="598"/>
                </a:lnTo>
                <a:lnTo>
                  <a:pt x="364" y="598"/>
                </a:lnTo>
                <a:lnTo>
                  <a:pt x="361" y="598"/>
                </a:lnTo>
                <a:lnTo>
                  <a:pt x="360" y="599"/>
                </a:lnTo>
                <a:lnTo>
                  <a:pt x="360" y="599"/>
                </a:lnTo>
                <a:close/>
                <a:moveTo>
                  <a:pt x="252" y="618"/>
                </a:moveTo>
                <a:lnTo>
                  <a:pt x="252" y="618"/>
                </a:lnTo>
                <a:lnTo>
                  <a:pt x="254" y="618"/>
                </a:lnTo>
                <a:lnTo>
                  <a:pt x="255" y="619"/>
                </a:lnTo>
                <a:lnTo>
                  <a:pt x="255" y="619"/>
                </a:lnTo>
                <a:lnTo>
                  <a:pt x="252" y="619"/>
                </a:lnTo>
                <a:lnTo>
                  <a:pt x="252" y="619"/>
                </a:lnTo>
                <a:lnTo>
                  <a:pt x="252" y="618"/>
                </a:lnTo>
                <a:lnTo>
                  <a:pt x="252" y="618"/>
                </a:lnTo>
                <a:close/>
                <a:moveTo>
                  <a:pt x="213" y="623"/>
                </a:moveTo>
                <a:lnTo>
                  <a:pt x="213" y="623"/>
                </a:lnTo>
                <a:lnTo>
                  <a:pt x="213" y="622"/>
                </a:lnTo>
                <a:lnTo>
                  <a:pt x="214" y="622"/>
                </a:lnTo>
                <a:lnTo>
                  <a:pt x="215" y="622"/>
                </a:lnTo>
                <a:lnTo>
                  <a:pt x="215" y="621"/>
                </a:lnTo>
                <a:lnTo>
                  <a:pt x="215" y="621"/>
                </a:lnTo>
                <a:lnTo>
                  <a:pt x="216" y="622"/>
                </a:lnTo>
                <a:lnTo>
                  <a:pt x="217" y="621"/>
                </a:lnTo>
                <a:lnTo>
                  <a:pt x="219" y="621"/>
                </a:lnTo>
                <a:lnTo>
                  <a:pt x="220" y="622"/>
                </a:lnTo>
                <a:lnTo>
                  <a:pt x="220" y="622"/>
                </a:lnTo>
                <a:lnTo>
                  <a:pt x="216" y="622"/>
                </a:lnTo>
                <a:lnTo>
                  <a:pt x="213" y="623"/>
                </a:lnTo>
                <a:lnTo>
                  <a:pt x="213" y="623"/>
                </a:lnTo>
                <a:close/>
                <a:moveTo>
                  <a:pt x="194" y="626"/>
                </a:moveTo>
                <a:lnTo>
                  <a:pt x="194" y="626"/>
                </a:lnTo>
                <a:lnTo>
                  <a:pt x="197" y="626"/>
                </a:lnTo>
                <a:lnTo>
                  <a:pt x="199" y="626"/>
                </a:lnTo>
                <a:lnTo>
                  <a:pt x="199" y="626"/>
                </a:lnTo>
                <a:lnTo>
                  <a:pt x="197" y="627"/>
                </a:lnTo>
                <a:lnTo>
                  <a:pt x="194" y="627"/>
                </a:lnTo>
                <a:lnTo>
                  <a:pt x="194" y="626"/>
                </a:lnTo>
                <a:lnTo>
                  <a:pt x="194" y="626"/>
                </a:lnTo>
                <a:close/>
                <a:moveTo>
                  <a:pt x="215" y="624"/>
                </a:moveTo>
                <a:lnTo>
                  <a:pt x="215" y="624"/>
                </a:lnTo>
                <a:lnTo>
                  <a:pt x="217" y="624"/>
                </a:lnTo>
                <a:lnTo>
                  <a:pt x="219" y="624"/>
                </a:lnTo>
                <a:lnTo>
                  <a:pt x="219" y="626"/>
                </a:lnTo>
                <a:lnTo>
                  <a:pt x="219" y="626"/>
                </a:lnTo>
                <a:lnTo>
                  <a:pt x="216" y="626"/>
                </a:lnTo>
                <a:lnTo>
                  <a:pt x="215" y="626"/>
                </a:lnTo>
                <a:lnTo>
                  <a:pt x="215" y="624"/>
                </a:lnTo>
                <a:lnTo>
                  <a:pt x="215" y="624"/>
                </a:lnTo>
                <a:close/>
                <a:moveTo>
                  <a:pt x="222" y="626"/>
                </a:moveTo>
                <a:lnTo>
                  <a:pt x="222" y="626"/>
                </a:lnTo>
                <a:lnTo>
                  <a:pt x="222" y="624"/>
                </a:lnTo>
                <a:lnTo>
                  <a:pt x="221" y="624"/>
                </a:lnTo>
                <a:lnTo>
                  <a:pt x="220" y="624"/>
                </a:lnTo>
                <a:lnTo>
                  <a:pt x="220" y="623"/>
                </a:lnTo>
                <a:lnTo>
                  <a:pt x="220" y="623"/>
                </a:lnTo>
                <a:lnTo>
                  <a:pt x="222" y="623"/>
                </a:lnTo>
                <a:lnTo>
                  <a:pt x="225" y="624"/>
                </a:lnTo>
                <a:lnTo>
                  <a:pt x="225" y="624"/>
                </a:lnTo>
                <a:lnTo>
                  <a:pt x="223" y="626"/>
                </a:lnTo>
                <a:lnTo>
                  <a:pt x="222" y="626"/>
                </a:lnTo>
                <a:lnTo>
                  <a:pt x="222" y="626"/>
                </a:lnTo>
                <a:close/>
                <a:moveTo>
                  <a:pt x="463" y="639"/>
                </a:moveTo>
                <a:lnTo>
                  <a:pt x="463" y="639"/>
                </a:lnTo>
                <a:lnTo>
                  <a:pt x="461" y="641"/>
                </a:lnTo>
                <a:lnTo>
                  <a:pt x="460" y="642"/>
                </a:lnTo>
                <a:lnTo>
                  <a:pt x="457" y="642"/>
                </a:lnTo>
                <a:lnTo>
                  <a:pt x="457" y="642"/>
                </a:lnTo>
                <a:lnTo>
                  <a:pt x="442" y="643"/>
                </a:lnTo>
                <a:lnTo>
                  <a:pt x="442" y="643"/>
                </a:lnTo>
                <a:lnTo>
                  <a:pt x="439" y="644"/>
                </a:lnTo>
                <a:lnTo>
                  <a:pt x="437" y="644"/>
                </a:lnTo>
                <a:lnTo>
                  <a:pt x="436" y="643"/>
                </a:lnTo>
                <a:lnTo>
                  <a:pt x="436" y="643"/>
                </a:lnTo>
                <a:lnTo>
                  <a:pt x="440" y="643"/>
                </a:lnTo>
                <a:lnTo>
                  <a:pt x="442" y="642"/>
                </a:lnTo>
                <a:lnTo>
                  <a:pt x="449" y="641"/>
                </a:lnTo>
                <a:lnTo>
                  <a:pt x="449" y="641"/>
                </a:lnTo>
                <a:lnTo>
                  <a:pt x="463" y="639"/>
                </a:lnTo>
                <a:lnTo>
                  <a:pt x="463" y="639"/>
                </a:lnTo>
                <a:close/>
                <a:moveTo>
                  <a:pt x="413" y="647"/>
                </a:moveTo>
                <a:lnTo>
                  <a:pt x="413" y="647"/>
                </a:lnTo>
                <a:lnTo>
                  <a:pt x="410" y="647"/>
                </a:lnTo>
                <a:lnTo>
                  <a:pt x="407" y="647"/>
                </a:lnTo>
                <a:lnTo>
                  <a:pt x="407" y="647"/>
                </a:lnTo>
                <a:lnTo>
                  <a:pt x="408" y="646"/>
                </a:lnTo>
                <a:lnTo>
                  <a:pt x="410" y="646"/>
                </a:lnTo>
                <a:lnTo>
                  <a:pt x="413" y="647"/>
                </a:lnTo>
                <a:lnTo>
                  <a:pt x="413" y="647"/>
                </a:lnTo>
                <a:close/>
                <a:moveTo>
                  <a:pt x="379" y="649"/>
                </a:moveTo>
                <a:lnTo>
                  <a:pt x="379" y="649"/>
                </a:lnTo>
                <a:lnTo>
                  <a:pt x="378" y="651"/>
                </a:lnTo>
                <a:lnTo>
                  <a:pt x="376" y="651"/>
                </a:lnTo>
                <a:lnTo>
                  <a:pt x="376" y="651"/>
                </a:lnTo>
                <a:lnTo>
                  <a:pt x="376" y="649"/>
                </a:lnTo>
                <a:lnTo>
                  <a:pt x="377" y="649"/>
                </a:lnTo>
                <a:lnTo>
                  <a:pt x="379" y="649"/>
                </a:lnTo>
                <a:lnTo>
                  <a:pt x="379" y="649"/>
                </a:lnTo>
                <a:close/>
                <a:moveTo>
                  <a:pt x="406" y="647"/>
                </a:moveTo>
                <a:lnTo>
                  <a:pt x="406" y="647"/>
                </a:lnTo>
                <a:lnTo>
                  <a:pt x="405" y="648"/>
                </a:lnTo>
                <a:lnTo>
                  <a:pt x="402" y="648"/>
                </a:lnTo>
                <a:lnTo>
                  <a:pt x="399" y="648"/>
                </a:lnTo>
                <a:lnTo>
                  <a:pt x="399" y="648"/>
                </a:lnTo>
                <a:lnTo>
                  <a:pt x="400" y="647"/>
                </a:lnTo>
                <a:lnTo>
                  <a:pt x="402" y="647"/>
                </a:lnTo>
                <a:lnTo>
                  <a:pt x="406" y="647"/>
                </a:lnTo>
                <a:lnTo>
                  <a:pt x="406" y="647"/>
                </a:lnTo>
                <a:close/>
                <a:moveTo>
                  <a:pt x="506" y="634"/>
                </a:moveTo>
                <a:lnTo>
                  <a:pt x="506" y="634"/>
                </a:lnTo>
                <a:lnTo>
                  <a:pt x="503" y="636"/>
                </a:lnTo>
                <a:lnTo>
                  <a:pt x="500" y="636"/>
                </a:lnTo>
                <a:lnTo>
                  <a:pt x="500" y="636"/>
                </a:lnTo>
                <a:lnTo>
                  <a:pt x="501" y="634"/>
                </a:lnTo>
                <a:lnTo>
                  <a:pt x="503" y="634"/>
                </a:lnTo>
                <a:lnTo>
                  <a:pt x="506" y="634"/>
                </a:lnTo>
                <a:lnTo>
                  <a:pt x="506" y="634"/>
                </a:lnTo>
                <a:close/>
                <a:moveTo>
                  <a:pt x="551" y="628"/>
                </a:moveTo>
                <a:lnTo>
                  <a:pt x="551" y="628"/>
                </a:lnTo>
                <a:lnTo>
                  <a:pt x="551" y="629"/>
                </a:lnTo>
                <a:lnTo>
                  <a:pt x="550" y="629"/>
                </a:lnTo>
                <a:lnTo>
                  <a:pt x="548" y="629"/>
                </a:lnTo>
                <a:lnTo>
                  <a:pt x="548" y="629"/>
                </a:lnTo>
                <a:lnTo>
                  <a:pt x="532" y="632"/>
                </a:lnTo>
                <a:lnTo>
                  <a:pt x="532" y="632"/>
                </a:lnTo>
                <a:lnTo>
                  <a:pt x="533" y="629"/>
                </a:lnTo>
                <a:lnTo>
                  <a:pt x="534" y="629"/>
                </a:lnTo>
                <a:lnTo>
                  <a:pt x="536" y="631"/>
                </a:lnTo>
                <a:lnTo>
                  <a:pt x="536" y="631"/>
                </a:lnTo>
                <a:lnTo>
                  <a:pt x="551" y="628"/>
                </a:lnTo>
                <a:lnTo>
                  <a:pt x="551" y="628"/>
                </a:lnTo>
                <a:close/>
                <a:moveTo>
                  <a:pt x="470" y="639"/>
                </a:moveTo>
                <a:lnTo>
                  <a:pt x="470" y="639"/>
                </a:lnTo>
                <a:lnTo>
                  <a:pt x="469" y="641"/>
                </a:lnTo>
                <a:lnTo>
                  <a:pt x="466" y="641"/>
                </a:lnTo>
                <a:lnTo>
                  <a:pt x="464" y="641"/>
                </a:lnTo>
                <a:lnTo>
                  <a:pt x="464" y="639"/>
                </a:lnTo>
                <a:lnTo>
                  <a:pt x="464" y="639"/>
                </a:lnTo>
                <a:lnTo>
                  <a:pt x="466" y="639"/>
                </a:lnTo>
                <a:lnTo>
                  <a:pt x="470" y="639"/>
                </a:lnTo>
                <a:lnTo>
                  <a:pt x="470" y="639"/>
                </a:lnTo>
                <a:close/>
                <a:moveTo>
                  <a:pt x="499" y="636"/>
                </a:moveTo>
                <a:lnTo>
                  <a:pt x="499" y="636"/>
                </a:lnTo>
                <a:lnTo>
                  <a:pt x="499" y="636"/>
                </a:lnTo>
                <a:lnTo>
                  <a:pt x="498" y="637"/>
                </a:lnTo>
                <a:lnTo>
                  <a:pt x="495" y="636"/>
                </a:lnTo>
                <a:lnTo>
                  <a:pt x="495" y="636"/>
                </a:lnTo>
                <a:lnTo>
                  <a:pt x="495" y="636"/>
                </a:lnTo>
                <a:lnTo>
                  <a:pt x="497" y="636"/>
                </a:lnTo>
                <a:lnTo>
                  <a:pt x="499" y="636"/>
                </a:lnTo>
                <a:lnTo>
                  <a:pt x="499" y="636"/>
                </a:lnTo>
                <a:close/>
                <a:moveTo>
                  <a:pt x="134" y="631"/>
                </a:moveTo>
                <a:lnTo>
                  <a:pt x="134" y="631"/>
                </a:lnTo>
                <a:lnTo>
                  <a:pt x="135" y="631"/>
                </a:lnTo>
                <a:lnTo>
                  <a:pt x="137" y="629"/>
                </a:lnTo>
                <a:lnTo>
                  <a:pt x="141" y="629"/>
                </a:lnTo>
                <a:lnTo>
                  <a:pt x="141" y="629"/>
                </a:lnTo>
                <a:lnTo>
                  <a:pt x="140" y="629"/>
                </a:lnTo>
                <a:lnTo>
                  <a:pt x="138" y="631"/>
                </a:lnTo>
                <a:lnTo>
                  <a:pt x="134" y="631"/>
                </a:lnTo>
                <a:lnTo>
                  <a:pt x="134" y="631"/>
                </a:lnTo>
                <a:close/>
                <a:moveTo>
                  <a:pt x="77" y="418"/>
                </a:moveTo>
                <a:lnTo>
                  <a:pt x="77" y="418"/>
                </a:lnTo>
                <a:lnTo>
                  <a:pt x="79" y="419"/>
                </a:lnTo>
                <a:lnTo>
                  <a:pt x="80" y="422"/>
                </a:lnTo>
                <a:lnTo>
                  <a:pt x="80" y="422"/>
                </a:lnTo>
                <a:lnTo>
                  <a:pt x="81" y="420"/>
                </a:lnTo>
                <a:lnTo>
                  <a:pt x="81" y="420"/>
                </a:lnTo>
                <a:lnTo>
                  <a:pt x="81" y="420"/>
                </a:lnTo>
                <a:lnTo>
                  <a:pt x="81" y="422"/>
                </a:lnTo>
                <a:lnTo>
                  <a:pt x="80" y="422"/>
                </a:lnTo>
                <a:lnTo>
                  <a:pt x="80" y="423"/>
                </a:lnTo>
                <a:lnTo>
                  <a:pt x="80" y="423"/>
                </a:lnTo>
                <a:lnTo>
                  <a:pt x="79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8"/>
                </a:lnTo>
                <a:close/>
                <a:moveTo>
                  <a:pt x="79" y="403"/>
                </a:moveTo>
                <a:lnTo>
                  <a:pt x="79" y="403"/>
                </a:lnTo>
                <a:lnTo>
                  <a:pt x="81" y="404"/>
                </a:lnTo>
                <a:lnTo>
                  <a:pt x="81" y="405"/>
                </a:lnTo>
                <a:lnTo>
                  <a:pt x="80" y="408"/>
                </a:lnTo>
                <a:lnTo>
                  <a:pt x="80" y="408"/>
                </a:lnTo>
                <a:lnTo>
                  <a:pt x="79" y="408"/>
                </a:lnTo>
                <a:lnTo>
                  <a:pt x="79" y="407"/>
                </a:lnTo>
                <a:lnTo>
                  <a:pt x="79" y="403"/>
                </a:lnTo>
                <a:lnTo>
                  <a:pt x="79" y="403"/>
                </a:lnTo>
                <a:close/>
                <a:moveTo>
                  <a:pt x="86" y="423"/>
                </a:moveTo>
                <a:lnTo>
                  <a:pt x="86" y="423"/>
                </a:lnTo>
                <a:lnTo>
                  <a:pt x="86" y="425"/>
                </a:lnTo>
                <a:lnTo>
                  <a:pt x="85" y="427"/>
                </a:lnTo>
                <a:lnTo>
                  <a:pt x="83" y="427"/>
                </a:lnTo>
                <a:lnTo>
                  <a:pt x="83" y="427"/>
                </a:lnTo>
                <a:lnTo>
                  <a:pt x="85" y="427"/>
                </a:lnTo>
                <a:lnTo>
                  <a:pt x="85" y="425"/>
                </a:lnTo>
                <a:lnTo>
                  <a:pt x="85" y="424"/>
                </a:lnTo>
                <a:lnTo>
                  <a:pt x="86" y="423"/>
                </a:lnTo>
                <a:lnTo>
                  <a:pt x="86" y="423"/>
                </a:lnTo>
                <a:close/>
                <a:moveTo>
                  <a:pt x="85" y="409"/>
                </a:moveTo>
                <a:lnTo>
                  <a:pt x="85" y="409"/>
                </a:lnTo>
                <a:lnTo>
                  <a:pt x="85" y="410"/>
                </a:lnTo>
                <a:lnTo>
                  <a:pt x="85" y="412"/>
                </a:lnTo>
                <a:lnTo>
                  <a:pt x="83" y="414"/>
                </a:lnTo>
                <a:lnTo>
                  <a:pt x="83" y="414"/>
                </a:lnTo>
                <a:lnTo>
                  <a:pt x="83" y="415"/>
                </a:lnTo>
                <a:lnTo>
                  <a:pt x="83" y="417"/>
                </a:lnTo>
                <a:lnTo>
                  <a:pt x="83" y="417"/>
                </a:lnTo>
                <a:lnTo>
                  <a:pt x="82" y="415"/>
                </a:lnTo>
                <a:lnTo>
                  <a:pt x="83" y="413"/>
                </a:lnTo>
                <a:lnTo>
                  <a:pt x="85" y="409"/>
                </a:lnTo>
                <a:lnTo>
                  <a:pt x="85" y="409"/>
                </a:lnTo>
                <a:close/>
                <a:moveTo>
                  <a:pt x="81" y="423"/>
                </a:moveTo>
                <a:lnTo>
                  <a:pt x="81" y="423"/>
                </a:lnTo>
                <a:lnTo>
                  <a:pt x="82" y="424"/>
                </a:lnTo>
                <a:lnTo>
                  <a:pt x="81" y="425"/>
                </a:lnTo>
                <a:lnTo>
                  <a:pt x="81" y="425"/>
                </a:lnTo>
                <a:lnTo>
                  <a:pt x="82" y="427"/>
                </a:lnTo>
                <a:lnTo>
                  <a:pt x="82" y="427"/>
                </a:lnTo>
                <a:lnTo>
                  <a:pt x="82" y="428"/>
                </a:lnTo>
                <a:lnTo>
                  <a:pt x="82" y="428"/>
                </a:lnTo>
                <a:lnTo>
                  <a:pt x="82" y="428"/>
                </a:lnTo>
                <a:lnTo>
                  <a:pt x="83" y="429"/>
                </a:lnTo>
                <a:lnTo>
                  <a:pt x="83" y="430"/>
                </a:lnTo>
                <a:lnTo>
                  <a:pt x="83" y="432"/>
                </a:lnTo>
                <a:lnTo>
                  <a:pt x="83" y="432"/>
                </a:lnTo>
                <a:lnTo>
                  <a:pt x="83" y="432"/>
                </a:lnTo>
                <a:lnTo>
                  <a:pt x="82" y="432"/>
                </a:lnTo>
                <a:lnTo>
                  <a:pt x="82" y="429"/>
                </a:lnTo>
                <a:lnTo>
                  <a:pt x="82" y="429"/>
                </a:lnTo>
                <a:lnTo>
                  <a:pt x="81" y="429"/>
                </a:lnTo>
                <a:lnTo>
                  <a:pt x="80" y="429"/>
                </a:lnTo>
                <a:lnTo>
                  <a:pt x="80" y="430"/>
                </a:lnTo>
                <a:lnTo>
                  <a:pt x="80" y="430"/>
                </a:lnTo>
                <a:lnTo>
                  <a:pt x="79" y="429"/>
                </a:lnTo>
                <a:lnTo>
                  <a:pt x="80" y="429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8"/>
                </a:lnTo>
                <a:lnTo>
                  <a:pt x="80" y="425"/>
                </a:lnTo>
                <a:lnTo>
                  <a:pt x="80" y="423"/>
                </a:lnTo>
                <a:lnTo>
                  <a:pt x="80" y="423"/>
                </a:lnTo>
                <a:lnTo>
                  <a:pt x="81" y="423"/>
                </a:lnTo>
                <a:lnTo>
                  <a:pt x="81" y="423"/>
                </a:lnTo>
                <a:close/>
                <a:moveTo>
                  <a:pt x="81" y="457"/>
                </a:moveTo>
                <a:lnTo>
                  <a:pt x="81" y="457"/>
                </a:lnTo>
                <a:lnTo>
                  <a:pt x="82" y="459"/>
                </a:lnTo>
                <a:lnTo>
                  <a:pt x="82" y="462"/>
                </a:lnTo>
                <a:lnTo>
                  <a:pt x="82" y="464"/>
                </a:lnTo>
                <a:lnTo>
                  <a:pt x="82" y="464"/>
                </a:lnTo>
                <a:lnTo>
                  <a:pt x="81" y="464"/>
                </a:lnTo>
                <a:lnTo>
                  <a:pt x="81" y="465"/>
                </a:lnTo>
                <a:lnTo>
                  <a:pt x="81" y="465"/>
                </a:lnTo>
                <a:lnTo>
                  <a:pt x="80" y="464"/>
                </a:lnTo>
                <a:lnTo>
                  <a:pt x="79" y="462"/>
                </a:lnTo>
                <a:lnTo>
                  <a:pt x="80" y="460"/>
                </a:lnTo>
                <a:lnTo>
                  <a:pt x="81" y="458"/>
                </a:lnTo>
                <a:lnTo>
                  <a:pt x="81" y="458"/>
                </a:lnTo>
                <a:lnTo>
                  <a:pt x="79" y="459"/>
                </a:lnTo>
                <a:lnTo>
                  <a:pt x="77" y="458"/>
                </a:lnTo>
                <a:lnTo>
                  <a:pt x="77" y="458"/>
                </a:lnTo>
                <a:lnTo>
                  <a:pt x="77" y="464"/>
                </a:lnTo>
                <a:lnTo>
                  <a:pt x="76" y="467"/>
                </a:lnTo>
                <a:lnTo>
                  <a:pt x="75" y="468"/>
                </a:lnTo>
                <a:lnTo>
                  <a:pt x="75" y="468"/>
                </a:lnTo>
                <a:lnTo>
                  <a:pt x="75" y="465"/>
                </a:lnTo>
                <a:lnTo>
                  <a:pt x="76" y="462"/>
                </a:lnTo>
                <a:lnTo>
                  <a:pt x="76" y="462"/>
                </a:lnTo>
                <a:lnTo>
                  <a:pt x="75" y="462"/>
                </a:lnTo>
                <a:lnTo>
                  <a:pt x="75" y="460"/>
                </a:lnTo>
                <a:lnTo>
                  <a:pt x="75" y="462"/>
                </a:lnTo>
                <a:lnTo>
                  <a:pt x="75" y="462"/>
                </a:lnTo>
                <a:lnTo>
                  <a:pt x="74" y="458"/>
                </a:lnTo>
                <a:lnTo>
                  <a:pt x="74" y="454"/>
                </a:lnTo>
                <a:lnTo>
                  <a:pt x="75" y="450"/>
                </a:lnTo>
                <a:lnTo>
                  <a:pt x="74" y="448"/>
                </a:lnTo>
                <a:lnTo>
                  <a:pt x="74" y="448"/>
                </a:lnTo>
                <a:lnTo>
                  <a:pt x="75" y="449"/>
                </a:lnTo>
                <a:lnTo>
                  <a:pt x="76" y="450"/>
                </a:lnTo>
                <a:lnTo>
                  <a:pt x="76" y="453"/>
                </a:lnTo>
                <a:lnTo>
                  <a:pt x="76" y="453"/>
                </a:lnTo>
                <a:lnTo>
                  <a:pt x="77" y="453"/>
                </a:lnTo>
                <a:lnTo>
                  <a:pt x="77" y="453"/>
                </a:lnTo>
                <a:lnTo>
                  <a:pt x="79" y="452"/>
                </a:lnTo>
                <a:lnTo>
                  <a:pt x="77" y="450"/>
                </a:lnTo>
                <a:lnTo>
                  <a:pt x="77" y="450"/>
                </a:lnTo>
                <a:lnTo>
                  <a:pt x="79" y="450"/>
                </a:lnTo>
                <a:lnTo>
                  <a:pt x="79" y="452"/>
                </a:lnTo>
                <a:lnTo>
                  <a:pt x="79" y="454"/>
                </a:lnTo>
                <a:lnTo>
                  <a:pt x="79" y="454"/>
                </a:lnTo>
                <a:lnTo>
                  <a:pt x="77" y="454"/>
                </a:lnTo>
                <a:lnTo>
                  <a:pt x="76" y="454"/>
                </a:lnTo>
                <a:lnTo>
                  <a:pt x="76" y="454"/>
                </a:lnTo>
                <a:lnTo>
                  <a:pt x="76" y="457"/>
                </a:lnTo>
                <a:lnTo>
                  <a:pt x="75" y="459"/>
                </a:lnTo>
                <a:lnTo>
                  <a:pt x="75" y="459"/>
                </a:lnTo>
                <a:lnTo>
                  <a:pt x="76" y="459"/>
                </a:lnTo>
                <a:lnTo>
                  <a:pt x="76" y="458"/>
                </a:lnTo>
                <a:lnTo>
                  <a:pt x="77" y="457"/>
                </a:lnTo>
                <a:lnTo>
                  <a:pt x="77" y="457"/>
                </a:lnTo>
                <a:lnTo>
                  <a:pt x="79" y="458"/>
                </a:lnTo>
                <a:lnTo>
                  <a:pt x="79" y="458"/>
                </a:lnTo>
                <a:lnTo>
                  <a:pt x="79" y="457"/>
                </a:lnTo>
                <a:lnTo>
                  <a:pt x="79" y="455"/>
                </a:lnTo>
                <a:lnTo>
                  <a:pt x="80" y="455"/>
                </a:lnTo>
                <a:lnTo>
                  <a:pt x="80" y="455"/>
                </a:lnTo>
                <a:lnTo>
                  <a:pt x="80" y="457"/>
                </a:lnTo>
                <a:lnTo>
                  <a:pt x="81" y="457"/>
                </a:lnTo>
                <a:lnTo>
                  <a:pt x="81" y="457"/>
                </a:lnTo>
                <a:close/>
                <a:moveTo>
                  <a:pt x="89" y="423"/>
                </a:moveTo>
                <a:lnTo>
                  <a:pt x="89" y="423"/>
                </a:lnTo>
                <a:lnTo>
                  <a:pt x="91" y="427"/>
                </a:lnTo>
                <a:lnTo>
                  <a:pt x="93" y="429"/>
                </a:lnTo>
                <a:lnTo>
                  <a:pt x="93" y="429"/>
                </a:lnTo>
                <a:lnTo>
                  <a:pt x="92" y="430"/>
                </a:lnTo>
                <a:lnTo>
                  <a:pt x="92" y="432"/>
                </a:lnTo>
                <a:lnTo>
                  <a:pt x="92" y="432"/>
                </a:lnTo>
                <a:lnTo>
                  <a:pt x="94" y="438"/>
                </a:lnTo>
                <a:lnTo>
                  <a:pt x="95" y="447"/>
                </a:lnTo>
                <a:lnTo>
                  <a:pt x="95" y="447"/>
                </a:lnTo>
                <a:lnTo>
                  <a:pt x="94" y="448"/>
                </a:lnTo>
                <a:lnTo>
                  <a:pt x="93" y="449"/>
                </a:lnTo>
                <a:lnTo>
                  <a:pt x="93" y="449"/>
                </a:lnTo>
                <a:lnTo>
                  <a:pt x="92" y="449"/>
                </a:lnTo>
                <a:lnTo>
                  <a:pt x="92" y="448"/>
                </a:lnTo>
                <a:lnTo>
                  <a:pt x="91" y="447"/>
                </a:lnTo>
                <a:lnTo>
                  <a:pt x="89" y="448"/>
                </a:lnTo>
                <a:lnTo>
                  <a:pt x="89" y="448"/>
                </a:lnTo>
                <a:lnTo>
                  <a:pt x="89" y="445"/>
                </a:lnTo>
                <a:lnTo>
                  <a:pt x="88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4"/>
                </a:lnTo>
                <a:lnTo>
                  <a:pt x="87" y="449"/>
                </a:lnTo>
                <a:lnTo>
                  <a:pt x="87" y="449"/>
                </a:lnTo>
                <a:lnTo>
                  <a:pt x="85" y="448"/>
                </a:lnTo>
                <a:lnTo>
                  <a:pt x="85" y="448"/>
                </a:lnTo>
                <a:lnTo>
                  <a:pt x="86" y="445"/>
                </a:lnTo>
                <a:lnTo>
                  <a:pt x="86" y="443"/>
                </a:lnTo>
                <a:lnTo>
                  <a:pt x="86" y="437"/>
                </a:lnTo>
                <a:lnTo>
                  <a:pt x="86" y="437"/>
                </a:lnTo>
                <a:lnTo>
                  <a:pt x="87" y="437"/>
                </a:lnTo>
                <a:lnTo>
                  <a:pt x="87" y="438"/>
                </a:lnTo>
                <a:lnTo>
                  <a:pt x="87" y="438"/>
                </a:lnTo>
                <a:lnTo>
                  <a:pt x="88" y="440"/>
                </a:lnTo>
                <a:lnTo>
                  <a:pt x="89" y="440"/>
                </a:lnTo>
                <a:lnTo>
                  <a:pt x="89" y="440"/>
                </a:lnTo>
                <a:lnTo>
                  <a:pt x="91" y="439"/>
                </a:lnTo>
                <a:lnTo>
                  <a:pt x="89" y="439"/>
                </a:lnTo>
                <a:lnTo>
                  <a:pt x="88" y="438"/>
                </a:lnTo>
                <a:lnTo>
                  <a:pt x="88" y="438"/>
                </a:lnTo>
                <a:lnTo>
                  <a:pt x="89" y="432"/>
                </a:lnTo>
                <a:lnTo>
                  <a:pt x="89" y="428"/>
                </a:lnTo>
                <a:lnTo>
                  <a:pt x="88" y="425"/>
                </a:lnTo>
                <a:lnTo>
                  <a:pt x="88" y="425"/>
                </a:lnTo>
                <a:lnTo>
                  <a:pt x="89" y="424"/>
                </a:lnTo>
                <a:lnTo>
                  <a:pt x="89" y="423"/>
                </a:lnTo>
                <a:lnTo>
                  <a:pt x="89" y="423"/>
                </a:lnTo>
                <a:close/>
                <a:moveTo>
                  <a:pt x="91" y="434"/>
                </a:moveTo>
                <a:lnTo>
                  <a:pt x="91" y="434"/>
                </a:lnTo>
                <a:lnTo>
                  <a:pt x="89" y="435"/>
                </a:lnTo>
                <a:lnTo>
                  <a:pt x="89" y="437"/>
                </a:lnTo>
                <a:lnTo>
                  <a:pt x="89" y="437"/>
                </a:lnTo>
                <a:lnTo>
                  <a:pt x="91" y="435"/>
                </a:lnTo>
                <a:lnTo>
                  <a:pt x="91" y="435"/>
                </a:lnTo>
                <a:lnTo>
                  <a:pt x="92" y="432"/>
                </a:lnTo>
                <a:lnTo>
                  <a:pt x="92" y="432"/>
                </a:lnTo>
                <a:lnTo>
                  <a:pt x="91" y="430"/>
                </a:lnTo>
                <a:lnTo>
                  <a:pt x="91" y="430"/>
                </a:lnTo>
                <a:lnTo>
                  <a:pt x="91" y="434"/>
                </a:lnTo>
                <a:lnTo>
                  <a:pt x="91" y="434"/>
                </a:lnTo>
                <a:close/>
                <a:moveTo>
                  <a:pt x="82" y="450"/>
                </a:moveTo>
                <a:lnTo>
                  <a:pt x="82" y="450"/>
                </a:lnTo>
                <a:lnTo>
                  <a:pt x="82" y="450"/>
                </a:lnTo>
                <a:lnTo>
                  <a:pt x="81" y="449"/>
                </a:lnTo>
                <a:lnTo>
                  <a:pt x="81" y="449"/>
                </a:lnTo>
                <a:lnTo>
                  <a:pt x="81" y="450"/>
                </a:lnTo>
                <a:lnTo>
                  <a:pt x="81" y="452"/>
                </a:lnTo>
                <a:lnTo>
                  <a:pt x="81" y="453"/>
                </a:lnTo>
                <a:lnTo>
                  <a:pt x="81" y="453"/>
                </a:lnTo>
                <a:lnTo>
                  <a:pt x="81" y="453"/>
                </a:lnTo>
                <a:lnTo>
                  <a:pt x="81" y="452"/>
                </a:lnTo>
                <a:lnTo>
                  <a:pt x="81" y="452"/>
                </a:lnTo>
                <a:lnTo>
                  <a:pt x="83" y="453"/>
                </a:lnTo>
                <a:lnTo>
                  <a:pt x="83" y="450"/>
                </a:lnTo>
                <a:lnTo>
                  <a:pt x="83" y="450"/>
                </a:lnTo>
                <a:lnTo>
                  <a:pt x="85" y="453"/>
                </a:lnTo>
                <a:lnTo>
                  <a:pt x="83" y="454"/>
                </a:lnTo>
                <a:lnTo>
                  <a:pt x="83" y="454"/>
                </a:lnTo>
                <a:lnTo>
                  <a:pt x="83" y="453"/>
                </a:lnTo>
                <a:lnTo>
                  <a:pt x="83" y="453"/>
                </a:lnTo>
                <a:lnTo>
                  <a:pt x="83" y="455"/>
                </a:lnTo>
                <a:lnTo>
                  <a:pt x="83" y="458"/>
                </a:lnTo>
                <a:lnTo>
                  <a:pt x="83" y="458"/>
                </a:lnTo>
                <a:lnTo>
                  <a:pt x="82" y="457"/>
                </a:lnTo>
                <a:lnTo>
                  <a:pt x="82" y="455"/>
                </a:lnTo>
                <a:lnTo>
                  <a:pt x="82" y="455"/>
                </a:lnTo>
                <a:lnTo>
                  <a:pt x="80" y="453"/>
                </a:lnTo>
                <a:lnTo>
                  <a:pt x="79" y="448"/>
                </a:lnTo>
                <a:lnTo>
                  <a:pt x="79" y="448"/>
                </a:lnTo>
                <a:lnTo>
                  <a:pt x="81" y="448"/>
                </a:lnTo>
                <a:lnTo>
                  <a:pt x="81" y="448"/>
                </a:lnTo>
                <a:lnTo>
                  <a:pt x="79" y="447"/>
                </a:lnTo>
                <a:lnTo>
                  <a:pt x="79" y="445"/>
                </a:lnTo>
                <a:lnTo>
                  <a:pt x="79" y="444"/>
                </a:lnTo>
                <a:lnTo>
                  <a:pt x="79" y="444"/>
                </a:lnTo>
                <a:lnTo>
                  <a:pt x="80" y="444"/>
                </a:lnTo>
                <a:lnTo>
                  <a:pt x="81" y="443"/>
                </a:lnTo>
                <a:lnTo>
                  <a:pt x="81" y="443"/>
                </a:lnTo>
                <a:lnTo>
                  <a:pt x="82" y="443"/>
                </a:lnTo>
                <a:lnTo>
                  <a:pt x="83" y="445"/>
                </a:lnTo>
                <a:lnTo>
                  <a:pt x="83" y="449"/>
                </a:lnTo>
                <a:lnTo>
                  <a:pt x="83" y="449"/>
                </a:lnTo>
                <a:lnTo>
                  <a:pt x="82" y="448"/>
                </a:lnTo>
                <a:lnTo>
                  <a:pt x="81" y="449"/>
                </a:lnTo>
                <a:lnTo>
                  <a:pt x="81" y="449"/>
                </a:lnTo>
                <a:lnTo>
                  <a:pt x="82" y="449"/>
                </a:lnTo>
                <a:lnTo>
                  <a:pt x="82" y="450"/>
                </a:lnTo>
                <a:lnTo>
                  <a:pt x="82" y="450"/>
                </a:lnTo>
                <a:close/>
                <a:moveTo>
                  <a:pt x="75" y="402"/>
                </a:moveTo>
                <a:lnTo>
                  <a:pt x="75" y="402"/>
                </a:lnTo>
                <a:lnTo>
                  <a:pt x="75" y="403"/>
                </a:lnTo>
                <a:lnTo>
                  <a:pt x="76" y="403"/>
                </a:lnTo>
                <a:lnTo>
                  <a:pt x="76" y="403"/>
                </a:lnTo>
                <a:lnTo>
                  <a:pt x="76" y="408"/>
                </a:lnTo>
                <a:lnTo>
                  <a:pt x="76" y="408"/>
                </a:lnTo>
                <a:lnTo>
                  <a:pt x="76" y="412"/>
                </a:lnTo>
                <a:lnTo>
                  <a:pt x="75" y="413"/>
                </a:lnTo>
                <a:lnTo>
                  <a:pt x="74" y="413"/>
                </a:lnTo>
                <a:lnTo>
                  <a:pt x="74" y="413"/>
                </a:lnTo>
                <a:lnTo>
                  <a:pt x="75" y="412"/>
                </a:lnTo>
                <a:lnTo>
                  <a:pt x="75" y="410"/>
                </a:lnTo>
                <a:lnTo>
                  <a:pt x="72" y="410"/>
                </a:lnTo>
                <a:lnTo>
                  <a:pt x="72" y="410"/>
                </a:lnTo>
                <a:lnTo>
                  <a:pt x="72" y="412"/>
                </a:lnTo>
                <a:lnTo>
                  <a:pt x="72" y="413"/>
                </a:lnTo>
                <a:lnTo>
                  <a:pt x="72" y="417"/>
                </a:lnTo>
                <a:lnTo>
                  <a:pt x="72" y="417"/>
                </a:lnTo>
                <a:lnTo>
                  <a:pt x="71" y="417"/>
                </a:lnTo>
                <a:lnTo>
                  <a:pt x="71" y="415"/>
                </a:lnTo>
                <a:lnTo>
                  <a:pt x="71" y="414"/>
                </a:lnTo>
                <a:lnTo>
                  <a:pt x="71" y="414"/>
                </a:lnTo>
                <a:lnTo>
                  <a:pt x="70" y="410"/>
                </a:lnTo>
                <a:lnTo>
                  <a:pt x="70" y="410"/>
                </a:lnTo>
                <a:lnTo>
                  <a:pt x="70" y="405"/>
                </a:lnTo>
                <a:lnTo>
                  <a:pt x="70" y="402"/>
                </a:lnTo>
                <a:lnTo>
                  <a:pt x="70" y="402"/>
                </a:lnTo>
                <a:lnTo>
                  <a:pt x="70" y="402"/>
                </a:lnTo>
                <a:lnTo>
                  <a:pt x="71" y="402"/>
                </a:lnTo>
                <a:lnTo>
                  <a:pt x="71" y="403"/>
                </a:lnTo>
                <a:lnTo>
                  <a:pt x="72" y="403"/>
                </a:lnTo>
                <a:lnTo>
                  <a:pt x="72" y="403"/>
                </a:lnTo>
                <a:lnTo>
                  <a:pt x="71" y="404"/>
                </a:lnTo>
                <a:lnTo>
                  <a:pt x="71" y="405"/>
                </a:lnTo>
                <a:lnTo>
                  <a:pt x="71" y="410"/>
                </a:lnTo>
                <a:lnTo>
                  <a:pt x="71" y="410"/>
                </a:lnTo>
                <a:lnTo>
                  <a:pt x="74" y="409"/>
                </a:lnTo>
                <a:lnTo>
                  <a:pt x="74" y="407"/>
                </a:lnTo>
                <a:lnTo>
                  <a:pt x="74" y="407"/>
                </a:lnTo>
                <a:lnTo>
                  <a:pt x="72" y="407"/>
                </a:lnTo>
                <a:lnTo>
                  <a:pt x="72" y="408"/>
                </a:lnTo>
                <a:lnTo>
                  <a:pt x="72" y="408"/>
                </a:lnTo>
                <a:lnTo>
                  <a:pt x="72" y="407"/>
                </a:lnTo>
                <a:lnTo>
                  <a:pt x="72" y="405"/>
                </a:lnTo>
                <a:lnTo>
                  <a:pt x="75" y="402"/>
                </a:lnTo>
                <a:lnTo>
                  <a:pt x="75" y="402"/>
                </a:lnTo>
                <a:close/>
                <a:moveTo>
                  <a:pt x="82" y="465"/>
                </a:moveTo>
                <a:lnTo>
                  <a:pt x="82" y="465"/>
                </a:lnTo>
                <a:lnTo>
                  <a:pt x="83" y="467"/>
                </a:lnTo>
                <a:lnTo>
                  <a:pt x="82" y="468"/>
                </a:lnTo>
                <a:lnTo>
                  <a:pt x="81" y="471"/>
                </a:lnTo>
                <a:lnTo>
                  <a:pt x="81" y="472"/>
                </a:lnTo>
                <a:lnTo>
                  <a:pt x="81" y="472"/>
                </a:lnTo>
                <a:lnTo>
                  <a:pt x="82" y="471"/>
                </a:lnTo>
                <a:lnTo>
                  <a:pt x="82" y="471"/>
                </a:lnTo>
                <a:lnTo>
                  <a:pt x="83" y="473"/>
                </a:lnTo>
                <a:lnTo>
                  <a:pt x="83" y="473"/>
                </a:lnTo>
                <a:lnTo>
                  <a:pt x="82" y="473"/>
                </a:lnTo>
                <a:lnTo>
                  <a:pt x="82" y="474"/>
                </a:lnTo>
                <a:lnTo>
                  <a:pt x="82" y="476"/>
                </a:lnTo>
                <a:lnTo>
                  <a:pt x="81" y="477"/>
                </a:lnTo>
                <a:lnTo>
                  <a:pt x="81" y="477"/>
                </a:lnTo>
                <a:lnTo>
                  <a:pt x="80" y="476"/>
                </a:lnTo>
                <a:lnTo>
                  <a:pt x="79" y="476"/>
                </a:lnTo>
                <a:lnTo>
                  <a:pt x="79" y="477"/>
                </a:lnTo>
                <a:lnTo>
                  <a:pt x="79" y="477"/>
                </a:lnTo>
                <a:lnTo>
                  <a:pt x="77" y="476"/>
                </a:lnTo>
                <a:lnTo>
                  <a:pt x="77" y="474"/>
                </a:lnTo>
                <a:lnTo>
                  <a:pt x="79" y="472"/>
                </a:lnTo>
                <a:lnTo>
                  <a:pt x="79" y="472"/>
                </a:lnTo>
                <a:lnTo>
                  <a:pt x="80" y="474"/>
                </a:lnTo>
                <a:lnTo>
                  <a:pt x="80" y="474"/>
                </a:lnTo>
                <a:lnTo>
                  <a:pt x="81" y="474"/>
                </a:lnTo>
                <a:lnTo>
                  <a:pt x="81" y="474"/>
                </a:lnTo>
                <a:lnTo>
                  <a:pt x="81" y="474"/>
                </a:lnTo>
                <a:lnTo>
                  <a:pt x="80" y="474"/>
                </a:lnTo>
                <a:lnTo>
                  <a:pt x="80" y="469"/>
                </a:lnTo>
                <a:lnTo>
                  <a:pt x="80" y="469"/>
                </a:lnTo>
                <a:lnTo>
                  <a:pt x="79" y="469"/>
                </a:lnTo>
                <a:lnTo>
                  <a:pt x="79" y="469"/>
                </a:lnTo>
                <a:lnTo>
                  <a:pt x="77" y="468"/>
                </a:lnTo>
                <a:lnTo>
                  <a:pt x="77" y="468"/>
                </a:lnTo>
                <a:lnTo>
                  <a:pt x="80" y="468"/>
                </a:lnTo>
                <a:lnTo>
                  <a:pt x="81" y="468"/>
                </a:lnTo>
                <a:lnTo>
                  <a:pt x="82" y="468"/>
                </a:lnTo>
                <a:lnTo>
                  <a:pt x="82" y="465"/>
                </a:lnTo>
                <a:lnTo>
                  <a:pt x="82" y="465"/>
                </a:lnTo>
                <a:close/>
                <a:moveTo>
                  <a:pt x="81" y="384"/>
                </a:moveTo>
                <a:lnTo>
                  <a:pt x="81" y="384"/>
                </a:lnTo>
                <a:lnTo>
                  <a:pt x="81" y="382"/>
                </a:lnTo>
                <a:lnTo>
                  <a:pt x="81" y="380"/>
                </a:lnTo>
                <a:lnTo>
                  <a:pt x="81" y="380"/>
                </a:lnTo>
                <a:lnTo>
                  <a:pt x="82" y="380"/>
                </a:lnTo>
                <a:lnTo>
                  <a:pt x="82" y="382"/>
                </a:lnTo>
                <a:lnTo>
                  <a:pt x="81" y="383"/>
                </a:lnTo>
                <a:lnTo>
                  <a:pt x="81" y="384"/>
                </a:lnTo>
                <a:lnTo>
                  <a:pt x="81" y="384"/>
                </a:lnTo>
                <a:close/>
                <a:moveTo>
                  <a:pt x="50" y="24"/>
                </a:moveTo>
                <a:lnTo>
                  <a:pt x="50" y="24"/>
                </a:lnTo>
                <a:lnTo>
                  <a:pt x="50" y="23"/>
                </a:lnTo>
                <a:lnTo>
                  <a:pt x="50" y="20"/>
                </a:lnTo>
                <a:lnTo>
                  <a:pt x="50" y="16"/>
                </a:lnTo>
                <a:lnTo>
                  <a:pt x="50" y="16"/>
                </a:lnTo>
                <a:lnTo>
                  <a:pt x="50" y="18"/>
                </a:lnTo>
                <a:lnTo>
                  <a:pt x="50" y="19"/>
                </a:lnTo>
                <a:lnTo>
                  <a:pt x="50" y="24"/>
                </a:lnTo>
                <a:lnTo>
                  <a:pt x="50" y="24"/>
                </a:lnTo>
                <a:close/>
                <a:moveTo>
                  <a:pt x="80" y="383"/>
                </a:moveTo>
                <a:lnTo>
                  <a:pt x="80" y="383"/>
                </a:lnTo>
                <a:lnTo>
                  <a:pt x="81" y="385"/>
                </a:lnTo>
                <a:lnTo>
                  <a:pt x="82" y="387"/>
                </a:lnTo>
                <a:lnTo>
                  <a:pt x="82" y="387"/>
                </a:lnTo>
                <a:lnTo>
                  <a:pt x="82" y="389"/>
                </a:lnTo>
                <a:lnTo>
                  <a:pt x="81" y="390"/>
                </a:lnTo>
                <a:lnTo>
                  <a:pt x="81" y="390"/>
                </a:lnTo>
                <a:lnTo>
                  <a:pt x="81" y="390"/>
                </a:lnTo>
                <a:lnTo>
                  <a:pt x="81" y="388"/>
                </a:lnTo>
                <a:lnTo>
                  <a:pt x="81" y="385"/>
                </a:lnTo>
                <a:lnTo>
                  <a:pt x="81" y="385"/>
                </a:lnTo>
                <a:lnTo>
                  <a:pt x="80" y="385"/>
                </a:lnTo>
                <a:lnTo>
                  <a:pt x="80" y="387"/>
                </a:lnTo>
                <a:lnTo>
                  <a:pt x="80" y="387"/>
                </a:lnTo>
                <a:lnTo>
                  <a:pt x="79" y="385"/>
                </a:lnTo>
                <a:lnTo>
                  <a:pt x="80" y="383"/>
                </a:lnTo>
                <a:lnTo>
                  <a:pt x="80" y="383"/>
                </a:lnTo>
                <a:close/>
                <a:moveTo>
                  <a:pt x="79" y="15"/>
                </a:moveTo>
                <a:lnTo>
                  <a:pt x="79" y="15"/>
                </a:lnTo>
                <a:lnTo>
                  <a:pt x="80" y="15"/>
                </a:lnTo>
                <a:lnTo>
                  <a:pt x="80" y="18"/>
                </a:lnTo>
                <a:lnTo>
                  <a:pt x="80" y="18"/>
                </a:lnTo>
                <a:lnTo>
                  <a:pt x="81" y="16"/>
                </a:lnTo>
                <a:lnTo>
                  <a:pt x="82" y="18"/>
                </a:lnTo>
                <a:lnTo>
                  <a:pt x="82" y="18"/>
                </a:lnTo>
                <a:lnTo>
                  <a:pt x="83" y="20"/>
                </a:lnTo>
                <a:lnTo>
                  <a:pt x="83" y="24"/>
                </a:lnTo>
                <a:lnTo>
                  <a:pt x="83" y="24"/>
                </a:lnTo>
                <a:lnTo>
                  <a:pt x="85" y="36"/>
                </a:lnTo>
                <a:lnTo>
                  <a:pt x="85" y="36"/>
                </a:lnTo>
                <a:lnTo>
                  <a:pt x="85" y="38"/>
                </a:lnTo>
                <a:lnTo>
                  <a:pt x="85" y="38"/>
                </a:lnTo>
                <a:lnTo>
                  <a:pt x="85" y="48"/>
                </a:lnTo>
                <a:lnTo>
                  <a:pt x="86" y="56"/>
                </a:lnTo>
                <a:lnTo>
                  <a:pt x="86" y="56"/>
                </a:lnTo>
                <a:lnTo>
                  <a:pt x="86" y="60"/>
                </a:lnTo>
                <a:lnTo>
                  <a:pt x="86" y="60"/>
                </a:lnTo>
                <a:lnTo>
                  <a:pt x="87" y="63"/>
                </a:lnTo>
                <a:lnTo>
                  <a:pt x="87" y="63"/>
                </a:lnTo>
                <a:lnTo>
                  <a:pt x="86" y="65"/>
                </a:lnTo>
                <a:lnTo>
                  <a:pt x="86" y="65"/>
                </a:lnTo>
                <a:lnTo>
                  <a:pt x="87" y="73"/>
                </a:lnTo>
                <a:lnTo>
                  <a:pt x="86" y="79"/>
                </a:lnTo>
                <a:lnTo>
                  <a:pt x="86" y="79"/>
                </a:lnTo>
                <a:lnTo>
                  <a:pt x="85" y="79"/>
                </a:lnTo>
                <a:lnTo>
                  <a:pt x="83" y="80"/>
                </a:lnTo>
                <a:lnTo>
                  <a:pt x="83" y="80"/>
                </a:lnTo>
                <a:lnTo>
                  <a:pt x="85" y="80"/>
                </a:lnTo>
                <a:lnTo>
                  <a:pt x="85" y="80"/>
                </a:lnTo>
                <a:lnTo>
                  <a:pt x="86" y="80"/>
                </a:lnTo>
                <a:lnTo>
                  <a:pt x="86" y="80"/>
                </a:lnTo>
                <a:lnTo>
                  <a:pt x="87" y="85"/>
                </a:lnTo>
                <a:lnTo>
                  <a:pt x="88" y="88"/>
                </a:lnTo>
                <a:lnTo>
                  <a:pt x="88" y="88"/>
                </a:lnTo>
                <a:lnTo>
                  <a:pt x="88" y="89"/>
                </a:lnTo>
                <a:lnTo>
                  <a:pt x="88" y="90"/>
                </a:lnTo>
                <a:lnTo>
                  <a:pt x="87" y="90"/>
                </a:lnTo>
                <a:lnTo>
                  <a:pt x="87" y="90"/>
                </a:lnTo>
                <a:lnTo>
                  <a:pt x="88" y="93"/>
                </a:lnTo>
                <a:lnTo>
                  <a:pt x="88" y="94"/>
                </a:lnTo>
                <a:lnTo>
                  <a:pt x="87" y="95"/>
                </a:lnTo>
                <a:lnTo>
                  <a:pt x="87" y="95"/>
                </a:lnTo>
                <a:lnTo>
                  <a:pt x="89" y="95"/>
                </a:lnTo>
                <a:lnTo>
                  <a:pt x="89" y="95"/>
                </a:lnTo>
                <a:lnTo>
                  <a:pt x="89" y="96"/>
                </a:lnTo>
                <a:lnTo>
                  <a:pt x="89" y="98"/>
                </a:lnTo>
                <a:lnTo>
                  <a:pt x="89" y="98"/>
                </a:lnTo>
                <a:lnTo>
                  <a:pt x="91" y="96"/>
                </a:lnTo>
                <a:lnTo>
                  <a:pt x="93" y="95"/>
                </a:lnTo>
                <a:lnTo>
                  <a:pt x="93" y="95"/>
                </a:lnTo>
                <a:lnTo>
                  <a:pt x="91" y="95"/>
                </a:lnTo>
                <a:lnTo>
                  <a:pt x="89" y="94"/>
                </a:lnTo>
                <a:lnTo>
                  <a:pt x="89" y="94"/>
                </a:lnTo>
                <a:lnTo>
                  <a:pt x="89" y="93"/>
                </a:lnTo>
                <a:lnTo>
                  <a:pt x="89" y="90"/>
                </a:lnTo>
                <a:lnTo>
                  <a:pt x="92" y="90"/>
                </a:lnTo>
                <a:lnTo>
                  <a:pt x="92" y="90"/>
                </a:lnTo>
                <a:lnTo>
                  <a:pt x="92" y="89"/>
                </a:lnTo>
                <a:lnTo>
                  <a:pt x="91" y="89"/>
                </a:lnTo>
                <a:lnTo>
                  <a:pt x="89" y="88"/>
                </a:lnTo>
                <a:lnTo>
                  <a:pt x="88" y="86"/>
                </a:lnTo>
                <a:lnTo>
                  <a:pt x="88" y="86"/>
                </a:lnTo>
                <a:lnTo>
                  <a:pt x="91" y="88"/>
                </a:lnTo>
                <a:lnTo>
                  <a:pt x="91" y="88"/>
                </a:lnTo>
                <a:lnTo>
                  <a:pt x="91" y="86"/>
                </a:lnTo>
                <a:lnTo>
                  <a:pt x="91" y="85"/>
                </a:lnTo>
                <a:lnTo>
                  <a:pt x="89" y="84"/>
                </a:lnTo>
                <a:lnTo>
                  <a:pt x="91" y="83"/>
                </a:lnTo>
                <a:lnTo>
                  <a:pt x="91" y="83"/>
                </a:lnTo>
                <a:lnTo>
                  <a:pt x="88" y="80"/>
                </a:lnTo>
                <a:lnTo>
                  <a:pt x="88" y="76"/>
                </a:lnTo>
                <a:lnTo>
                  <a:pt x="88" y="76"/>
                </a:lnTo>
                <a:lnTo>
                  <a:pt x="89" y="80"/>
                </a:lnTo>
                <a:lnTo>
                  <a:pt x="89" y="80"/>
                </a:lnTo>
                <a:lnTo>
                  <a:pt x="92" y="78"/>
                </a:lnTo>
                <a:lnTo>
                  <a:pt x="92" y="78"/>
                </a:lnTo>
                <a:lnTo>
                  <a:pt x="92" y="76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91" y="78"/>
                </a:lnTo>
                <a:lnTo>
                  <a:pt x="89" y="76"/>
                </a:lnTo>
                <a:lnTo>
                  <a:pt x="89" y="76"/>
                </a:lnTo>
                <a:lnTo>
                  <a:pt x="88" y="75"/>
                </a:lnTo>
                <a:lnTo>
                  <a:pt x="88" y="74"/>
                </a:lnTo>
                <a:lnTo>
                  <a:pt x="89" y="73"/>
                </a:lnTo>
                <a:lnTo>
                  <a:pt x="89" y="73"/>
                </a:lnTo>
                <a:lnTo>
                  <a:pt x="89" y="73"/>
                </a:lnTo>
                <a:lnTo>
                  <a:pt x="89" y="74"/>
                </a:lnTo>
                <a:lnTo>
                  <a:pt x="89" y="75"/>
                </a:lnTo>
                <a:lnTo>
                  <a:pt x="89" y="75"/>
                </a:lnTo>
                <a:lnTo>
                  <a:pt x="91" y="75"/>
                </a:lnTo>
                <a:lnTo>
                  <a:pt x="92" y="76"/>
                </a:lnTo>
                <a:lnTo>
                  <a:pt x="92" y="76"/>
                </a:lnTo>
                <a:lnTo>
                  <a:pt x="93" y="75"/>
                </a:lnTo>
                <a:lnTo>
                  <a:pt x="93" y="73"/>
                </a:lnTo>
                <a:lnTo>
                  <a:pt x="93" y="70"/>
                </a:lnTo>
                <a:lnTo>
                  <a:pt x="93" y="70"/>
                </a:lnTo>
                <a:lnTo>
                  <a:pt x="92" y="70"/>
                </a:lnTo>
                <a:lnTo>
                  <a:pt x="92" y="71"/>
                </a:lnTo>
                <a:lnTo>
                  <a:pt x="92" y="73"/>
                </a:lnTo>
                <a:lnTo>
                  <a:pt x="92" y="73"/>
                </a:lnTo>
                <a:lnTo>
                  <a:pt x="92" y="73"/>
                </a:lnTo>
                <a:lnTo>
                  <a:pt x="91" y="73"/>
                </a:lnTo>
                <a:lnTo>
                  <a:pt x="89" y="73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89" y="70"/>
                </a:lnTo>
                <a:lnTo>
                  <a:pt x="92" y="70"/>
                </a:lnTo>
                <a:lnTo>
                  <a:pt x="92" y="70"/>
                </a:lnTo>
                <a:lnTo>
                  <a:pt x="93" y="69"/>
                </a:lnTo>
                <a:lnTo>
                  <a:pt x="94" y="66"/>
                </a:lnTo>
                <a:lnTo>
                  <a:pt x="94" y="66"/>
                </a:lnTo>
                <a:lnTo>
                  <a:pt x="97" y="68"/>
                </a:lnTo>
                <a:lnTo>
                  <a:pt x="97" y="68"/>
                </a:lnTo>
                <a:lnTo>
                  <a:pt x="95" y="69"/>
                </a:lnTo>
                <a:lnTo>
                  <a:pt x="95" y="69"/>
                </a:lnTo>
                <a:lnTo>
                  <a:pt x="97" y="69"/>
                </a:lnTo>
                <a:lnTo>
                  <a:pt x="97" y="69"/>
                </a:lnTo>
                <a:lnTo>
                  <a:pt x="98" y="69"/>
                </a:lnTo>
                <a:lnTo>
                  <a:pt x="99" y="69"/>
                </a:lnTo>
                <a:lnTo>
                  <a:pt x="99" y="69"/>
                </a:lnTo>
                <a:lnTo>
                  <a:pt x="99" y="69"/>
                </a:lnTo>
                <a:lnTo>
                  <a:pt x="99" y="70"/>
                </a:lnTo>
                <a:lnTo>
                  <a:pt x="99" y="73"/>
                </a:lnTo>
                <a:lnTo>
                  <a:pt x="99" y="73"/>
                </a:lnTo>
                <a:lnTo>
                  <a:pt x="99" y="75"/>
                </a:lnTo>
                <a:lnTo>
                  <a:pt x="99" y="75"/>
                </a:lnTo>
                <a:lnTo>
                  <a:pt x="98" y="84"/>
                </a:lnTo>
                <a:lnTo>
                  <a:pt x="98" y="84"/>
                </a:lnTo>
                <a:lnTo>
                  <a:pt x="98" y="86"/>
                </a:lnTo>
                <a:lnTo>
                  <a:pt x="98" y="86"/>
                </a:lnTo>
                <a:lnTo>
                  <a:pt x="98" y="94"/>
                </a:lnTo>
                <a:lnTo>
                  <a:pt x="98" y="100"/>
                </a:lnTo>
                <a:lnTo>
                  <a:pt x="98" y="100"/>
                </a:lnTo>
                <a:lnTo>
                  <a:pt x="97" y="105"/>
                </a:lnTo>
                <a:lnTo>
                  <a:pt x="97" y="105"/>
                </a:lnTo>
                <a:lnTo>
                  <a:pt x="95" y="120"/>
                </a:lnTo>
                <a:lnTo>
                  <a:pt x="93" y="135"/>
                </a:lnTo>
                <a:lnTo>
                  <a:pt x="93" y="135"/>
                </a:lnTo>
                <a:lnTo>
                  <a:pt x="92" y="138"/>
                </a:lnTo>
                <a:lnTo>
                  <a:pt x="92" y="138"/>
                </a:lnTo>
                <a:lnTo>
                  <a:pt x="92" y="141"/>
                </a:lnTo>
                <a:lnTo>
                  <a:pt x="92" y="145"/>
                </a:lnTo>
                <a:lnTo>
                  <a:pt x="92" y="145"/>
                </a:lnTo>
                <a:lnTo>
                  <a:pt x="92" y="146"/>
                </a:lnTo>
                <a:lnTo>
                  <a:pt x="92" y="149"/>
                </a:lnTo>
                <a:lnTo>
                  <a:pt x="92" y="149"/>
                </a:lnTo>
                <a:lnTo>
                  <a:pt x="92" y="150"/>
                </a:lnTo>
                <a:lnTo>
                  <a:pt x="92" y="151"/>
                </a:lnTo>
                <a:lnTo>
                  <a:pt x="91" y="153"/>
                </a:lnTo>
                <a:lnTo>
                  <a:pt x="91" y="153"/>
                </a:lnTo>
                <a:lnTo>
                  <a:pt x="91" y="155"/>
                </a:lnTo>
                <a:lnTo>
                  <a:pt x="91" y="158"/>
                </a:lnTo>
                <a:lnTo>
                  <a:pt x="91" y="160"/>
                </a:lnTo>
                <a:lnTo>
                  <a:pt x="91" y="163"/>
                </a:lnTo>
                <a:lnTo>
                  <a:pt x="91" y="163"/>
                </a:lnTo>
                <a:lnTo>
                  <a:pt x="91" y="163"/>
                </a:lnTo>
                <a:lnTo>
                  <a:pt x="89" y="163"/>
                </a:lnTo>
                <a:lnTo>
                  <a:pt x="89" y="161"/>
                </a:lnTo>
                <a:lnTo>
                  <a:pt x="89" y="161"/>
                </a:lnTo>
                <a:lnTo>
                  <a:pt x="89" y="161"/>
                </a:lnTo>
                <a:lnTo>
                  <a:pt x="88" y="163"/>
                </a:lnTo>
                <a:lnTo>
                  <a:pt x="88" y="164"/>
                </a:lnTo>
                <a:lnTo>
                  <a:pt x="89" y="165"/>
                </a:lnTo>
                <a:lnTo>
                  <a:pt x="91" y="165"/>
                </a:lnTo>
                <a:lnTo>
                  <a:pt x="91" y="165"/>
                </a:lnTo>
                <a:lnTo>
                  <a:pt x="89" y="169"/>
                </a:lnTo>
                <a:lnTo>
                  <a:pt x="89" y="170"/>
                </a:lnTo>
                <a:lnTo>
                  <a:pt x="88" y="171"/>
                </a:lnTo>
                <a:lnTo>
                  <a:pt x="88" y="171"/>
                </a:lnTo>
                <a:lnTo>
                  <a:pt x="88" y="174"/>
                </a:lnTo>
                <a:lnTo>
                  <a:pt x="88" y="176"/>
                </a:lnTo>
                <a:lnTo>
                  <a:pt x="88" y="179"/>
                </a:lnTo>
                <a:lnTo>
                  <a:pt x="88" y="181"/>
                </a:lnTo>
                <a:lnTo>
                  <a:pt x="88" y="181"/>
                </a:lnTo>
                <a:lnTo>
                  <a:pt x="88" y="183"/>
                </a:lnTo>
                <a:lnTo>
                  <a:pt x="87" y="183"/>
                </a:lnTo>
                <a:lnTo>
                  <a:pt x="87" y="183"/>
                </a:lnTo>
                <a:lnTo>
                  <a:pt x="88" y="185"/>
                </a:lnTo>
                <a:lnTo>
                  <a:pt x="88" y="185"/>
                </a:lnTo>
                <a:lnTo>
                  <a:pt x="87" y="190"/>
                </a:lnTo>
                <a:lnTo>
                  <a:pt x="86" y="195"/>
                </a:lnTo>
                <a:lnTo>
                  <a:pt x="86" y="195"/>
                </a:lnTo>
                <a:lnTo>
                  <a:pt x="86" y="198"/>
                </a:lnTo>
                <a:lnTo>
                  <a:pt x="87" y="199"/>
                </a:lnTo>
                <a:lnTo>
                  <a:pt x="87" y="199"/>
                </a:lnTo>
                <a:lnTo>
                  <a:pt x="87" y="199"/>
                </a:lnTo>
                <a:lnTo>
                  <a:pt x="86" y="199"/>
                </a:lnTo>
                <a:lnTo>
                  <a:pt x="86" y="199"/>
                </a:lnTo>
                <a:lnTo>
                  <a:pt x="86" y="204"/>
                </a:lnTo>
                <a:lnTo>
                  <a:pt x="86" y="208"/>
                </a:lnTo>
                <a:lnTo>
                  <a:pt x="86" y="208"/>
                </a:lnTo>
                <a:lnTo>
                  <a:pt x="86" y="208"/>
                </a:lnTo>
                <a:lnTo>
                  <a:pt x="87" y="208"/>
                </a:lnTo>
                <a:lnTo>
                  <a:pt x="87" y="208"/>
                </a:lnTo>
                <a:lnTo>
                  <a:pt x="86" y="211"/>
                </a:lnTo>
                <a:lnTo>
                  <a:pt x="86" y="211"/>
                </a:lnTo>
                <a:lnTo>
                  <a:pt x="86" y="213"/>
                </a:lnTo>
                <a:lnTo>
                  <a:pt x="86" y="213"/>
                </a:lnTo>
                <a:lnTo>
                  <a:pt x="86" y="214"/>
                </a:lnTo>
                <a:lnTo>
                  <a:pt x="86" y="215"/>
                </a:lnTo>
                <a:lnTo>
                  <a:pt x="86" y="215"/>
                </a:lnTo>
                <a:lnTo>
                  <a:pt x="85" y="221"/>
                </a:lnTo>
                <a:lnTo>
                  <a:pt x="85" y="221"/>
                </a:lnTo>
                <a:lnTo>
                  <a:pt x="86" y="226"/>
                </a:lnTo>
                <a:lnTo>
                  <a:pt x="86" y="226"/>
                </a:lnTo>
                <a:lnTo>
                  <a:pt x="87" y="230"/>
                </a:lnTo>
                <a:lnTo>
                  <a:pt x="87" y="230"/>
                </a:lnTo>
                <a:lnTo>
                  <a:pt x="87" y="243"/>
                </a:lnTo>
                <a:lnTo>
                  <a:pt x="87" y="243"/>
                </a:lnTo>
                <a:lnTo>
                  <a:pt x="87" y="248"/>
                </a:lnTo>
                <a:lnTo>
                  <a:pt x="87" y="250"/>
                </a:lnTo>
                <a:lnTo>
                  <a:pt x="86" y="253"/>
                </a:lnTo>
                <a:lnTo>
                  <a:pt x="86" y="253"/>
                </a:lnTo>
                <a:lnTo>
                  <a:pt x="87" y="255"/>
                </a:lnTo>
                <a:lnTo>
                  <a:pt x="87" y="255"/>
                </a:lnTo>
                <a:lnTo>
                  <a:pt x="87" y="257"/>
                </a:lnTo>
                <a:lnTo>
                  <a:pt x="87" y="257"/>
                </a:lnTo>
                <a:lnTo>
                  <a:pt x="88" y="262"/>
                </a:lnTo>
                <a:lnTo>
                  <a:pt x="88" y="262"/>
                </a:lnTo>
                <a:lnTo>
                  <a:pt x="87" y="267"/>
                </a:lnTo>
                <a:lnTo>
                  <a:pt x="87" y="272"/>
                </a:lnTo>
                <a:lnTo>
                  <a:pt x="87" y="272"/>
                </a:lnTo>
                <a:lnTo>
                  <a:pt x="88" y="274"/>
                </a:lnTo>
                <a:lnTo>
                  <a:pt x="88" y="274"/>
                </a:lnTo>
                <a:lnTo>
                  <a:pt x="87" y="277"/>
                </a:lnTo>
                <a:lnTo>
                  <a:pt x="87" y="277"/>
                </a:lnTo>
                <a:lnTo>
                  <a:pt x="88" y="279"/>
                </a:lnTo>
                <a:lnTo>
                  <a:pt x="88" y="279"/>
                </a:lnTo>
                <a:lnTo>
                  <a:pt x="87" y="282"/>
                </a:lnTo>
                <a:lnTo>
                  <a:pt x="87" y="282"/>
                </a:lnTo>
                <a:lnTo>
                  <a:pt x="88" y="284"/>
                </a:lnTo>
                <a:lnTo>
                  <a:pt x="88" y="284"/>
                </a:lnTo>
                <a:lnTo>
                  <a:pt x="88" y="290"/>
                </a:lnTo>
                <a:lnTo>
                  <a:pt x="88" y="298"/>
                </a:lnTo>
                <a:lnTo>
                  <a:pt x="88" y="298"/>
                </a:lnTo>
                <a:lnTo>
                  <a:pt x="87" y="299"/>
                </a:lnTo>
                <a:lnTo>
                  <a:pt x="87" y="299"/>
                </a:lnTo>
                <a:lnTo>
                  <a:pt x="88" y="303"/>
                </a:lnTo>
                <a:lnTo>
                  <a:pt x="88" y="305"/>
                </a:lnTo>
                <a:lnTo>
                  <a:pt x="88" y="308"/>
                </a:lnTo>
                <a:lnTo>
                  <a:pt x="88" y="308"/>
                </a:lnTo>
                <a:lnTo>
                  <a:pt x="88" y="309"/>
                </a:lnTo>
                <a:lnTo>
                  <a:pt x="88" y="312"/>
                </a:lnTo>
                <a:lnTo>
                  <a:pt x="88" y="318"/>
                </a:lnTo>
                <a:lnTo>
                  <a:pt x="88" y="318"/>
                </a:lnTo>
                <a:lnTo>
                  <a:pt x="87" y="317"/>
                </a:lnTo>
                <a:lnTo>
                  <a:pt x="87" y="317"/>
                </a:lnTo>
                <a:lnTo>
                  <a:pt x="86" y="315"/>
                </a:lnTo>
                <a:lnTo>
                  <a:pt x="86" y="315"/>
                </a:lnTo>
                <a:lnTo>
                  <a:pt x="87" y="318"/>
                </a:lnTo>
                <a:lnTo>
                  <a:pt x="88" y="318"/>
                </a:lnTo>
                <a:lnTo>
                  <a:pt x="88" y="318"/>
                </a:lnTo>
                <a:lnTo>
                  <a:pt x="87" y="320"/>
                </a:lnTo>
                <a:lnTo>
                  <a:pt x="87" y="324"/>
                </a:lnTo>
                <a:lnTo>
                  <a:pt x="87" y="324"/>
                </a:lnTo>
                <a:lnTo>
                  <a:pt x="87" y="325"/>
                </a:lnTo>
                <a:lnTo>
                  <a:pt x="88" y="325"/>
                </a:lnTo>
                <a:lnTo>
                  <a:pt x="89" y="327"/>
                </a:lnTo>
                <a:lnTo>
                  <a:pt x="89" y="327"/>
                </a:lnTo>
                <a:lnTo>
                  <a:pt x="89" y="335"/>
                </a:lnTo>
                <a:lnTo>
                  <a:pt x="88" y="343"/>
                </a:lnTo>
                <a:lnTo>
                  <a:pt x="88" y="343"/>
                </a:lnTo>
                <a:lnTo>
                  <a:pt x="89" y="347"/>
                </a:lnTo>
                <a:lnTo>
                  <a:pt x="89" y="347"/>
                </a:lnTo>
                <a:lnTo>
                  <a:pt x="89" y="353"/>
                </a:lnTo>
                <a:lnTo>
                  <a:pt x="89" y="358"/>
                </a:lnTo>
                <a:lnTo>
                  <a:pt x="89" y="358"/>
                </a:lnTo>
                <a:lnTo>
                  <a:pt x="89" y="362"/>
                </a:lnTo>
                <a:lnTo>
                  <a:pt x="89" y="362"/>
                </a:lnTo>
                <a:lnTo>
                  <a:pt x="88" y="364"/>
                </a:lnTo>
                <a:lnTo>
                  <a:pt x="88" y="364"/>
                </a:lnTo>
                <a:lnTo>
                  <a:pt x="89" y="368"/>
                </a:lnTo>
                <a:lnTo>
                  <a:pt x="89" y="368"/>
                </a:lnTo>
                <a:lnTo>
                  <a:pt x="87" y="382"/>
                </a:lnTo>
                <a:lnTo>
                  <a:pt x="87" y="382"/>
                </a:lnTo>
                <a:lnTo>
                  <a:pt x="87" y="382"/>
                </a:lnTo>
                <a:lnTo>
                  <a:pt x="87" y="380"/>
                </a:lnTo>
                <a:lnTo>
                  <a:pt x="87" y="378"/>
                </a:lnTo>
                <a:lnTo>
                  <a:pt x="87" y="378"/>
                </a:lnTo>
                <a:lnTo>
                  <a:pt x="86" y="375"/>
                </a:lnTo>
                <a:lnTo>
                  <a:pt x="86" y="374"/>
                </a:lnTo>
                <a:lnTo>
                  <a:pt x="87" y="374"/>
                </a:lnTo>
                <a:lnTo>
                  <a:pt x="87" y="374"/>
                </a:lnTo>
                <a:lnTo>
                  <a:pt x="87" y="373"/>
                </a:lnTo>
                <a:lnTo>
                  <a:pt x="86" y="372"/>
                </a:lnTo>
                <a:lnTo>
                  <a:pt x="86" y="372"/>
                </a:lnTo>
                <a:lnTo>
                  <a:pt x="86" y="370"/>
                </a:lnTo>
                <a:lnTo>
                  <a:pt x="86" y="370"/>
                </a:lnTo>
                <a:lnTo>
                  <a:pt x="87" y="369"/>
                </a:lnTo>
                <a:lnTo>
                  <a:pt x="87" y="369"/>
                </a:lnTo>
                <a:lnTo>
                  <a:pt x="87" y="369"/>
                </a:lnTo>
                <a:lnTo>
                  <a:pt x="86" y="369"/>
                </a:lnTo>
                <a:lnTo>
                  <a:pt x="86" y="368"/>
                </a:lnTo>
                <a:lnTo>
                  <a:pt x="86" y="367"/>
                </a:lnTo>
                <a:lnTo>
                  <a:pt x="87" y="365"/>
                </a:lnTo>
                <a:lnTo>
                  <a:pt x="87" y="365"/>
                </a:lnTo>
                <a:lnTo>
                  <a:pt x="86" y="365"/>
                </a:lnTo>
                <a:lnTo>
                  <a:pt x="85" y="365"/>
                </a:lnTo>
                <a:lnTo>
                  <a:pt x="85" y="367"/>
                </a:lnTo>
                <a:lnTo>
                  <a:pt x="83" y="367"/>
                </a:lnTo>
                <a:lnTo>
                  <a:pt x="83" y="367"/>
                </a:lnTo>
                <a:lnTo>
                  <a:pt x="83" y="358"/>
                </a:lnTo>
                <a:lnTo>
                  <a:pt x="83" y="358"/>
                </a:lnTo>
                <a:lnTo>
                  <a:pt x="82" y="358"/>
                </a:lnTo>
                <a:lnTo>
                  <a:pt x="82" y="359"/>
                </a:lnTo>
                <a:lnTo>
                  <a:pt x="81" y="359"/>
                </a:lnTo>
                <a:lnTo>
                  <a:pt x="80" y="359"/>
                </a:lnTo>
                <a:lnTo>
                  <a:pt x="80" y="359"/>
                </a:lnTo>
                <a:lnTo>
                  <a:pt x="80" y="357"/>
                </a:lnTo>
                <a:lnTo>
                  <a:pt x="80" y="354"/>
                </a:lnTo>
                <a:lnTo>
                  <a:pt x="80" y="352"/>
                </a:lnTo>
                <a:lnTo>
                  <a:pt x="81" y="349"/>
                </a:lnTo>
                <a:lnTo>
                  <a:pt x="81" y="349"/>
                </a:lnTo>
                <a:lnTo>
                  <a:pt x="80" y="348"/>
                </a:lnTo>
                <a:lnTo>
                  <a:pt x="79" y="349"/>
                </a:lnTo>
                <a:lnTo>
                  <a:pt x="79" y="349"/>
                </a:lnTo>
                <a:lnTo>
                  <a:pt x="79" y="348"/>
                </a:lnTo>
                <a:lnTo>
                  <a:pt x="79" y="347"/>
                </a:lnTo>
                <a:lnTo>
                  <a:pt x="80" y="347"/>
                </a:lnTo>
                <a:lnTo>
                  <a:pt x="79" y="347"/>
                </a:lnTo>
                <a:lnTo>
                  <a:pt x="79" y="347"/>
                </a:lnTo>
                <a:lnTo>
                  <a:pt x="80" y="345"/>
                </a:lnTo>
                <a:lnTo>
                  <a:pt x="80" y="347"/>
                </a:lnTo>
                <a:lnTo>
                  <a:pt x="81" y="347"/>
                </a:lnTo>
                <a:lnTo>
                  <a:pt x="81" y="347"/>
                </a:lnTo>
                <a:lnTo>
                  <a:pt x="80" y="342"/>
                </a:lnTo>
                <a:lnTo>
                  <a:pt x="80" y="335"/>
                </a:lnTo>
                <a:lnTo>
                  <a:pt x="80" y="335"/>
                </a:lnTo>
                <a:lnTo>
                  <a:pt x="80" y="337"/>
                </a:lnTo>
                <a:lnTo>
                  <a:pt x="80" y="337"/>
                </a:lnTo>
                <a:lnTo>
                  <a:pt x="80" y="337"/>
                </a:lnTo>
                <a:lnTo>
                  <a:pt x="80" y="332"/>
                </a:lnTo>
                <a:lnTo>
                  <a:pt x="80" y="329"/>
                </a:lnTo>
                <a:lnTo>
                  <a:pt x="80" y="325"/>
                </a:lnTo>
                <a:lnTo>
                  <a:pt x="80" y="325"/>
                </a:lnTo>
                <a:lnTo>
                  <a:pt x="80" y="325"/>
                </a:lnTo>
                <a:lnTo>
                  <a:pt x="79" y="324"/>
                </a:lnTo>
                <a:lnTo>
                  <a:pt x="79" y="324"/>
                </a:lnTo>
                <a:lnTo>
                  <a:pt x="79" y="323"/>
                </a:lnTo>
                <a:lnTo>
                  <a:pt x="79" y="323"/>
                </a:lnTo>
                <a:lnTo>
                  <a:pt x="79" y="320"/>
                </a:lnTo>
                <a:lnTo>
                  <a:pt x="80" y="319"/>
                </a:lnTo>
                <a:lnTo>
                  <a:pt x="80" y="319"/>
                </a:lnTo>
                <a:lnTo>
                  <a:pt x="79" y="318"/>
                </a:lnTo>
                <a:lnTo>
                  <a:pt x="79" y="318"/>
                </a:lnTo>
                <a:lnTo>
                  <a:pt x="79" y="318"/>
                </a:lnTo>
                <a:lnTo>
                  <a:pt x="79" y="315"/>
                </a:lnTo>
                <a:lnTo>
                  <a:pt x="79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4"/>
                </a:lnTo>
                <a:lnTo>
                  <a:pt x="77" y="315"/>
                </a:lnTo>
                <a:lnTo>
                  <a:pt x="77" y="319"/>
                </a:lnTo>
                <a:lnTo>
                  <a:pt x="77" y="319"/>
                </a:lnTo>
                <a:lnTo>
                  <a:pt x="75" y="319"/>
                </a:lnTo>
                <a:lnTo>
                  <a:pt x="75" y="320"/>
                </a:lnTo>
                <a:lnTo>
                  <a:pt x="75" y="320"/>
                </a:lnTo>
                <a:lnTo>
                  <a:pt x="75" y="322"/>
                </a:lnTo>
                <a:lnTo>
                  <a:pt x="75" y="322"/>
                </a:lnTo>
                <a:lnTo>
                  <a:pt x="76" y="320"/>
                </a:lnTo>
                <a:lnTo>
                  <a:pt x="77" y="320"/>
                </a:lnTo>
                <a:lnTo>
                  <a:pt x="77" y="320"/>
                </a:lnTo>
                <a:lnTo>
                  <a:pt x="76" y="330"/>
                </a:lnTo>
                <a:lnTo>
                  <a:pt x="76" y="339"/>
                </a:lnTo>
                <a:lnTo>
                  <a:pt x="76" y="355"/>
                </a:lnTo>
                <a:lnTo>
                  <a:pt x="76" y="355"/>
                </a:lnTo>
                <a:lnTo>
                  <a:pt x="75" y="357"/>
                </a:lnTo>
                <a:lnTo>
                  <a:pt x="74" y="355"/>
                </a:lnTo>
                <a:lnTo>
                  <a:pt x="74" y="355"/>
                </a:lnTo>
                <a:lnTo>
                  <a:pt x="74" y="362"/>
                </a:lnTo>
                <a:lnTo>
                  <a:pt x="74" y="367"/>
                </a:lnTo>
                <a:lnTo>
                  <a:pt x="74" y="367"/>
                </a:lnTo>
                <a:lnTo>
                  <a:pt x="75" y="367"/>
                </a:lnTo>
                <a:lnTo>
                  <a:pt x="75" y="368"/>
                </a:lnTo>
                <a:lnTo>
                  <a:pt x="75" y="368"/>
                </a:lnTo>
                <a:lnTo>
                  <a:pt x="74" y="369"/>
                </a:lnTo>
                <a:lnTo>
                  <a:pt x="74" y="370"/>
                </a:lnTo>
                <a:lnTo>
                  <a:pt x="72" y="370"/>
                </a:lnTo>
                <a:lnTo>
                  <a:pt x="72" y="370"/>
                </a:lnTo>
                <a:lnTo>
                  <a:pt x="72" y="372"/>
                </a:lnTo>
                <a:lnTo>
                  <a:pt x="75" y="372"/>
                </a:lnTo>
                <a:lnTo>
                  <a:pt x="75" y="372"/>
                </a:lnTo>
                <a:lnTo>
                  <a:pt x="74" y="372"/>
                </a:lnTo>
                <a:lnTo>
                  <a:pt x="74" y="373"/>
                </a:lnTo>
                <a:lnTo>
                  <a:pt x="74" y="373"/>
                </a:lnTo>
                <a:lnTo>
                  <a:pt x="72" y="373"/>
                </a:lnTo>
                <a:lnTo>
                  <a:pt x="71" y="372"/>
                </a:lnTo>
                <a:lnTo>
                  <a:pt x="70" y="369"/>
                </a:lnTo>
                <a:lnTo>
                  <a:pt x="70" y="369"/>
                </a:lnTo>
                <a:lnTo>
                  <a:pt x="70" y="368"/>
                </a:lnTo>
                <a:lnTo>
                  <a:pt x="70" y="364"/>
                </a:lnTo>
                <a:lnTo>
                  <a:pt x="70" y="364"/>
                </a:lnTo>
                <a:lnTo>
                  <a:pt x="71" y="364"/>
                </a:lnTo>
                <a:lnTo>
                  <a:pt x="71" y="365"/>
                </a:lnTo>
                <a:lnTo>
                  <a:pt x="71" y="365"/>
                </a:lnTo>
                <a:lnTo>
                  <a:pt x="72" y="367"/>
                </a:lnTo>
                <a:lnTo>
                  <a:pt x="72" y="367"/>
                </a:lnTo>
                <a:lnTo>
                  <a:pt x="72" y="365"/>
                </a:lnTo>
                <a:lnTo>
                  <a:pt x="72" y="363"/>
                </a:lnTo>
                <a:lnTo>
                  <a:pt x="71" y="363"/>
                </a:lnTo>
                <a:lnTo>
                  <a:pt x="70" y="363"/>
                </a:lnTo>
                <a:lnTo>
                  <a:pt x="70" y="363"/>
                </a:lnTo>
                <a:lnTo>
                  <a:pt x="70" y="360"/>
                </a:lnTo>
                <a:lnTo>
                  <a:pt x="70" y="359"/>
                </a:lnTo>
                <a:lnTo>
                  <a:pt x="70" y="358"/>
                </a:lnTo>
                <a:lnTo>
                  <a:pt x="70" y="358"/>
                </a:lnTo>
                <a:lnTo>
                  <a:pt x="71" y="359"/>
                </a:lnTo>
                <a:lnTo>
                  <a:pt x="71" y="360"/>
                </a:lnTo>
                <a:lnTo>
                  <a:pt x="71" y="360"/>
                </a:lnTo>
                <a:lnTo>
                  <a:pt x="72" y="359"/>
                </a:lnTo>
                <a:lnTo>
                  <a:pt x="72" y="358"/>
                </a:lnTo>
                <a:lnTo>
                  <a:pt x="71" y="357"/>
                </a:lnTo>
                <a:lnTo>
                  <a:pt x="70" y="357"/>
                </a:lnTo>
                <a:lnTo>
                  <a:pt x="70" y="357"/>
                </a:lnTo>
                <a:lnTo>
                  <a:pt x="71" y="352"/>
                </a:lnTo>
                <a:lnTo>
                  <a:pt x="71" y="347"/>
                </a:lnTo>
                <a:lnTo>
                  <a:pt x="71" y="347"/>
                </a:lnTo>
                <a:lnTo>
                  <a:pt x="72" y="342"/>
                </a:lnTo>
                <a:lnTo>
                  <a:pt x="72" y="342"/>
                </a:lnTo>
                <a:lnTo>
                  <a:pt x="72" y="342"/>
                </a:lnTo>
                <a:lnTo>
                  <a:pt x="71" y="340"/>
                </a:lnTo>
                <a:lnTo>
                  <a:pt x="71" y="340"/>
                </a:lnTo>
                <a:lnTo>
                  <a:pt x="71" y="332"/>
                </a:lnTo>
                <a:lnTo>
                  <a:pt x="71" y="328"/>
                </a:lnTo>
                <a:lnTo>
                  <a:pt x="72" y="323"/>
                </a:lnTo>
                <a:lnTo>
                  <a:pt x="72" y="323"/>
                </a:lnTo>
                <a:lnTo>
                  <a:pt x="74" y="324"/>
                </a:lnTo>
                <a:lnTo>
                  <a:pt x="74" y="324"/>
                </a:lnTo>
                <a:lnTo>
                  <a:pt x="74" y="327"/>
                </a:lnTo>
                <a:lnTo>
                  <a:pt x="74" y="327"/>
                </a:lnTo>
                <a:lnTo>
                  <a:pt x="74" y="325"/>
                </a:lnTo>
                <a:lnTo>
                  <a:pt x="74" y="323"/>
                </a:lnTo>
                <a:lnTo>
                  <a:pt x="71" y="322"/>
                </a:lnTo>
                <a:lnTo>
                  <a:pt x="71" y="322"/>
                </a:lnTo>
                <a:lnTo>
                  <a:pt x="72" y="310"/>
                </a:lnTo>
                <a:lnTo>
                  <a:pt x="72" y="300"/>
                </a:lnTo>
                <a:lnTo>
                  <a:pt x="72" y="300"/>
                </a:lnTo>
                <a:lnTo>
                  <a:pt x="74" y="299"/>
                </a:lnTo>
                <a:lnTo>
                  <a:pt x="75" y="300"/>
                </a:lnTo>
                <a:lnTo>
                  <a:pt x="75" y="300"/>
                </a:lnTo>
                <a:lnTo>
                  <a:pt x="74" y="299"/>
                </a:lnTo>
                <a:lnTo>
                  <a:pt x="74" y="298"/>
                </a:lnTo>
                <a:lnTo>
                  <a:pt x="74" y="298"/>
                </a:lnTo>
                <a:lnTo>
                  <a:pt x="74" y="290"/>
                </a:lnTo>
                <a:lnTo>
                  <a:pt x="74" y="283"/>
                </a:lnTo>
                <a:lnTo>
                  <a:pt x="74" y="283"/>
                </a:lnTo>
                <a:lnTo>
                  <a:pt x="74" y="277"/>
                </a:lnTo>
                <a:lnTo>
                  <a:pt x="74" y="277"/>
                </a:lnTo>
                <a:lnTo>
                  <a:pt x="75" y="272"/>
                </a:lnTo>
                <a:lnTo>
                  <a:pt x="75" y="272"/>
                </a:lnTo>
                <a:lnTo>
                  <a:pt x="74" y="268"/>
                </a:lnTo>
                <a:lnTo>
                  <a:pt x="74" y="268"/>
                </a:lnTo>
                <a:lnTo>
                  <a:pt x="75" y="265"/>
                </a:lnTo>
                <a:lnTo>
                  <a:pt x="75" y="265"/>
                </a:lnTo>
                <a:lnTo>
                  <a:pt x="74" y="259"/>
                </a:lnTo>
                <a:lnTo>
                  <a:pt x="74" y="259"/>
                </a:lnTo>
                <a:lnTo>
                  <a:pt x="74" y="258"/>
                </a:lnTo>
                <a:lnTo>
                  <a:pt x="72" y="258"/>
                </a:lnTo>
                <a:lnTo>
                  <a:pt x="72" y="258"/>
                </a:lnTo>
                <a:lnTo>
                  <a:pt x="74" y="255"/>
                </a:lnTo>
                <a:lnTo>
                  <a:pt x="74" y="253"/>
                </a:lnTo>
                <a:lnTo>
                  <a:pt x="74" y="253"/>
                </a:lnTo>
                <a:lnTo>
                  <a:pt x="74" y="252"/>
                </a:lnTo>
                <a:lnTo>
                  <a:pt x="74" y="250"/>
                </a:lnTo>
                <a:lnTo>
                  <a:pt x="72" y="249"/>
                </a:lnTo>
                <a:lnTo>
                  <a:pt x="72" y="249"/>
                </a:lnTo>
                <a:lnTo>
                  <a:pt x="74" y="248"/>
                </a:lnTo>
                <a:lnTo>
                  <a:pt x="74" y="245"/>
                </a:lnTo>
                <a:lnTo>
                  <a:pt x="74" y="245"/>
                </a:lnTo>
                <a:lnTo>
                  <a:pt x="74" y="247"/>
                </a:lnTo>
                <a:lnTo>
                  <a:pt x="74" y="247"/>
                </a:lnTo>
                <a:lnTo>
                  <a:pt x="74" y="247"/>
                </a:lnTo>
                <a:lnTo>
                  <a:pt x="72" y="247"/>
                </a:lnTo>
                <a:lnTo>
                  <a:pt x="72" y="245"/>
                </a:lnTo>
                <a:lnTo>
                  <a:pt x="72" y="244"/>
                </a:lnTo>
                <a:lnTo>
                  <a:pt x="72" y="244"/>
                </a:lnTo>
                <a:lnTo>
                  <a:pt x="72" y="233"/>
                </a:lnTo>
                <a:lnTo>
                  <a:pt x="74" y="220"/>
                </a:lnTo>
                <a:lnTo>
                  <a:pt x="74" y="220"/>
                </a:lnTo>
                <a:lnTo>
                  <a:pt x="74" y="208"/>
                </a:lnTo>
                <a:lnTo>
                  <a:pt x="74" y="208"/>
                </a:lnTo>
                <a:lnTo>
                  <a:pt x="75" y="205"/>
                </a:lnTo>
                <a:lnTo>
                  <a:pt x="75" y="205"/>
                </a:lnTo>
                <a:lnTo>
                  <a:pt x="74" y="201"/>
                </a:lnTo>
                <a:lnTo>
                  <a:pt x="74" y="200"/>
                </a:lnTo>
                <a:lnTo>
                  <a:pt x="75" y="199"/>
                </a:lnTo>
                <a:lnTo>
                  <a:pt x="75" y="199"/>
                </a:lnTo>
                <a:lnTo>
                  <a:pt x="74" y="198"/>
                </a:lnTo>
                <a:lnTo>
                  <a:pt x="74" y="195"/>
                </a:lnTo>
                <a:lnTo>
                  <a:pt x="74" y="191"/>
                </a:lnTo>
                <a:lnTo>
                  <a:pt x="74" y="191"/>
                </a:lnTo>
                <a:lnTo>
                  <a:pt x="75" y="194"/>
                </a:lnTo>
                <a:lnTo>
                  <a:pt x="75" y="194"/>
                </a:lnTo>
                <a:lnTo>
                  <a:pt x="75" y="193"/>
                </a:lnTo>
                <a:lnTo>
                  <a:pt x="75" y="193"/>
                </a:lnTo>
                <a:lnTo>
                  <a:pt x="75" y="191"/>
                </a:lnTo>
                <a:lnTo>
                  <a:pt x="74" y="191"/>
                </a:lnTo>
                <a:lnTo>
                  <a:pt x="74" y="191"/>
                </a:lnTo>
                <a:lnTo>
                  <a:pt x="75" y="189"/>
                </a:lnTo>
                <a:lnTo>
                  <a:pt x="75" y="186"/>
                </a:lnTo>
                <a:lnTo>
                  <a:pt x="75" y="186"/>
                </a:lnTo>
                <a:lnTo>
                  <a:pt x="75" y="186"/>
                </a:lnTo>
                <a:lnTo>
                  <a:pt x="75" y="188"/>
                </a:lnTo>
                <a:lnTo>
                  <a:pt x="75" y="188"/>
                </a:lnTo>
                <a:lnTo>
                  <a:pt x="74" y="185"/>
                </a:lnTo>
                <a:lnTo>
                  <a:pt x="74" y="183"/>
                </a:lnTo>
                <a:lnTo>
                  <a:pt x="74" y="176"/>
                </a:lnTo>
                <a:lnTo>
                  <a:pt x="74" y="176"/>
                </a:lnTo>
                <a:lnTo>
                  <a:pt x="76" y="173"/>
                </a:lnTo>
                <a:lnTo>
                  <a:pt x="76" y="168"/>
                </a:lnTo>
                <a:lnTo>
                  <a:pt x="76" y="168"/>
                </a:lnTo>
                <a:lnTo>
                  <a:pt x="76" y="169"/>
                </a:lnTo>
                <a:lnTo>
                  <a:pt x="75" y="170"/>
                </a:lnTo>
                <a:lnTo>
                  <a:pt x="75" y="170"/>
                </a:lnTo>
                <a:lnTo>
                  <a:pt x="75" y="170"/>
                </a:lnTo>
                <a:lnTo>
                  <a:pt x="75" y="168"/>
                </a:lnTo>
                <a:lnTo>
                  <a:pt x="74" y="166"/>
                </a:lnTo>
                <a:lnTo>
                  <a:pt x="74" y="165"/>
                </a:lnTo>
                <a:lnTo>
                  <a:pt x="74" y="163"/>
                </a:lnTo>
                <a:lnTo>
                  <a:pt x="74" y="163"/>
                </a:lnTo>
                <a:lnTo>
                  <a:pt x="75" y="155"/>
                </a:lnTo>
                <a:lnTo>
                  <a:pt x="75" y="155"/>
                </a:lnTo>
                <a:lnTo>
                  <a:pt x="75" y="156"/>
                </a:lnTo>
                <a:lnTo>
                  <a:pt x="75" y="156"/>
                </a:lnTo>
                <a:lnTo>
                  <a:pt x="75" y="156"/>
                </a:lnTo>
                <a:lnTo>
                  <a:pt x="76" y="156"/>
                </a:lnTo>
                <a:lnTo>
                  <a:pt x="76" y="155"/>
                </a:lnTo>
                <a:lnTo>
                  <a:pt x="75" y="154"/>
                </a:lnTo>
                <a:lnTo>
                  <a:pt x="74" y="154"/>
                </a:lnTo>
                <a:lnTo>
                  <a:pt x="74" y="154"/>
                </a:lnTo>
                <a:lnTo>
                  <a:pt x="74" y="153"/>
                </a:lnTo>
                <a:lnTo>
                  <a:pt x="75" y="153"/>
                </a:lnTo>
                <a:lnTo>
                  <a:pt x="75" y="153"/>
                </a:lnTo>
                <a:lnTo>
                  <a:pt x="74" y="149"/>
                </a:lnTo>
                <a:lnTo>
                  <a:pt x="74" y="145"/>
                </a:lnTo>
                <a:lnTo>
                  <a:pt x="74" y="139"/>
                </a:lnTo>
                <a:lnTo>
                  <a:pt x="74" y="139"/>
                </a:lnTo>
                <a:lnTo>
                  <a:pt x="75" y="139"/>
                </a:lnTo>
                <a:lnTo>
                  <a:pt x="75" y="138"/>
                </a:lnTo>
                <a:lnTo>
                  <a:pt x="76" y="136"/>
                </a:lnTo>
                <a:lnTo>
                  <a:pt x="75" y="135"/>
                </a:lnTo>
                <a:lnTo>
                  <a:pt x="75" y="135"/>
                </a:lnTo>
                <a:lnTo>
                  <a:pt x="74" y="135"/>
                </a:lnTo>
                <a:lnTo>
                  <a:pt x="75" y="136"/>
                </a:lnTo>
                <a:lnTo>
                  <a:pt x="75" y="138"/>
                </a:lnTo>
                <a:lnTo>
                  <a:pt x="74" y="138"/>
                </a:lnTo>
                <a:lnTo>
                  <a:pt x="74" y="138"/>
                </a:lnTo>
                <a:lnTo>
                  <a:pt x="74" y="120"/>
                </a:lnTo>
                <a:lnTo>
                  <a:pt x="74" y="120"/>
                </a:lnTo>
                <a:lnTo>
                  <a:pt x="76" y="120"/>
                </a:lnTo>
                <a:lnTo>
                  <a:pt x="74" y="118"/>
                </a:lnTo>
                <a:lnTo>
                  <a:pt x="74" y="118"/>
                </a:lnTo>
                <a:lnTo>
                  <a:pt x="74" y="110"/>
                </a:lnTo>
                <a:lnTo>
                  <a:pt x="74" y="110"/>
                </a:lnTo>
                <a:lnTo>
                  <a:pt x="75" y="104"/>
                </a:lnTo>
                <a:lnTo>
                  <a:pt x="75" y="96"/>
                </a:lnTo>
                <a:lnTo>
                  <a:pt x="75" y="96"/>
                </a:lnTo>
                <a:lnTo>
                  <a:pt x="75" y="93"/>
                </a:lnTo>
                <a:lnTo>
                  <a:pt x="75" y="93"/>
                </a:lnTo>
                <a:lnTo>
                  <a:pt x="75" y="83"/>
                </a:lnTo>
                <a:lnTo>
                  <a:pt x="75" y="73"/>
                </a:lnTo>
                <a:lnTo>
                  <a:pt x="75" y="73"/>
                </a:lnTo>
                <a:lnTo>
                  <a:pt x="74" y="66"/>
                </a:lnTo>
                <a:lnTo>
                  <a:pt x="74" y="66"/>
                </a:lnTo>
                <a:lnTo>
                  <a:pt x="74" y="55"/>
                </a:lnTo>
                <a:lnTo>
                  <a:pt x="74" y="55"/>
                </a:lnTo>
                <a:lnTo>
                  <a:pt x="74" y="41"/>
                </a:lnTo>
                <a:lnTo>
                  <a:pt x="74" y="41"/>
                </a:lnTo>
                <a:lnTo>
                  <a:pt x="74" y="39"/>
                </a:lnTo>
                <a:lnTo>
                  <a:pt x="74" y="39"/>
                </a:lnTo>
                <a:lnTo>
                  <a:pt x="74" y="36"/>
                </a:lnTo>
                <a:lnTo>
                  <a:pt x="74" y="36"/>
                </a:lnTo>
                <a:lnTo>
                  <a:pt x="74" y="34"/>
                </a:lnTo>
                <a:lnTo>
                  <a:pt x="74" y="33"/>
                </a:lnTo>
                <a:lnTo>
                  <a:pt x="72" y="31"/>
                </a:lnTo>
                <a:lnTo>
                  <a:pt x="72" y="31"/>
                </a:lnTo>
                <a:lnTo>
                  <a:pt x="72" y="16"/>
                </a:lnTo>
                <a:lnTo>
                  <a:pt x="72" y="16"/>
                </a:lnTo>
                <a:lnTo>
                  <a:pt x="75" y="16"/>
                </a:lnTo>
                <a:lnTo>
                  <a:pt x="75" y="21"/>
                </a:lnTo>
                <a:lnTo>
                  <a:pt x="75" y="21"/>
                </a:lnTo>
                <a:lnTo>
                  <a:pt x="75" y="23"/>
                </a:lnTo>
                <a:lnTo>
                  <a:pt x="76" y="23"/>
                </a:lnTo>
                <a:lnTo>
                  <a:pt x="79" y="23"/>
                </a:lnTo>
                <a:lnTo>
                  <a:pt x="79" y="23"/>
                </a:lnTo>
                <a:lnTo>
                  <a:pt x="77" y="21"/>
                </a:lnTo>
                <a:lnTo>
                  <a:pt x="77" y="20"/>
                </a:lnTo>
                <a:lnTo>
                  <a:pt x="77" y="20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79" y="18"/>
                </a:lnTo>
                <a:lnTo>
                  <a:pt x="77" y="18"/>
                </a:lnTo>
                <a:lnTo>
                  <a:pt x="77" y="18"/>
                </a:lnTo>
                <a:lnTo>
                  <a:pt x="79" y="16"/>
                </a:lnTo>
                <a:lnTo>
                  <a:pt x="79" y="15"/>
                </a:lnTo>
                <a:lnTo>
                  <a:pt x="79" y="15"/>
                </a:lnTo>
                <a:lnTo>
                  <a:pt x="79" y="15"/>
                </a:lnTo>
                <a:close/>
                <a:moveTo>
                  <a:pt x="74" y="328"/>
                </a:moveTo>
                <a:lnTo>
                  <a:pt x="74" y="328"/>
                </a:lnTo>
                <a:lnTo>
                  <a:pt x="72" y="329"/>
                </a:lnTo>
                <a:lnTo>
                  <a:pt x="72" y="330"/>
                </a:lnTo>
                <a:lnTo>
                  <a:pt x="74" y="332"/>
                </a:lnTo>
                <a:lnTo>
                  <a:pt x="74" y="332"/>
                </a:lnTo>
                <a:lnTo>
                  <a:pt x="75" y="329"/>
                </a:lnTo>
                <a:lnTo>
                  <a:pt x="75" y="329"/>
                </a:lnTo>
                <a:lnTo>
                  <a:pt x="74" y="328"/>
                </a:lnTo>
                <a:lnTo>
                  <a:pt x="74" y="328"/>
                </a:lnTo>
                <a:close/>
                <a:moveTo>
                  <a:pt x="82" y="353"/>
                </a:moveTo>
                <a:lnTo>
                  <a:pt x="82" y="353"/>
                </a:lnTo>
                <a:lnTo>
                  <a:pt x="81" y="357"/>
                </a:lnTo>
                <a:lnTo>
                  <a:pt x="81" y="357"/>
                </a:lnTo>
                <a:lnTo>
                  <a:pt x="82" y="357"/>
                </a:lnTo>
                <a:lnTo>
                  <a:pt x="83" y="355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3" y="354"/>
                </a:lnTo>
                <a:lnTo>
                  <a:pt x="82" y="353"/>
                </a:lnTo>
                <a:lnTo>
                  <a:pt x="82" y="353"/>
                </a:lnTo>
                <a:close/>
                <a:moveTo>
                  <a:pt x="88" y="347"/>
                </a:moveTo>
                <a:lnTo>
                  <a:pt x="88" y="347"/>
                </a:lnTo>
                <a:lnTo>
                  <a:pt x="88" y="348"/>
                </a:lnTo>
                <a:lnTo>
                  <a:pt x="87" y="349"/>
                </a:lnTo>
                <a:lnTo>
                  <a:pt x="87" y="352"/>
                </a:lnTo>
                <a:lnTo>
                  <a:pt x="87" y="352"/>
                </a:lnTo>
                <a:lnTo>
                  <a:pt x="88" y="350"/>
                </a:lnTo>
                <a:lnTo>
                  <a:pt x="88" y="347"/>
                </a:lnTo>
                <a:lnTo>
                  <a:pt x="88" y="347"/>
                </a:lnTo>
                <a:close/>
                <a:moveTo>
                  <a:pt x="87" y="327"/>
                </a:moveTo>
                <a:lnTo>
                  <a:pt x="87" y="327"/>
                </a:lnTo>
                <a:lnTo>
                  <a:pt x="87" y="330"/>
                </a:lnTo>
                <a:lnTo>
                  <a:pt x="87" y="332"/>
                </a:lnTo>
                <a:lnTo>
                  <a:pt x="88" y="332"/>
                </a:lnTo>
                <a:lnTo>
                  <a:pt x="88" y="332"/>
                </a:lnTo>
                <a:lnTo>
                  <a:pt x="88" y="329"/>
                </a:lnTo>
                <a:lnTo>
                  <a:pt x="88" y="328"/>
                </a:lnTo>
                <a:lnTo>
                  <a:pt x="87" y="327"/>
                </a:lnTo>
                <a:lnTo>
                  <a:pt x="87" y="327"/>
                </a:lnTo>
                <a:close/>
                <a:moveTo>
                  <a:pt x="75" y="312"/>
                </a:moveTo>
                <a:lnTo>
                  <a:pt x="75" y="312"/>
                </a:lnTo>
                <a:lnTo>
                  <a:pt x="75" y="313"/>
                </a:lnTo>
                <a:lnTo>
                  <a:pt x="75" y="314"/>
                </a:lnTo>
                <a:lnTo>
                  <a:pt x="75" y="315"/>
                </a:lnTo>
                <a:lnTo>
                  <a:pt x="76" y="315"/>
                </a:lnTo>
                <a:lnTo>
                  <a:pt x="76" y="315"/>
                </a:lnTo>
                <a:lnTo>
                  <a:pt x="75" y="315"/>
                </a:lnTo>
                <a:lnTo>
                  <a:pt x="75" y="314"/>
                </a:lnTo>
                <a:lnTo>
                  <a:pt x="75" y="312"/>
                </a:lnTo>
                <a:lnTo>
                  <a:pt x="75" y="312"/>
                </a:lnTo>
                <a:lnTo>
                  <a:pt x="75" y="312"/>
                </a:lnTo>
                <a:close/>
                <a:moveTo>
                  <a:pt x="86" y="270"/>
                </a:moveTo>
                <a:lnTo>
                  <a:pt x="86" y="270"/>
                </a:lnTo>
                <a:lnTo>
                  <a:pt x="85" y="273"/>
                </a:lnTo>
                <a:lnTo>
                  <a:pt x="86" y="275"/>
                </a:lnTo>
                <a:lnTo>
                  <a:pt x="86" y="275"/>
                </a:lnTo>
                <a:lnTo>
                  <a:pt x="87" y="273"/>
                </a:lnTo>
                <a:lnTo>
                  <a:pt x="86" y="272"/>
                </a:lnTo>
                <a:lnTo>
                  <a:pt x="86" y="270"/>
                </a:lnTo>
                <a:lnTo>
                  <a:pt x="86" y="270"/>
                </a:lnTo>
                <a:close/>
                <a:moveTo>
                  <a:pt x="85" y="253"/>
                </a:moveTo>
                <a:lnTo>
                  <a:pt x="85" y="253"/>
                </a:lnTo>
                <a:lnTo>
                  <a:pt x="85" y="253"/>
                </a:lnTo>
                <a:lnTo>
                  <a:pt x="85" y="254"/>
                </a:lnTo>
                <a:lnTo>
                  <a:pt x="86" y="254"/>
                </a:lnTo>
                <a:lnTo>
                  <a:pt x="86" y="249"/>
                </a:lnTo>
                <a:lnTo>
                  <a:pt x="86" y="249"/>
                </a:lnTo>
                <a:lnTo>
                  <a:pt x="85" y="249"/>
                </a:lnTo>
                <a:lnTo>
                  <a:pt x="85" y="250"/>
                </a:lnTo>
                <a:lnTo>
                  <a:pt x="85" y="253"/>
                </a:lnTo>
                <a:lnTo>
                  <a:pt x="85" y="253"/>
                </a:lnTo>
                <a:close/>
                <a:moveTo>
                  <a:pt x="81" y="180"/>
                </a:moveTo>
                <a:lnTo>
                  <a:pt x="81" y="180"/>
                </a:lnTo>
                <a:lnTo>
                  <a:pt x="81" y="181"/>
                </a:lnTo>
                <a:lnTo>
                  <a:pt x="82" y="183"/>
                </a:lnTo>
                <a:lnTo>
                  <a:pt x="82" y="183"/>
                </a:lnTo>
                <a:lnTo>
                  <a:pt x="82" y="180"/>
                </a:lnTo>
                <a:lnTo>
                  <a:pt x="81" y="180"/>
                </a:lnTo>
                <a:lnTo>
                  <a:pt x="81" y="180"/>
                </a:lnTo>
                <a:close/>
                <a:moveTo>
                  <a:pt x="75" y="176"/>
                </a:moveTo>
                <a:lnTo>
                  <a:pt x="75" y="176"/>
                </a:lnTo>
                <a:lnTo>
                  <a:pt x="75" y="181"/>
                </a:lnTo>
                <a:lnTo>
                  <a:pt x="75" y="184"/>
                </a:lnTo>
                <a:lnTo>
                  <a:pt x="76" y="185"/>
                </a:lnTo>
                <a:lnTo>
                  <a:pt x="76" y="185"/>
                </a:lnTo>
                <a:lnTo>
                  <a:pt x="76" y="183"/>
                </a:lnTo>
                <a:lnTo>
                  <a:pt x="75" y="183"/>
                </a:lnTo>
                <a:lnTo>
                  <a:pt x="75" y="183"/>
                </a:lnTo>
                <a:lnTo>
                  <a:pt x="75" y="181"/>
                </a:lnTo>
                <a:lnTo>
                  <a:pt x="76" y="179"/>
                </a:lnTo>
                <a:lnTo>
                  <a:pt x="77" y="178"/>
                </a:lnTo>
                <a:lnTo>
                  <a:pt x="75" y="176"/>
                </a:lnTo>
                <a:lnTo>
                  <a:pt x="75" y="176"/>
                </a:lnTo>
                <a:close/>
                <a:moveTo>
                  <a:pt x="75" y="164"/>
                </a:moveTo>
                <a:lnTo>
                  <a:pt x="75" y="164"/>
                </a:lnTo>
                <a:lnTo>
                  <a:pt x="74" y="166"/>
                </a:lnTo>
                <a:lnTo>
                  <a:pt x="75" y="166"/>
                </a:lnTo>
                <a:lnTo>
                  <a:pt x="76" y="168"/>
                </a:lnTo>
                <a:lnTo>
                  <a:pt x="76" y="168"/>
                </a:lnTo>
                <a:lnTo>
                  <a:pt x="76" y="165"/>
                </a:lnTo>
                <a:lnTo>
                  <a:pt x="75" y="164"/>
                </a:lnTo>
                <a:lnTo>
                  <a:pt x="75" y="164"/>
                </a:lnTo>
                <a:close/>
                <a:moveTo>
                  <a:pt x="76" y="163"/>
                </a:moveTo>
                <a:lnTo>
                  <a:pt x="76" y="163"/>
                </a:lnTo>
                <a:lnTo>
                  <a:pt x="76" y="160"/>
                </a:lnTo>
                <a:lnTo>
                  <a:pt x="77" y="159"/>
                </a:lnTo>
                <a:lnTo>
                  <a:pt x="77" y="159"/>
                </a:lnTo>
                <a:lnTo>
                  <a:pt x="76" y="159"/>
                </a:lnTo>
                <a:lnTo>
                  <a:pt x="75" y="160"/>
                </a:lnTo>
                <a:lnTo>
                  <a:pt x="75" y="161"/>
                </a:lnTo>
                <a:lnTo>
                  <a:pt x="76" y="163"/>
                </a:lnTo>
                <a:lnTo>
                  <a:pt x="76" y="163"/>
                </a:lnTo>
                <a:close/>
                <a:moveTo>
                  <a:pt x="89" y="136"/>
                </a:moveTo>
                <a:lnTo>
                  <a:pt x="89" y="139"/>
                </a:lnTo>
                <a:lnTo>
                  <a:pt x="89" y="139"/>
                </a:lnTo>
                <a:lnTo>
                  <a:pt x="91" y="139"/>
                </a:lnTo>
                <a:lnTo>
                  <a:pt x="91" y="138"/>
                </a:lnTo>
                <a:lnTo>
                  <a:pt x="91" y="136"/>
                </a:lnTo>
                <a:lnTo>
                  <a:pt x="89" y="136"/>
                </a:lnTo>
                <a:lnTo>
                  <a:pt x="89" y="136"/>
                </a:lnTo>
                <a:close/>
                <a:moveTo>
                  <a:pt x="89" y="128"/>
                </a:moveTo>
                <a:lnTo>
                  <a:pt x="89" y="128"/>
                </a:lnTo>
                <a:lnTo>
                  <a:pt x="89" y="129"/>
                </a:lnTo>
                <a:lnTo>
                  <a:pt x="88" y="130"/>
                </a:lnTo>
                <a:lnTo>
                  <a:pt x="87" y="131"/>
                </a:lnTo>
                <a:lnTo>
                  <a:pt x="87" y="133"/>
                </a:lnTo>
                <a:lnTo>
                  <a:pt x="87" y="133"/>
                </a:lnTo>
                <a:lnTo>
                  <a:pt x="88" y="133"/>
                </a:lnTo>
                <a:lnTo>
                  <a:pt x="88" y="131"/>
                </a:lnTo>
                <a:lnTo>
                  <a:pt x="89" y="130"/>
                </a:lnTo>
                <a:lnTo>
                  <a:pt x="89" y="130"/>
                </a:lnTo>
                <a:lnTo>
                  <a:pt x="91" y="130"/>
                </a:lnTo>
                <a:lnTo>
                  <a:pt x="91" y="130"/>
                </a:lnTo>
                <a:lnTo>
                  <a:pt x="91" y="131"/>
                </a:lnTo>
                <a:lnTo>
                  <a:pt x="92" y="131"/>
                </a:lnTo>
                <a:lnTo>
                  <a:pt x="92" y="131"/>
                </a:lnTo>
                <a:lnTo>
                  <a:pt x="91" y="129"/>
                </a:lnTo>
                <a:lnTo>
                  <a:pt x="89" y="128"/>
                </a:lnTo>
                <a:lnTo>
                  <a:pt x="89" y="128"/>
                </a:lnTo>
                <a:close/>
                <a:moveTo>
                  <a:pt x="95" y="109"/>
                </a:moveTo>
                <a:lnTo>
                  <a:pt x="95" y="106"/>
                </a:lnTo>
                <a:lnTo>
                  <a:pt x="95" y="106"/>
                </a:lnTo>
                <a:lnTo>
                  <a:pt x="94" y="106"/>
                </a:lnTo>
                <a:lnTo>
                  <a:pt x="93" y="108"/>
                </a:lnTo>
                <a:lnTo>
                  <a:pt x="94" y="109"/>
                </a:lnTo>
                <a:lnTo>
                  <a:pt x="95" y="109"/>
                </a:lnTo>
                <a:lnTo>
                  <a:pt x="95" y="109"/>
                </a:lnTo>
                <a:close/>
                <a:moveTo>
                  <a:pt x="89" y="105"/>
                </a:moveTo>
                <a:lnTo>
                  <a:pt x="89" y="105"/>
                </a:lnTo>
                <a:lnTo>
                  <a:pt x="89" y="108"/>
                </a:lnTo>
                <a:lnTo>
                  <a:pt x="91" y="109"/>
                </a:lnTo>
                <a:lnTo>
                  <a:pt x="91" y="109"/>
                </a:lnTo>
                <a:lnTo>
                  <a:pt x="92" y="108"/>
                </a:lnTo>
                <a:lnTo>
                  <a:pt x="92" y="108"/>
                </a:lnTo>
                <a:lnTo>
                  <a:pt x="91" y="105"/>
                </a:lnTo>
                <a:lnTo>
                  <a:pt x="89" y="105"/>
                </a:lnTo>
                <a:lnTo>
                  <a:pt x="89" y="105"/>
                </a:lnTo>
                <a:close/>
                <a:moveTo>
                  <a:pt x="94" y="74"/>
                </a:moveTo>
                <a:lnTo>
                  <a:pt x="94" y="74"/>
                </a:lnTo>
                <a:lnTo>
                  <a:pt x="97" y="73"/>
                </a:lnTo>
                <a:lnTo>
                  <a:pt x="98" y="70"/>
                </a:lnTo>
                <a:lnTo>
                  <a:pt x="98" y="70"/>
                </a:lnTo>
                <a:lnTo>
                  <a:pt x="97" y="70"/>
                </a:lnTo>
                <a:lnTo>
                  <a:pt x="97" y="71"/>
                </a:lnTo>
                <a:lnTo>
                  <a:pt x="95" y="73"/>
                </a:lnTo>
                <a:lnTo>
                  <a:pt x="95" y="73"/>
                </a:lnTo>
                <a:lnTo>
                  <a:pt x="94" y="73"/>
                </a:lnTo>
                <a:lnTo>
                  <a:pt x="94" y="73"/>
                </a:lnTo>
                <a:lnTo>
                  <a:pt x="94" y="74"/>
                </a:lnTo>
                <a:lnTo>
                  <a:pt x="94" y="74"/>
                </a:lnTo>
                <a:lnTo>
                  <a:pt x="93" y="76"/>
                </a:lnTo>
                <a:lnTo>
                  <a:pt x="93" y="76"/>
                </a:lnTo>
                <a:lnTo>
                  <a:pt x="94" y="76"/>
                </a:lnTo>
                <a:lnTo>
                  <a:pt x="94" y="75"/>
                </a:lnTo>
                <a:lnTo>
                  <a:pt x="94" y="74"/>
                </a:lnTo>
                <a:lnTo>
                  <a:pt x="94" y="74"/>
                </a:lnTo>
                <a:close/>
                <a:moveTo>
                  <a:pt x="97" y="78"/>
                </a:moveTo>
                <a:lnTo>
                  <a:pt x="97" y="81"/>
                </a:lnTo>
                <a:lnTo>
                  <a:pt x="97" y="81"/>
                </a:lnTo>
                <a:lnTo>
                  <a:pt x="97" y="81"/>
                </a:lnTo>
                <a:lnTo>
                  <a:pt x="98" y="80"/>
                </a:lnTo>
                <a:lnTo>
                  <a:pt x="97" y="79"/>
                </a:lnTo>
                <a:lnTo>
                  <a:pt x="97" y="78"/>
                </a:lnTo>
                <a:lnTo>
                  <a:pt x="97" y="78"/>
                </a:lnTo>
                <a:close/>
                <a:moveTo>
                  <a:pt x="92" y="84"/>
                </a:moveTo>
                <a:lnTo>
                  <a:pt x="92" y="84"/>
                </a:lnTo>
                <a:lnTo>
                  <a:pt x="93" y="83"/>
                </a:lnTo>
                <a:lnTo>
                  <a:pt x="94" y="81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9"/>
                </a:lnTo>
                <a:lnTo>
                  <a:pt x="93" y="79"/>
                </a:lnTo>
                <a:lnTo>
                  <a:pt x="93" y="78"/>
                </a:lnTo>
                <a:lnTo>
                  <a:pt x="93" y="78"/>
                </a:lnTo>
                <a:lnTo>
                  <a:pt x="93" y="80"/>
                </a:lnTo>
                <a:lnTo>
                  <a:pt x="92" y="84"/>
                </a:lnTo>
                <a:lnTo>
                  <a:pt x="92" y="84"/>
                </a:lnTo>
                <a:close/>
                <a:moveTo>
                  <a:pt x="97" y="89"/>
                </a:moveTo>
                <a:lnTo>
                  <a:pt x="97" y="89"/>
                </a:lnTo>
                <a:lnTo>
                  <a:pt x="97" y="86"/>
                </a:lnTo>
                <a:lnTo>
                  <a:pt x="97" y="85"/>
                </a:lnTo>
                <a:lnTo>
                  <a:pt x="97" y="85"/>
                </a:lnTo>
                <a:lnTo>
                  <a:pt x="97" y="84"/>
                </a:lnTo>
                <a:lnTo>
                  <a:pt x="97" y="83"/>
                </a:lnTo>
                <a:lnTo>
                  <a:pt x="95" y="83"/>
                </a:lnTo>
                <a:lnTo>
                  <a:pt x="95" y="83"/>
                </a:lnTo>
                <a:lnTo>
                  <a:pt x="95" y="85"/>
                </a:lnTo>
                <a:lnTo>
                  <a:pt x="95" y="88"/>
                </a:lnTo>
                <a:lnTo>
                  <a:pt x="97" y="89"/>
                </a:lnTo>
                <a:lnTo>
                  <a:pt x="97" y="89"/>
                </a:lnTo>
                <a:close/>
                <a:moveTo>
                  <a:pt x="95" y="98"/>
                </a:moveTo>
                <a:lnTo>
                  <a:pt x="95" y="98"/>
                </a:lnTo>
                <a:lnTo>
                  <a:pt x="95" y="95"/>
                </a:lnTo>
                <a:lnTo>
                  <a:pt x="94" y="95"/>
                </a:lnTo>
                <a:lnTo>
                  <a:pt x="94" y="95"/>
                </a:lnTo>
                <a:lnTo>
                  <a:pt x="94" y="96"/>
                </a:lnTo>
                <a:lnTo>
                  <a:pt x="95" y="98"/>
                </a:lnTo>
                <a:lnTo>
                  <a:pt x="95" y="98"/>
                </a:lnTo>
                <a:close/>
                <a:moveTo>
                  <a:pt x="79" y="36"/>
                </a:moveTo>
                <a:lnTo>
                  <a:pt x="79" y="36"/>
                </a:lnTo>
                <a:lnTo>
                  <a:pt x="77" y="36"/>
                </a:lnTo>
                <a:lnTo>
                  <a:pt x="76" y="38"/>
                </a:lnTo>
                <a:lnTo>
                  <a:pt x="76" y="38"/>
                </a:lnTo>
                <a:lnTo>
                  <a:pt x="79" y="39"/>
                </a:lnTo>
                <a:lnTo>
                  <a:pt x="80" y="39"/>
                </a:lnTo>
                <a:lnTo>
                  <a:pt x="80" y="39"/>
                </a:lnTo>
                <a:lnTo>
                  <a:pt x="80" y="38"/>
                </a:lnTo>
                <a:lnTo>
                  <a:pt x="79" y="36"/>
                </a:lnTo>
                <a:lnTo>
                  <a:pt x="79" y="36"/>
                </a:lnTo>
                <a:close/>
                <a:moveTo>
                  <a:pt x="76" y="28"/>
                </a:moveTo>
                <a:lnTo>
                  <a:pt x="76" y="28"/>
                </a:lnTo>
                <a:lnTo>
                  <a:pt x="75" y="29"/>
                </a:lnTo>
                <a:lnTo>
                  <a:pt x="75" y="29"/>
                </a:lnTo>
                <a:lnTo>
                  <a:pt x="75" y="28"/>
                </a:lnTo>
                <a:lnTo>
                  <a:pt x="74" y="29"/>
                </a:lnTo>
                <a:lnTo>
                  <a:pt x="74" y="29"/>
                </a:lnTo>
                <a:lnTo>
                  <a:pt x="75" y="29"/>
                </a:lnTo>
                <a:lnTo>
                  <a:pt x="74" y="30"/>
                </a:lnTo>
                <a:lnTo>
                  <a:pt x="74" y="33"/>
                </a:lnTo>
                <a:lnTo>
                  <a:pt x="74" y="33"/>
                </a:lnTo>
                <a:lnTo>
                  <a:pt x="75" y="33"/>
                </a:lnTo>
                <a:lnTo>
                  <a:pt x="76" y="31"/>
                </a:lnTo>
                <a:lnTo>
                  <a:pt x="75" y="29"/>
                </a:lnTo>
                <a:lnTo>
                  <a:pt x="75" y="29"/>
                </a:lnTo>
                <a:lnTo>
                  <a:pt x="76" y="29"/>
                </a:lnTo>
                <a:lnTo>
                  <a:pt x="76" y="28"/>
                </a:lnTo>
                <a:lnTo>
                  <a:pt x="76" y="28"/>
                </a:lnTo>
                <a:close/>
                <a:moveTo>
                  <a:pt x="75" y="392"/>
                </a:moveTo>
                <a:lnTo>
                  <a:pt x="75" y="392"/>
                </a:lnTo>
                <a:lnTo>
                  <a:pt x="75" y="395"/>
                </a:lnTo>
                <a:lnTo>
                  <a:pt x="77" y="398"/>
                </a:lnTo>
                <a:lnTo>
                  <a:pt x="77" y="398"/>
                </a:lnTo>
                <a:lnTo>
                  <a:pt x="74" y="402"/>
                </a:lnTo>
                <a:lnTo>
                  <a:pt x="74" y="402"/>
                </a:lnTo>
                <a:lnTo>
                  <a:pt x="71" y="399"/>
                </a:lnTo>
                <a:lnTo>
                  <a:pt x="70" y="395"/>
                </a:lnTo>
                <a:lnTo>
                  <a:pt x="70" y="395"/>
                </a:lnTo>
                <a:lnTo>
                  <a:pt x="71" y="397"/>
                </a:lnTo>
                <a:lnTo>
                  <a:pt x="72" y="399"/>
                </a:lnTo>
                <a:lnTo>
                  <a:pt x="72" y="399"/>
                </a:lnTo>
                <a:lnTo>
                  <a:pt x="74" y="399"/>
                </a:lnTo>
                <a:lnTo>
                  <a:pt x="74" y="398"/>
                </a:lnTo>
                <a:lnTo>
                  <a:pt x="74" y="398"/>
                </a:lnTo>
                <a:lnTo>
                  <a:pt x="71" y="395"/>
                </a:lnTo>
                <a:lnTo>
                  <a:pt x="70" y="393"/>
                </a:lnTo>
                <a:lnTo>
                  <a:pt x="70" y="390"/>
                </a:lnTo>
                <a:lnTo>
                  <a:pt x="71" y="389"/>
                </a:lnTo>
                <a:lnTo>
                  <a:pt x="72" y="389"/>
                </a:lnTo>
                <a:lnTo>
                  <a:pt x="72" y="389"/>
                </a:lnTo>
                <a:lnTo>
                  <a:pt x="71" y="390"/>
                </a:lnTo>
                <a:lnTo>
                  <a:pt x="72" y="392"/>
                </a:lnTo>
                <a:lnTo>
                  <a:pt x="72" y="392"/>
                </a:lnTo>
                <a:lnTo>
                  <a:pt x="74" y="389"/>
                </a:lnTo>
                <a:lnTo>
                  <a:pt x="72" y="387"/>
                </a:lnTo>
                <a:lnTo>
                  <a:pt x="72" y="384"/>
                </a:lnTo>
                <a:lnTo>
                  <a:pt x="74" y="383"/>
                </a:lnTo>
                <a:lnTo>
                  <a:pt x="71" y="383"/>
                </a:lnTo>
                <a:lnTo>
                  <a:pt x="71" y="383"/>
                </a:lnTo>
                <a:lnTo>
                  <a:pt x="71" y="385"/>
                </a:lnTo>
                <a:lnTo>
                  <a:pt x="71" y="388"/>
                </a:lnTo>
                <a:lnTo>
                  <a:pt x="71" y="388"/>
                </a:lnTo>
                <a:lnTo>
                  <a:pt x="70" y="388"/>
                </a:lnTo>
                <a:lnTo>
                  <a:pt x="69" y="385"/>
                </a:lnTo>
                <a:lnTo>
                  <a:pt x="70" y="383"/>
                </a:lnTo>
                <a:lnTo>
                  <a:pt x="70" y="382"/>
                </a:lnTo>
                <a:lnTo>
                  <a:pt x="70" y="382"/>
                </a:lnTo>
                <a:lnTo>
                  <a:pt x="70" y="379"/>
                </a:lnTo>
                <a:lnTo>
                  <a:pt x="71" y="377"/>
                </a:lnTo>
                <a:lnTo>
                  <a:pt x="71" y="377"/>
                </a:lnTo>
                <a:lnTo>
                  <a:pt x="71" y="378"/>
                </a:lnTo>
                <a:lnTo>
                  <a:pt x="72" y="379"/>
                </a:lnTo>
                <a:lnTo>
                  <a:pt x="72" y="379"/>
                </a:lnTo>
                <a:lnTo>
                  <a:pt x="72" y="380"/>
                </a:lnTo>
                <a:lnTo>
                  <a:pt x="71" y="380"/>
                </a:lnTo>
                <a:lnTo>
                  <a:pt x="71" y="382"/>
                </a:lnTo>
                <a:lnTo>
                  <a:pt x="71" y="382"/>
                </a:lnTo>
                <a:lnTo>
                  <a:pt x="72" y="382"/>
                </a:lnTo>
                <a:lnTo>
                  <a:pt x="72" y="383"/>
                </a:lnTo>
                <a:lnTo>
                  <a:pt x="72" y="383"/>
                </a:lnTo>
                <a:lnTo>
                  <a:pt x="74" y="382"/>
                </a:lnTo>
                <a:lnTo>
                  <a:pt x="74" y="380"/>
                </a:lnTo>
                <a:lnTo>
                  <a:pt x="74" y="380"/>
                </a:lnTo>
                <a:lnTo>
                  <a:pt x="75" y="380"/>
                </a:lnTo>
                <a:lnTo>
                  <a:pt x="76" y="382"/>
                </a:lnTo>
                <a:lnTo>
                  <a:pt x="76" y="385"/>
                </a:lnTo>
                <a:lnTo>
                  <a:pt x="76" y="385"/>
                </a:lnTo>
                <a:lnTo>
                  <a:pt x="75" y="389"/>
                </a:lnTo>
                <a:lnTo>
                  <a:pt x="75" y="392"/>
                </a:lnTo>
                <a:lnTo>
                  <a:pt x="75" y="392"/>
                </a:lnTo>
                <a:close/>
                <a:moveTo>
                  <a:pt x="82" y="392"/>
                </a:moveTo>
                <a:lnTo>
                  <a:pt x="82" y="393"/>
                </a:lnTo>
                <a:lnTo>
                  <a:pt x="82" y="393"/>
                </a:lnTo>
                <a:lnTo>
                  <a:pt x="81" y="393"/>
                </a:lnTo>
                <a:lnTo>
                  <a:pt x="81" y="393"/>
                </a:lnTo>
                <a:lnTo>
                  <a:pt x="80" y="394"/>
                </a:lnTo>
                <a:lnTo>
                  <a:pt x="80" y="394"/>
                </a:lnTo>
                <a:lnTo>
                  <a:pt x="80" y="394"/>
                </a:lnTo>
                <a:lnTo>
                  <a:pt x="80" y="392"/>
                </a:lnTo>
                <a:lnTo>
                  <a:pt x="82" y="392"/>
                </a:lnTo>
                <a:lnTo>
                  <a:pt x="82" y="392"/>
                </a:lnTo>
                <a:close/>
                <a:moveTo>
                  <a:pt x="79" y="382"/>
                </a:moveTo>
                <a:lnTo>
                  <a:pt x="79" y="382"/>
                </a:lnTo>
                <a:lnTo>
                  <a:pt x="80" y="378"/>
                </a:lnTo>
                <a:lnTo>
                  <a:pt x="80" y="378"/>
                </a:lnTo>
                <a:lnTo>
                  <a:pt x="80" y="380"/>
                </a:lnTo>
                <a:lnTo>
                  <a:pt x="80" y="382"/>
                </a:lnTo>
                <a:lnTo>
                  <a:pt x="79" y="382"/>
                </a:lnTo>
                <a:lnTo>
                  <a:pt x="79" y="38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3622675" y="3179763"/>
            <a:ext cx="1358900" cy="369887"/>
          </a:xfrm>
          <a:prstGeom prst="rect">
            <a:avLst/>
          </a:prstGeom>
          <a:noFill/>
        </p:spPr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  <a:ea typeface="+mn-ea"/>
              </a:rPr>
              <a:t>PART ONE</a:t>
            </a:r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  <a:latin typeface="Baskerville Old Face" panose="02020602080505020303" pitchFamily="18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883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首页</a:t>
            </a:r>
            <a:endParaRPr lang="zh-CN" altLang="en-US" dirty="0"/>
          </a:p>
        </p:txBody>
      </p:sp>
      <p:pic>
        <p:nvPicPr>
          <p:cNvPr id="1026" name="Picture 2" descr="关注成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2795267" cy="482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易问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56792"/>
            <a:ext cx="2684823" cy="468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54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精彩问答</a:t>
            </a:r>
            <a:endParaRPr lang="zh-CN" altLang="en-US" dirty="0"/>
          </a:p>
        </p:txBody>
      </p:sp>
      <p:pic>
        <p:nvPicPr>
          <p:cNvPr id="2050" name="Picture 2" descr="精彩问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2665218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精彩问答功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00808"/>
            <a:ext cx="2736304" cy="477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21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热门话题</a:t>
            </a:r>
            <a:endParaRPr lang="zh-CN" altLang="en-US" dirty="0"/>
          </a:p>
        </p:txBody>
      </p:sp>
      <p:sp>
        <p:nvSpPr>
          <p:cNvPr id="4" name="AutoShape 1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2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4" name="Picture 2" descr="热门话题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7" y="1556792"/>
            <a:ext cx="263343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 descr="热门话题功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556792"/>
            <a:ext cx="2664296" cy="466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286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我要提问</a:t>
            </a:r>
            <a:endParaRPr lang="zh-CN" altLang="en-US" dirty="0"/>
          </a:p>
        </p:txBody>
      </p:sp>
      <p:sp>
        <p:nvSpPr>
          <p:cNvPr id="4" name="AutoShape 1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2" descr="C:\Users\server001\Documents\Tencent Files\121437479\Image\C2C\]C~[Q4C5(^Y4[FEJ)Y{H0.png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098" name="Picture 2" descr="我要提问上传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9" y="1628800"/>
            <a:ext cx="2494173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我要提问选择话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3" y="1595636"/>
            <a:ext cx="2775828" cy="48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551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答题点赞</a:t>
            </a:r>
            <a:endParaRPr lang="zh-CN" altLang="en-US" dirty="0"/>
          </a:p>
        </p:txBody>
      </p:sp>
      <p:pic>
        <p:nvPicPr>
          <p:cNvPr id="5122" name="Picture 2" descr="问题详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42120"/>
            <a:ext cx="2736304" cy="478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 descr="问题详情功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42120"/>
            <a:ext cx="2690316" cy="478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122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我的易问</a:t>
            </a:r>
            <a:endParaRPr lang="zh-CN" altLang="en-US" dirty="0"/>
          </a:p>
        </p:txBody>
      </p:sp>
      <p:pic>
        <p:nvPicPr>
          <p:cNvPr id="6146" name="Picture 2" descr="我的首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116" y="1744613"/>
            <a:ext cx="2546796" cy="4529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 descr="我的提问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44613"/>
            <a:ext cx="2544983" cy="4529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01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话题设置</a:t>
            </a:r>
            <a:endParaRPr lang="zh-CN" altLang="en-US" dirty="0"/>
          </a:p>
        </p:txBody>
      </p:sp>
      <p:pic>
        <p:nvPicPr>
          <p:cNvPr id="7170" name="Picture 2" descr="我的话题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7" y="1628801"/>
            <a:ext cx="2671989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 descr="我的话题功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1628800"/>
            <a:ext cx="2808313" cy="499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533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我的收藏</a:t>
            </a:r>
            <a:endParaRPr lang="zh-CN" altLang="en-US" dirty="0"/>
          </a:p>
        </p:txBody>
      </p:sp>
      <p:pic>
        <p:nvPicPr>
          <p:cNvPr id="8194" name="Picture 2" descr="我的收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2548720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我的收藏功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700808"/>
            <a:ext cx="2592288" cy="4614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1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2233613" y="2936875"/>
            <a:ext cx="2312987" cy="23114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3"/>
            </p:custDataLst>
          </p:nvPr>
        </p:nvSpPr>
        <p:spPr>
          <a:xfrm>
            <a:off x="5156200" y="3906838"/>
            <a:ext cx="1317625" cy="1317625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4"/>
            </p:custDataLst>
          </p:nvPr>
        </p:nvSpPr>
        <p:spPr>
          <a:xfrm>
            <a:off x="5824538" y="3624263"/>
            <a:ext cx="887412" cy="8890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555875" y="1268413"/>
            <a:ext cx="4052888" cy="4052887"/>
          </a:xfrm>
          <a:prstGeom prst="ellipse">
            <a:avLst/>
          </a:prstGeom>
          <a:solidFill>
            <a:schemeClr val="accent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4800"/>
          </a:p>
        </p:txBody>
      </p:sp>
      <p:sp>
        <p:nvSpPr>
          <p:cNvPr id="2054" name="矩形 3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87675" y="2290763"/>
            <a:ext cx="313213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r>
              <a:rPr lang="zh-CN" altLang="en-US" sz="6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谢谢大家</a:t>
            </a:r>
            <a:endParaRPr lang="en-US" altLang="zh-CN" sz="6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3009169" y="3966652"/>
            <a:ext cx="3132427" cy="435290"/>
          </a:xfrm>
          <a:prstGeom prst="rect">
            <a:avLst/>
          </a:prstGeom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smtClean="0">
                <a:solidFill>
                  <a:prstClr val="white">
                    <a:alpha val="74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@</a:t>
            </a:r>
            <a:r>
              <a:rPr lang="zh-CN" altLang="en-US" sz="1600" dirty="0" smtClean="0">
                <a:solidFill>
                  <a:prstClr val="white">
                    <a:alpha val="74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杭州冉思</a:t>
            </a:r>
            <a:endParaRPr lang="en-US" altLang="zh-CN" sz="1600" dirty="0">
              <a:solidFill>
                <a:prstClr val="white">
                  <a:alpha val="74000"/>
                </a:prst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71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Freeform 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文本框 1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508"/>
  <p:tag name="MH_LIBRARY" val="GRAPHIC"/>
  <p:tag name="MH_ORDER" val="Oval 2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2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组合 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Freeform 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182920"/>
  <p:tag name="MH_LIBRARY" val="GRAPHIC"/>
  <p:tag name="MH_ORDER" val="文本框 3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Oval 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矩形 3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12201050"/>
  <p:tag name="MH_LIBRARY" val="GRAPHIC"/>
  <p:tag name="MH_ORDER" val="Rectangle 33"/>
</p:tagLst>
</file>

<file path=ppt/theme/theme1.xml><?xml version="1.0" encoding="utf-8"?>
<a:theme xmlns:a="http://schemas.openxmlformats.org/drawingml/2006/main" name="A000120140530A43PPBG">
  <a:themeElements>
    <a:clrScheme name="自定义 21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47B6E7"/>
      </a:accent1>
      <a:accent2>
        <a:srgbClr val="628EE3"/>
      </a:accent2>
      <a:accent3>
        <a:srgbClr val="2BC3B5"/>
      </a:accent3>
      <a:accent4>
        <a:srgbClr val="92D050"/>
      </a:accent4>
      <a:accent5>
        <a:srgbClr val="CEB9A3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9">
      <a:majorFont>
        <a:latin typeface="Arial Rounded MT Bold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A000120140530A43PPBG</Template>
  <TotalTime>300</TotalTime>
  <Words>179</Words>
  <Application>Microsoft Office PowerPoint</Application>
  <PresentationFormat>全屏显示(4:3)</PresentationFormat>
  <Paragraphs>86</Paragraphs>
  <Slides>18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A000120140530A43PPBG</vt:lpstr>
      <vt:lpstr>易问微信公众平台项目汇报</vt:lpstr>
      <vt:lpstr>PowerPoint 演示文稿</vt:lpstr>
      <vt:lpstr>PowerPoint 演示文稿</vt:lpstr>
      <vt:lpstr>系统组成</vt:lpstr>
      <vt:lpstr>网络架构图</vt:lpstr>
      <vt:lpstr>PowerPoint 演示文稿</vt:lpstr>
      <vt:lpstr>51公众号</vt:lpstr>
      <vt:lpstr>实现进度</vt:lpstr>
      <vt:lpstr>PowerPoint 演示文稿</vt:lpstr>
      <vt:lpstr>首页</vt:lpstr>
      <vt:lpstr>精彩问答</vt:lpstr>
      <vt:lpstr>热门话题</vt:lpstr>
      <vt:lpstr>我要提问</vt:lpstr>
      <vt:lpstr>答题点赞</vt:lpstr>
      <vt:lpstr>我的易问</vt:lpstr>
      <vt:lpstr>话题设置</vt:lpstr>
      <vt:lpstr>我的收藏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浙江邮电技术职业学院</dc:title>
  <dc:creator>server001</dc:creator>
  <cp:lastModifiedBy>server001</cp:lastModifiedBy>
  <cp:revision>83</cp:revision>
  <dcterms:created xsi:type="dcterms:W3CDTF">2016-10-12T09:54:26Z</dcterms:created>
  <dcterms:modified xsi:type="dcterms:W3CDTF">2016-11-02T05:41:34Z</dcterms:modified>
</cp:coreProperties>
</file>